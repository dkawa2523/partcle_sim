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903e7cae44f97" /><Relationship Type="http://schemas.openxmlformats.org/officeDocument/2006/relationships/extended-properties" Target="/docProps/app.xml" Id="R549b51cca9f34915" /><Relationship Type="http://schemas.openxmlformats.org/officeDocument/2006/relationships/officeDocument" Target="/ppt/presentation.xml" Id="Rf6ae02ada6694c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4c137c76cf41d5"/>
  </p:sldMasterIdLst>
  <p:notesMasterIdLst>
    <p:notesMasterId xmlns:r="http://schemas.openxmlformats.org/officeDocument/2006/relationships" r:id="R173d19cd508e43d2"/>
  </p:notesMasterIdLst>
  <p:sldIdLst>
    <p:sldId xmlns:r="http://schemas.openxmlformats.org/officeDocument/2006/relationships" id="256" r:id="Rce4b8e8add2d4fa6"/>
    <p:sldId xmlns:r="http://schemas.openxmlformats.org/officeDocument/2006/relationships" id="257" r:id="Rb1c120ad32194a10"/>
    <p:sldId xmlns:r="http://schemas.openxmlformats.org/officeDocument/2006/relationships" id="258" r:id="R9947ed5c04734e09"/>
    <p:sldId xmlns:r="http://schemas.openxmlformats.org/officeDocument/2006/relationships" id="259" r:id="R0cc9562ccda942bf"/>
    <p:sldId xmlns:r="http://schemas.openxmlformats.org/officeDocument/2006/relationships" id="260" r:id="Rc5a5ae2071274fbc"/>
    <p:sldId xmlns:r="http://schemas.openxmlformats.org/officeDocument/2006/relationships" id="261" r:id="R72d142e528334506"/>
    <p:sldId xmlns:r="http://schemas.openxmlformats.org/officeDocument/2006/relationships" id="262" r:id="R0facbba84ae44d93"/>
    <p:sldId xmlns:r="http://schemas.openxmlformats.org/officeDocument/2006/relationships" id="263" r:id="R305824635cbf4314"/>
    <p:sldId xmlns:r="http://schemas.openxmlformats.org/officeDocument/2006/relationships" id="264" r:id="R7435310462cd4068"/>
    <p:sldId xmlns:r="http://schemas.openxmlformats.org/officeDocument/2006/relationships" id="265" r:id="R65d295aa3ae64090"/>
    <p:sldId xmlns:r="http://schemas.openxmlformats.org/officeDocument/2006/relationships" id="266" r:id="R3cf782f48d27484f"/>
    <p:sldId xmlns:r="http://schemas.openxmlformats.org/officeDocument/2006/relationships" id="267" r:id="Re08525a38b244698"/>
    <p:sldId xmlns:r="http://schemas.openxmlformats.org/officeDocument/2006/relationships" id="268" r:id="Re67d77a39fb34574"/>
    <p:sldId xmlns:r="http://schemas.openxmlformats.org/officeDocument/2006/relationships" id="269" r:id="R5981322bc4ad4605"/>
    <p:sldId xmlns:r="http://schemas.openxmlformats.org/officeDocument/2006/relationships" id="270" r:id="R54b5e800b6424ba4"/>
    <p:sldId xmlns:r="http://schemas.openxmlformats.org/officeDocument/2006/relationships" id="271" r:id="R1c1c5513bb9248dd"/>
    <p:sldId xmlns:r="http://schemas.openxmlformats.org/officeDocument/2006/relationships" id="272" r:id="R71a9d4b05c1843b3"/>
    <p:sldId xmlns:r="http://schemas.openxmlformats.org/officeDocument/2006/relationships" id="273" r:id="R03f98dd8b1374f1c"/>
    <p:sldId xmlns:r="http://schemas.openxmlformats.org/officeDocument/2006/relationships" id="274" r:id="R386654bdecb8443c"/>
    <p:sldId xmlns:r="http://schemas.openxmlformats.org/officeDocument/2006/relationships" id="275" r:id="Re65081edc5df4665"/>
    <p:sldId xmlns:r="http://schemas.openxmlformats.org/officeDocument/2006/relationships" id="276" r:id="R7b3c316e40ac40aa"/>
    <p:sldId xmlns:r="http://schemas.openxmlformats.org/officeDocument/2006/relationships" id="277" r:id="Rb912fd97f25e411f"/>
    <p:sldId xmlns:r="http://schemas.openxmlformats.org/officeDocument/2006/relationships" id="278" r:id="Ra16c63213c644a11"/>
    <p:sldId xmlns:r="http://schemas.openxmlformats.org/officeDocument/2006/relationships" id="279" r:id="R98395942fb184f5d"/>
    <p:sldId xmlns:r="http://schemas.openxmlformats.org/officeDocument/2006/relationships" id="280" r:id="R05c5ad3462d341de"/>
    <p:sldId xmlns:r="http://schemas.openxmlformats.org/officeDocument/2006/relationships" id="281" r:id="R6600f0cd9a3d44ea"/>
  </p:sldIdLst>
  <p:sldSz cx="15240000" cy="10163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1121756d9d4047" /><Relationship Type="http://schemas.openxmlformats.org/officeDocument/2006/relationships/slideMaster" Target="/ppt/slideMasters/slideMaster1.xml" Id="R9c4c137c76cf41d5" /><Relationship Type="http://schemas.openxmlformats.org/officeDocument/2006/relationships/notesMaster" Target="/ppt/notesMasters/notesMaster1.xml" Id="R173d19cd508e43d2" /><Relationship Type="http://schemas.openxmlformats.org/officeDocument/2006/relationships/presProps" Target="/ppt/presProps.xml" Id="Rfe06e9cb31274469" /><Relationship Type="http://schemas.openxmlformats.org/officeDocument/2006/relationships/tableStyles" Target="/ppt/tableStyles.xml" Id="R6651f74b3a674fe9" /><Relationship Type="http://schemas.openxmlformats.org/officeDocument/2006/relationships/slide" Target="/ppt/slides/slide1.xml" Id="Rce4b8e8add2d4fa6" /><Relationship Type="http://schemas.openxmlformats.org/officeDocument/2006/relationships/slide" Target="/ppt/slides/slide2.xml" Id="Rb1c120ad32194a10" /><Relationship Type="http://schemas.openxmlformats.org/officeDocument/2006/relationships/slide" Target="/ppt/slides/slide3.xml" Id="R9947ed5c04734e09" /><Relationship Type="http://schemas.openxmlformats.org/officeDocument/2006/relationships/slide" Target="/ppt/slides/slide4.xml" Id="R0cc9562ccda942bf" /><Relationship Type="http://schemas.openxmlformats.org/officeDocument/2006/relationships/slide" Target="/ppt/slides/slide5.xml" Id="Rc5a5ae2071274fbc" /><Relationship Type="http://schemas.openxmlformats.org/officeDocument/2006/relationships/slide" Target="/ppt/slides/slide6.xml" Id="R72d142e528334506" /><Relationship Type="http://schemas.openxmlformats.org/officeDocument/2006/relationships/slide" Target="/ppt/slides/slide7.xml" Id="R0facbba84ae44d93" /><Relationship Type="http://schemas.openxmlformats.org/officeDocument/2006/relationships/slide" Target="/ppt/slides/slide8.xml" Id="R305824635cbf4314" /><Relationship Type="http://schemas.openxmlformats.org/officeDocument/2006/relationships/slide" Target="/ppt/slides/slide9.xml" Id="R7435310462cd4068" /><Relationship Type="http://schemas.openxmlformats.org/officeDocument/2006/relationships/slide" Target="/ppt/slides/slide10.xml" Id="R65d295aa3ae64090" /><Relationship Type="http://schemas.openxmlformats.org/officeDocument/2006/relationships/slide" Target="/ppt/slides/slide11.xml" Id="R3cf782f48d27484f" /><Relationship Type="http://schemas.openxmlformats.org/officeDocument/2006/relationships/slide" Target="/ppt/slides/slide12.xml" Id="Re08525a38b244698" /><Relationship Type="http://schemas.openxmlformats.org/officeDocument/2006/relationships/slide" Target="/ppt/slides/slide13.xml" Id="Re67d77a39fb34574" /><Relationship Type="http://schemas.openxmlformats.org/officeDocument/2006/relationships/slide" Target="/ppt/slides/slide14.xml" Id="R5981322bc4ad4605" /><Relationship Type="http://schemas.openxmlformats.org/officeDocument/2006/relationships/slide" Target="/ppt/slides/slide15.xml" Id="R54b5e800b6424ba4" /><Relationship Type="http://schemas.openxmlformats.org/officeDocument/2006/relationships/slide" Target="/ppt/slides/slide16.xml" Id="R1c1c5513bb9248dd" /><Relationship Type="http://schemas.openxmlformats.org/officeDocument/2006/relationships/slide" Target="/ppt/slides/slide17.xml" Id="R71a9d4b05c1843b3" /><Relationship Type="http://schemas.openxmlformats.org/officeDocument/2006/relationships/slide" Target="/ppt/slides/slide18.xml" Id="R03f98dd8b1374f1c" /><Relationship Type="http://schemas.openxmlformats.org/officeDocument/2006/relationships/slide" Target="/ppt/slides/slide19.xml" Id="R386654bdecb8443c" /><Relationship Type="http://schemas.openxmlformats.org/officeDocument/2006/relationships/slide" Target="/ppt/slides/slide20.xml" Id="Re65081edc5df4665" /><Relationship Type="http://schemas.openxmlformats.org/officeDocument/2006/relationships/slide" Target="/ppt/slides/slide21.xml" Id="R7b3c316e40ac40aa" /><Relationship Type="http://schemas.openxmlformats.org/officeDocument/2006/relationships/slide" Target="/ppt/slides/slide22.xml" Id="Rb912fd97f25e411f" /><Relationship Type="http://schemas.openxmlformats.org/officeDocument/2006/relationships/slide" Target="/ppt/slides/slide23.xml" Id="Ra16c63213c644a11" /><Relationship Type="http://schemas.openxmlformats.org/officeDocument/2006/relationships/slide" Target="/ppt/slides/slide24.xml" Id="R98395942fb184f5d" /><Relationship Type="http://schemas.openxmlformats.org/officeDocument/2006/relationships/slide" Target="/ppt/slides/slide25.xml" Id="R05c5ad3462d341de" /><Relationship Type="http://schemas.openxmlformats.org/officeDocument/2006/relationships/slide" Target="/ppt/slides/slide26.xml" Id="R6600f0cd9a3d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c61e15acce4c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09cbdc0c24e3b" /><Relationship Type="http://schemas.openxmlformats.org/officeDocument/2006/relationships/notesMaster" Target="/ppt/notesMasters/notesMaster1.xml" Id="R9720708846aa46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534519e7c8482f" /><Relationship Type="http://schemas.openxmlformats.org/officeDocument/2006/relationships/notesMaster" Target="/ppt/notesMasters/notesMaster1.xml" Id="R360b96404aa047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466cdda3534ee9" /><Relationship Type="http://schemas.openxmlformats.org/officeDocument/2006/relationships/notesMaster" Target="/ppt/notesMasters/notesMaster1.xml" Id="R0b710484bf1947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ee964afa064dbb" /><Relationship Type="http://schemas.openxmlformats.org/officeDocument/2006/relationships/notesMaster" Target="/ppt/notesMasters/notesMaster1.xml" Id="R39283a532f3649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270035b6eb4d23" /><Relationship Type="http://schemas.openxmlformats.org/officeDocument/2006/relationships/notesMaster" Target="/ppt/notesMasters/notesMaster1.xml" Id="Rb7fe609c3b6b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54885425bc473c" /><Relationship Type="http://schemas.openxmlformats.org/officeDocument/2006/relationships/notesMaster" Target="/ppt/notesMasters/notesMaster1.xml" Id="R6b389d14568b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3a728727d142bb" /><Relationship Type="http://schemas.openxmlformats.org/officeDocument/2006/relationships/notesMaster" Target="/ppt/notesMasters/notesMaster1.xml" Id="R04de1069183f45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787ecdb4214e94" /><Relationship Type="http://schemas.openxmlformats.org/officeDocument/2006/relationships/notesMaster" Target="/ppt/notesMasters/notesMaster1.xml" Id="R855bdae7cbec42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3015ae548b41db" /><Relationship Type="http://schemas.openxmlformats.org/officeDocument/2006/relationships/notesMaster" Target="/ppt/notesMasters/notesMaster1.xml" Id="Rf238d4045f9e42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852622ba824310" /><Relationship Type="http://schemas.openxmlformats.org/officeDocument/2006/relationships/notesMaster" Target="/ppt/notesMasters/notesMaster1.xml" Id="Rb2e5045d3e514b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13a4eeb0d54055" /><Relationship Type="http://schemas.openxmlformats.org/officeDocument/2006/relationships/notesMaster" Target="/ppt/notesMasters/notesMaster1.xml" Id="R83c66ecd948041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04252d13dd4677" /><Relationship Type="http://schemas.openxmlformats.org/officeDocument/2006/relationships/notesMaster" Target="/ppt/notesMasters/notesMaster1.xml" Id="R0d529a60ecb74e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fdec9936e44bbe" /><Relationship Type="http://schemas.openxmlformats.org/officeDocument/2006/relationships/notesMaster" Target="/ppt/notesMasters/notesMaster1.xml" Id="Rb731bc83724846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b918ab813a42b0" /><Relationship Type="http://schemas.openxmlformats.org/officeDocument/2006/relationships/notesMaster" Target="/ppt/notesMasters/notesMaster1.xml" Id="R3421cc0678dc4f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5e8d34de504c96" /><Relationship Type="http://schemas.openxmlformats.org/officeDocument/2006/relationships/notesMaster" Target="/ppt/notesMasters/notesMaster1.xml" Id="R5bf6278c71b54f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60132bdf8a4e64" /><Relationship Type="http://schemas.openxmlformats.org/officeDocument/2006/relationships/notesMaster" Target="/ppt/notesMasters/notesMaster1.xml" Id="R47e0d5dad06e4c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78156eecda410b" /><Relationship Type="http://schemas.openxmlformats.org/officeDocument/2006/relationships/notesMaster" Target="/ppt/notesMasters/notesMaster1.xml" Id="R69e23c3aae3046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ce55b1cac74546" /><Relationship Type="http://schemas.openxmlformats.org/officeDocument/2006/relationships/notesMaster" Target="/ppt/notesMasters/notesMaster1.xml" Id="R57999250636a4a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36dc62bd664f7a" /><Relationship Type="http://schemas.openxmlformats.org/officeDocument/2006/relationships/notesMaster" Target="/ppt/notesMasters/notesMaster1.xml" Id="R9827bae8a0d544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7ca1b24b1de4f99" /><Relationship Type="http://schemas.openxmlformats.org/officeDocument/2006/relationships/notesMaster" Target="/ppt/notesMasters/notesMaster1.xml" Id="Ra05a4ad9731444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d0aa309daf4571" /><Relationship Type="http://schemas.openxmlformats.org/officeDocument/2006/relationships/notesMaster" Target="/ppt/notesMasters/notesMaster1.xml" Id="R25c1a9d2ba5a48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8df6d2532c49de" /><Relationship Type="http://schemas.openxmlformats.org/officeDocument/2006/relationships/notesMaster" Target="/ppt/notesMasters/notesMaster1.xml" Id="R63f6a1c9da714c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aaad3b99074206" /><Relationship Type="http://schemas.openxmlformats.org/officeDocument/2006/relationships/notesMaster" Target="/ppt/notesMasters/notesMaster1.xml" Id="R05a32f3885384f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c059272bb841a4" /><Relationship Type="http://schemas.openxmlformats.org/officeDocument/2006/relationships/notesMaster" Target="/ppt/notesMasters/notesMaster1.xml" Id="R560ded212e0f407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9692be711d4338" /><Relationship Type="http://schemas.openxmlformats.org/officeDocument/2006/relationships/notesMaster" Target="/ppt/notesMasters/notesMaster1.xml" Id="R66921fce27144a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b55878e224492b" /><Relationship Type="http://schemas.openxmlformats.org/officeDocument/2006/relationships/notesMaster" Target="/ppt/notesMasters/notesMaster1.xml" Id="R44b3c2d1cc29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https://github.com/dkawa2523/partcle_sim/blob/fa51c2e10f32153afbb08d54012ec676f70508c4/particle_platform_redesign/README.md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https://github.com/dkawa2523/partcle_sim/blob/fa51c2e10f32153afbb08d54012ec676f70508c4/particle_platform_redesign/solver/docs/support_and_errors.md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https://github.com/dkawa2523/partcle_sim/blob/fa51c2e10f32153afbb08d54012ec676f70508c4/particle_platform_redesign/AGENTS.md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https://github.com/dkawa2523/partcle_sim/blob/fa51c2e10f32153afbb08d54012ec676f70508c4/particle_platform_redesign/solver/src/chamber_particles/api.py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https://github.com/dkawa2523/partcle_sim/blob/fa51c2e10f32153afbb08d54012ec676f70508c4/particle_platform_redesign/solver/docs/case_format_v2.md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https://github.com/dkawa2523/partcle_sim/blob/fa51c2e10f32153afbb08d54012ec676f70508c4/particle_platform_redesign/solver/src/chamber_particles/api.py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https://github.com/dkawa2523/partcle_sim/blob/fa51c2e10f32153afbb08d54012ec676f70508c4/particle_platform_redesign/solver/docs/support_and_errors.md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https://github.com/dkawa2523/partcle_sim/blob/fa51c2e10f32153afbb08d54012ec676f70508c4/particle_platform_redesign/AGENTS.md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https://github.com/dkawa2523/partcle_sim/blob/fa51c2e10f32153afbb08d54012ec676f70508c4/particle_platform_redesign/solver/docs/numerics.md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https://github.com/dkawa2523/partcle_sim/blob/fa51c2e10f32153afbb08d54012ec676f70508c4/particle_platform_redesign/solver/src/chamber_particles/physics/runtime.py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a=d_drag/2, β0=(4π/3)a²ρg cbar, cbar=sqrt(8kBTg/(πmg)). G(S)=(3/16)(2+S^-2)exp(-S²)+(3sqrt(π)/32)(4S+4/S-S^-3)erf(S). S≤0.1では低速級数、G(0)=1。線形EpsteinはKn_a≥10, relative speed ratio≤0.1。Stokes-Cunningham: Cc=1+Kn[1.142+0.558exp(-0.999/Kn)], Kn=λ/a, Re_p≤0.1。</a:t>
            </a:r>
          </a:p>
          <a:p xmlns:a="http://schemas.openxmlformats.org/drawingml/2006/main">
            <a:r>
              <a:t>出典: https://github.com/dkawa2523/partcle_sim/blob/fa51c2e10f32153afbb08d54012ec676f70508c4/particle_platform_redesign/solver/docs/physics_models.md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OML: λD^−2=e²/(ε0 kB)(ne/Te+ni/Ti); As=πa² ns sqrt(8kB Ts/(πms)); Vs=kB Ts/e. φ&gt;0ではΓi=Ai exp(−φ/Vi), Γe=Ae(1+φ/Ve)。shifted: P(s)=0.5 exp(−s²/2)+sqrt(π/8)(s+1/s)erf(s/sqrt2), H(s)=sqrt(π/2)erf(s/sqrt2)/s。s=0は解析極限P=H=1。</a:t>
            </a:r>
          </a:p>
          <a:p xmlns:a="http://schemas.openxmlformats.org/drawingml/2006/main">
            <a:r>
              <a:t>集約モデル: λeff=max(a,λscreen), φ=Ze/[4πε0a(1+a/λeff)]. veff,s²=|us−v|²+8eVs/(πms)+(1m/s)², Veff,s=max(ms veff,s²/(2e),0.01V), As=πa² ns veff,s. 斥力側はexp(clip(±φ/Veff,−50,50))、引力側は線形式。負イオンはφ≤0でexp(φ/Veff,-)、φ&gt;0で1+φ/Veff,-。集約則と遮蔽長はproducer責務。</a:t>
            </a:r>
          </a:p>
          <a:p xmlns:a="http://schemas.openxmlformats.org/drawingml/2006/main">
            <a:r>
              <a:t>モデルrevision名: oml_stationary_maxwellian_debye_huckel_v1; oml_shifted_maxwellian_single_ion_negative_debye_huckel_v1; aggregate_relative_drift_regularized_two_current_v1; aggregate_relative_drift_regularized_three_current_v1。各モデルの意味・適用域は独立。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Barnes: w=ui-v, vs²=|w|²+8kBTi/(πmi). b90=|Z|e²/(4πε0 mi vs²), b_c²=a²(1-2eφp/(mi vs²)). lnΛ=(1/2)ln[(λD²+b90²)/(b_c²+b90²)]. 適用範囲 Z≤0, a/λD≤0.1, b90/λD≤0.1, b_c/λD≤0.1, λin/λD≥10, lnΛ&gt;0と宣言drift比。</a:t>
            </a:r>
          </a:p>
          <a:p xmlns:a="http://schemas.openxmlformats.org/drawingml/2006/main">
            <a:r>
              <a:t>出典: https://github.com/dkawa2523/partcle_sim/blob/fa51c2e10f32153afbb08d54012ec676f70508c4/particle_platform_redesign/solver/docs/physics_models.md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指数中点: v_inf=u+a/γ, v(h)=v_inf+(v0-v_inf)exp(-γh), x(h)=x0+v_inf h+(v0-v_inf)(1-exp(-γh))/γ。A=Gmid+Jmid(Z0-Zmid), Z(h)=Z0+expm1(Jmid h)A/Jmid。ゼロ係数は解析極限。OUの数値葉経路のfirst-hitは未観測確率過程の厳密first-passageではない。</a:t>
            </a:r>
          </a:p>
          <a:p xmlns:a="http://schemas.openxmlformats.org/drawingml/2006/main">
            <a:r>
              <a:t>出典: https://github.com/dkawa2523/partcle_sim/blob/fa51c2e10f32153afbb08d54012ec676f70508c4/particle_platform_redesign/solver/docs/physics_models.md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https://github.com/dkawa2523/partcle_sim/blob/fa51c2e10f32153afbb08d54012ec676f70508c4/particle_platform_redesign/AGENTS.md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https://github.com/dkawa2523/partcle_sim/blob/fa51c2e10f32153afbb08d54012ec676f70508c4/particle_platform_redesign/solver/docs/result_format_v2.md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https://github.com/dkawa2523/partcle_sim/blob/fa51c2e10f32153afbb08d54012ec676f70508c4/particle_platform_redesign/solver/docs/parallel_execution_plan.md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出典（対象コミット固定）: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https://github.com/dkawa2523/partcle_sim/blob/fa51c2e10f32153afbb08d54012ec676f70508c4/particle_platform_redesign/solver/docs/numerics.md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https://github.com/dkawa2523/partcle_sim/blob/fa51c2e10f32153afbb08d54012ec676f70508c4/particle_platform_redesign/solver/evidence/m3c2/caseP_100nm_final_campaign_v1/README.md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https://github.com/dkawa2523/partcle_sim/blob/fa51c2e10f32153afbb08d54012ec676f70508c4/particle_platform_redesign/solver/evidence/m3c3/caseP_three_current_companion_v1/README.md</a:t>
            </a:r>
          </a:p>
          <a:p xmlns:a="http://schemas.openxmlformats.org/drawingml/2006/main">
            <a:r>
              <a:t>図形は概念説明用。実計算結果を表す場合は別途明記。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https://github.com/dkawa2523/partcle_sim/blob/fa51c2e10f32153afbb08d54012ec676f70508c4/particle_platform_redesign/solver/docs/physics_models.md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https://github.com/dkawa2523/partcle_sim/blob/fa51c2e10f32153afbb08d54012ec676f70508c4/particle_platform_redesign/solver/docs/numerics.md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https://github.com/dkawa2523/partcle_sim/blob/fa51c2e10f32153afbb08d54012ec676f70508c4/particle_platform_redesign/solver/src/chamber_particles/fields.py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https://github.com/dkawa2523/partcle_sim/blob/fa51c2e10f32153afbb08d54012ec676f70508c4/particle_platform_redesign/solver/src/chamber_particles/integrators.py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https://github.com/dkawa2523/partcle_sim/blob/fa51c2e10f32153afbb08d54012ec676f70508c4/particle_platform_redesign/solver/docs/numerics.md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https://github.com/dkawa2523/partcle_sim/blob/fa51c2e10f32153afbb08d54012ec676f70508c4/particle_platform_redesign/solver/src/chamber_particles/events.py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https://github.com/dkawa2523/partcle_sim/blob/fa51c2e10f32153afbb08d54012ec676f70508c4/particle_platform_redesign/solver/docs/numerics.md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https://github.com/dkawa2523/partcle_sim/blob/fa51c2e10f32153afbb08d54012ec676f70508c4/particle_platform_redesign/solver/src/chamber_particles/boundaries.py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https://github.com/dkawa2523/partcle_sim/blob/fa51c2e10f32153afbb08d54012ec676f70508c4/particle_platform_redesign/solver/src/chamber_particles/coordinates.py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https://github.com/dkawa2523/partcle_sim/blob/fa51c2e10f32153afbb08d54012ec676f70508c4/particle_platform_redesign/solver/src/chamber_particles/stochastic.py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https://github.com/dkawa2523/partcle_sim/blob/fa51c2e10f32153afbb08d54012ec676f70508c4/particle_platform_redesign/solver/docs/numerics.md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sim_rev5 / fa51c2e10f32153afbb08d54012ec676f70508c4</a:t>
            </a:r>
          </a:p>
          <a:p xmlns:a="http://schemas.openxmlformats.org/drawingml/2006/main">
            <a:r>
              <a:t>https://github.com/dkawa2523/partcle_sim/blob/fa51c2e10f32153afbb08d54012ec676f70508c4/particle_platform_redesign/AGENTS.md</a:t>
            </a:r>
          </a:p>
          <a:p xmlns:a="http://schemas.openxmlformats.org/drawingml/2006/main">
            <a:r>
              <a:t>https://github.com/dkawa2523/partcle_sim/blob/fa51c2e10f32153afbb08d54012ec676f70508c4/particle_platform_redesign/solver/src/chamber_particles/engine.py</a:t>
            </a:r>
          </a:p>
          <a:p xmlns:a="http://schemas.openxmlformats.org/drawingml/2006/main">
            <a:r>
              <a:t>https://github.com/dkawa2523/partcle_sim/blob/fa51c2e10f32153afbb08d54012ec676f70508c4/particle_platform_redesign/vv_methodology.md</a:t>
            </a:r>
          </a:p>
          <a:p xmlns:a="http://schemas.openxmlformats.org/drawingml/2006/main">
            <a:r>
              <a:t>軌道・場・粒子分布は機構説明の模式図。計算結果ではない。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e254967824b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71418d19a48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dba43cca340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8cc3127b745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2dd303eae4e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5357878b045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E5ACA2C-76AF-4878-A516-56DC9B84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4801"/>
            <a:ext cx="762000" cy="564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02B355-1B03-4B6D-BA22-00596703F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839422"/>
            <a:ext cx="12192000" cy="1468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97DE853-83DB-47DF-85BB-D387C8B8FC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589746"/>
            <a:ext cx="10668000" cy="1129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B8F55E-E2FC-4853-8A49-0B1C72A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0035"/>
            <a:ext cx="762000" cy="564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6C8446-6C6D-4839-B592-B130D7E99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234656"/>
            <a:ext cx="12192000" cy="16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86A444A-AE8D-4976-96EE-3CE79BDD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8483"/>
            <a:ext cx="762000" cy="564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512AF0-597B-4E90-A31B-F70162402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90469"/>
            <a:ext cx="13525500" cy="1242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DF64033-3C22-4919-B06C-3748C9EBCD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823104"/>
            <a:ext cx="13525500" cy="6323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AFE9556-9EEB-4C2B-A2B1-363E675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8483"/>
            <a:ext cx="762000" cy="564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DE8C4F-CFF2-4AE6-B807-1ABB57748D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90469"/>
            <a:ext cx="13525500" cy="1242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56DB8D-F1EA-4BCB-8003-22E7DCD5A2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823104"/>
            <a:ext cx="6286500" cy="6323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9C4863-0E2E-4FAE-8BCA-6C46D5C2CB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823104"/>
            <a:ext cx="6286500" cy="6323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74A9507-1EFA-4461-8926-4C88E5D5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8483"/>
            <a:ext cx="762000" cy="564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71517B-3A26-465D-BE19-6AB5E195E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90469"/>
            <a:ext cx="13525500" cy="1242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B95980-E826-441B-88EF-F66A86582C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823104"/>
            <a:ext cx="6286500" cy="6323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f41b02b12d4d48" /><Relationship Type="http://schemas.openxmlformats.org/officeDocument/2006/relationships/slideLayout" Target="/ppt/slideLayouts/slideLayout1.xml" Id="Ra12d16d821704e6e" /><Relationship Type="http://schemas.openxmlformats.org/officeDocument/2006/relationships/slideLayout" Target="/ppt/slideLayouts/slideLayout2.xml" Id="R0bd54f60bfae49ec" /><Relationship Type="http://schemas.openxmlformats.org/officeDocument/2006/relationships/slideLayout" Target="/ppt/slideLayouts/slideLayout3.xml" Id="R1820bbc671644528" /><Relationship Type="http://schemas.openxmlformats.org/officeDocument/2006/relationships/slideLayout" Target="/ppt/slideLayouts/slideLayout4.xml" Id="R7ace70cb21dc4c6b" /><Relationship Type="http://schemas.openxmlformats.org/officeDocument/2006/relationships/slideLayout" Target="/ppt/slideLayouts/slideLayout5.xml" Id="Raea75134a2da4fa9" /><Relationship Type="http://schemas.openxmlformats.org/officeDocument/2006/relationships/slideLayout" Target="/ppt/slideLayouts/slideLayout6.xml" Id="Rbc0df510817144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d16d821704e6e"/>
    <p:sldLayoutId xmlns:r="http://schemas.openxmlformats.org/officeDocument/2006/relationships" id="2147483650" r:id="R0bd54f60bfae49ec"/>
    <p:sldLayoutId xmlns:r="http://schemas.openxmlformats.org/officeDocument/2006/relationships" id="2147483651" r:id="R1820bbc671644528"/>
    <p:sldLayoutId xmlns:r="http://schemas.openxmlformats.org/officeDocument/2006/relationships" id="2147483652" r:id="R7ace70cb21dc4c6b"/>
    <p:sldLayoutId xmlns:r="http://schemas.openxmlformats.org/officeDocument/2006/relationships" id="2147483653" r:id="Raea75134a2da4fa9"/>
    <p:sldLayoutId xmlns:r="http://schemas.openxmlformats.org/officeDocument/2006/relationships" id="2147483654" r:id="Rbc0df510817144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2e504918c4eb8" /><Relationship Type="http://schemas.openxmlformats.org/officeDocument/2006/relationships/notesSlide" Target="/ppt/notesSlides/notesSlide1.xml" Id="Rf455a3e0d8954d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611c995c64287" /><Relationship Type="http://schemas.openxmlformats.org/officeDocument/2006/relationships/notesSlide" Target="/ppt/notesSlides/notesSlide2.xml" Id="Rb915b2e8005a48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a62418b464e86" /><Relationship Type="http://schemas.openxmlformats.org/officeDocument/2006/relationships/notesSlide" Target="/ppt/notesSlides/notesSlide3.xml" Id="R2229def0a47840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d9bda7dd74436" /><Relationship Type="http://schemas.openxmlformats.org/officeDocument/2006/relationships/notesSlide" Target="/ppt/notesSlides/notesSlide4.xml" Id="R7034d8ee60fd4d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1038d005344b6" /><Relationship Type="http://schemas.openxmlformats.org/officeDocument/2006/relationships/notesSlide" Target="/ppt/notesSlides/notesSlide5.xml" Id="R33445b4693ff4e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f8653fb4745a6" /><Relationship Type="http://schemas.openxmlformats.org/officeDocument/2006/relationships/notesSlide" Target="/ppt/notesSlides/notesSlide6.xml" Id="Rd9ea257495d840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e2cc0219b422f" /><Relationship Type="http://schemas.openxmlformats.org/officeDocument/2006/relationships/notesSlide" Target="/ppt/notesSlides/notesSlide7.xml" Id="Rec4be4a71bb94c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f11250b604aa4" /><Relationship Type="http://schemas.openxmlformats.org/officeDocument/2006/relationships/notesSlide" Target="/ppt/notesSlides/notesSlide8.xml" Id="Rff951a44b9634a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16be549ef4eb0" /><Relationship Type="http://schemas.openxmlformats.org/officeDocument/2006/relationships/notesSlide" Target="/ppt/notesSlides/notesSlide9.xml" Id="Rdc57c33fe78f42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1f131137648d0" /><Relationship Type="http://schemas.openxmlformats.org/officeDocument/2006/relationships/notesSlide" Target="/ppt/notesSlides/notesSlide10.xml" Id="R7487194e930a40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fc03929184ac7" /><Relationship Type="http://schemas.openxmlformats.org/officeDocument/2006/relationships/notesSlide" Target="/ppt/notesSlides/notesSlide11.xml" Id="R709288c2867549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1488628b547de" /><Relationship Type="http://schemas.openxmlformats.org/officeDocument/2006/relationships/notesSlide" Target="/ppt/notesSlides/notesSlide12.xml" Id="Ra253a747171e4b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6dd7aafe64ffa" /><Relationship Type="http://schemas.openxmlformats.org/officeDocument/2006/relationships/notesSlide" Target="/ppt/notesSlides/notesSlide13.xml" Id="R11225cff496745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23ed04dc049dd" /><Relationship Type="http://schemas.openxmlformats.org/officeDocument/2006/relationships/notesSlide" Target="/ppt/notesSlides/notesSlide14.xml" Id="Rb7714c5a980346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bd3b695b241c6" /><Relationship Type="http://schemas.openxmlformats.org/officeDocument/2006/relationships/notesSlide" Target="/ppt/notesSlides/notesSlide15.xml" Id="R826238d755464d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d1c1b72b645f7" /><Relationship Type="http://schemas.openxmlformats.org/officeDocument/2006/relationships/notesSlide" Target="/ppt/notesSlides/notesSlide16.xml" Id="R8ab44bd01d444d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3603a59f7470c" /><Relationship Type="http://schemas.openxmlformats.org/officeDocument/2006/relationships/notesSlide" Target="/ppt/notesSlides/notesSlide17.xml" Id="R0f62570aa0854c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17b3bbeef4877" /><Relationship Type="http://schemas.openxmlformats.org/officeDocument/2006/relationships/notesSlide" Target="/ppt/notesSlides/notesSlide18.xml" Id="R52548aa0844f43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6ad09b033449c" /><Relationship Type="http://schemas.openxmlformats.org/officeDocument/2006/relationships/notesSlide" Target="/ppt/notesSlides/notesSlide19.xml" Id="Rd00f22eabf2346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1376a28c4e24" /><Relationship Type="http://schemas.openxmlformats.org/officeDocument/2006/relationships/notesSlide" Target="/ppt/notesSlides/notesSlide20.xml" Id="R2fd73d91b4fc45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8c7f093094916" /><Relationship Type="http://schemas.openxmlformats.org/officeDocument/2006/relationships/notesSlide" Target="/ppt/notesSlides/notesSlide21.xml" Id="R0b4a765d247448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d73ccc6444118" /><Relationship Type="http://schemas.openxmlformats.org/officeDocument/2006/relationships/image" Target="/ppt/media/image.png" Id="Rb2bf036620b44c06" /><Relationship Type="http://schemas.openxmlformats.org/officeDocument/2006/relationships/notesSlide" Target="/ppt/notesSlides/notesSlide22.xml" Id="R409ecabb055842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9857cda7f4b36" /><Relationship Type="http://schemas.openxmlformats.org/officeDocument/2006/relationships/notesSlide" Target="/ppt/notesSlides/notesSlide23.xml" Id="R8a133182b61846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8266873f54883" /><Relationship Type="http://schemas.openxmlformats.org/officeDocument/2006/relationships/notesSlide" Target="/ppt/notesSlides/notesSlide24.xml" Id="R151fbd01b453423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ef7e2ee094988" /><Relationship Type="http://schemas.openxmlformats.org/officeDocument/2006/relationships/image" Target="/ppt/media/image2.png" Id="R465d8122fc414533" /><Relationship Type="http://schemas.openxmlformats.org/officeDocument/2006/relationships/notesSlide" Target="/ppt/notesSlides/notesSlide25.xml" Id="Rc0367d51fbcf447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8479776654ead" /><Relationship Type="http://schemas.openxmlformats.org/officeDocument/2006/relationships/notesSlide" Target="/ppt/notesSlides/notesSlide26.xml" Id="R8fae355db14148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半導体チャンバー内の粒子輸送計算">
            <a:extLst xmlns:a="http://schemas.openxmlformats.org/drawingml/2006/main">
              <a:ext uri="{FF2B5EF4-FFF2-40B4-BE49-F238E27FC236}">
                <a16:creationId xmlns:a16="http://schemas.microsoft.com/office/drawing/2014/main" id="{ADF222AF-C376-4B16-B0C9-7C5187BD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半導体チャンバー内の粒子輸送計算</a:t>
            </a:r>
          </a:p>
        </p:txBody>
      </p:sp>
      <p:sp>
        <p:nvSpPr>
          <p:cNvPr id="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68E82FE-03AC-411E-BB44-5C4E586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3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4540CCD8-AD16-44EC-B489-B321E27E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EC572B4-577F-4334-ABCC-1B9A4A3D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5" name="計算コードの構成・物理モデル・数値処理">
            <a:extLst xmlns:a="http://schemas.openxmlformats.org/drawingml/2006/main">
              <a:ext uri="{FF2B5EF4-FFF2-40B4-BE49-F238E27FC236}">
                <a16:creationId xmlns:a16="http://schemas.microsoft.com/office/drawing/2014/main" id="{5300E280-7D0A-4A14-8A66-44DFE7CC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計算コードの構成・物理モデル・数値処理</a:t>
            </a:r>
          </a:p>
        </p:txBody>
      </p:sp>
      <p:sp>
        <p:nvSpPr>
          <p:cNvPr id="6" name="外部で求めた場を利用し、粒子の到達先と経路を比較する">
            <a:extLst xmlns:a="http://schemas.openxmlformats.org/drawingml/2006/main">
              <a:ext uri="{FF2B5EF4-FFF2-40B4-BE49-F238E27FC236}">
                <a16:creationId xmlns:a16="http://schemas.microsoft.com/office/drawing/2014/main" id="{D60128A2-2964-4F00-AB5E-1F642D0E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外部で求めた場を利用し、粒子の到達先と経路を比較する</a:t>
            </a:r>
          </a:p>
        </p:txBody>
      </p:sp>
      <p:sp>
        <p:nvSpPr>
          <p:cNvPr id="7" name="技術説明 14枚 ＋ 編集可能な概念図 12枚">
            <a:extLst xmlns:a="http://schemas.openxmlformats.org/drawingml/2006/main">
              <a:ext uri="{FF2B5EF4-FFF2-40B4-BE49-F238E27FC236}">
                <a16:creationId xmlns:a16="http://schemas.microsoft.com/office/drawing/2014/main" id="{94A91D45-5D47-49A1-A859-803C73C7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技術説明 14枚 ＋ 編集可能な概念図 12枚</a:t>
            </a:r>
          </a:p>
        </p:txBody>
      </p:sp>
      <p:sp>
        <p:nvSpPr>
          <p:cNvPr id="8" name="対象：静的2次元 XY / RZ子午面　　2026年10月7日">
            <a:extLst xmlns:a="http://schemas.openxmlformats.org/drawingml/2006/main">
              <a:ext uri="{FF2B5EF4-FFF2-40B4-BE49-F238E27FC236}">
                <a16:creationId xmlns:a16="http://schemas.microsoft.com/office/drawing/2014/main" id="{BBA126F6-270E-49DB-AE1B-FC176662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29375"/>
            <a:ext cx="1314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対象：静的2次元 XY / RZ子午面　　2026年10月7日</a:t>
            </a:r>
          </a:p>
        </p:txBody>
      </p:sp>
    </p:spTree>
    <p:extLst>
      <p:ext uri="{BB962C8B-B14F-4D97-AF65-F5344CB8AC3E}">
        <p14:creationId xmlns:p14="http://schemas.microsoft.com/office/powerpoint/2010/main" val="1345306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装置開発で扱える問い">
            <a:extLst xmlns:a="http://schemas.openxmlformats.org/drawingml/2006/main">
              <a:ext uri="{FF2B5EF4-FFF2-40B4-BE49-F238E27FC236}">
                <a16:creationId xmlns:a16="http://schemas.microsoft.com/office/drawing/2014/main" id="{E5BAD10F-4747-47DF-9482-F6674F6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装置開発で扱える問い</a:t>
            </a:r>
          </a:p>
        </p:txBody>
      </p:sp>
      <p:sp>
        <p:nvSpPr>
          <p:cNvPr id="2" name="発生源・粒径・場・壁面則を変え、ウェハーへ届く粒子の経路と到達率を比較できる">
            <a:extLst xmlns:a="http://schemas.openxmlformats.org/drawingml/2006/main">
              <a:ext uri="{FF2B5EF4-FFF2-40B4-BE49-F238E27FC236}">
                <a16:creationId xmlns:a16="http://schemas.microsoft.com/office/drawing/2014/main" id="{67DA603C-61D3-4846-BF9D-F43BCA27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発生源・粒径・場・壁面則を変え、ウェハーへ届く粒子の経路と到達率を比較できる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BC58BD8-800F-4050-92C0-07A0D912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C26E761E-2649-4E7E-A305-55C7987F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891EA969-9C71-417A-B2CA-E53F5A5A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40208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048250"/>
                <a:gridCol w="6305550"/>
              </a:tblGrid>
              <a:tr h="552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知りたいこと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入力・変更する条件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計算結果から判断できること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どこからウェハーへ届くか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発生候補ごとの位置・放出時刻・速度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到達位置・到達率から、寄与する発生候補を絞る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どの粒子が到達しやすいか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質量・抗力径・電気半径・初期電荷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粒子特性ごとの付着・排出・滞留の違いを調べる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運転条件で輸送がどう変わるか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各条件で外部計算した流れ・電場・熱流束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軌道と終状態を比較し、輸送を変える場を調べる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反射が到達先をどう変えるか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付着確率・反発係数・出口の境界条件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再飛行後の到達先と、付着／排出の割合を比較する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本コードが出力するevent・終状態を外部集計する。発生源の逆推定には別途、観測との比較処理が必">
            <a:extLst xmlns:a="http://schemas.openxmlformats.org/drawingml/2006/main">
              <a:ext uri="{FF2B5EF4-FFF2-40B4-BE49-F238E27FC236}">
                <a16:creationId xmlns:a16="http://schemas.microsoft.com/office/drawing/2014/main" id="{5CF1FDA0-D2E5-4F70-863E-DB711D49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0"/>
            <a:ext cx="1402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本コードが出力するevent・終状態を外部集計する。発生源の逆推定には別途、観測との比較処理が必要</a:t>
            </a:r>
          </a:p>
        </p:txBody>
      </p:sp>
    </p:spTree>
    <p:extLst>
      <p:ext uri="{BB962C8B-B14F-4D97-AF65-F5344CB8AC3E}">
        <p14:creationId xmlns:p14="http://schemas.microsoft.com/office/powerpoint/2010/main" val="1268263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コード構成と責務">
            <a:extLst xmlns:a="http://schemas.openxmlformats.org/drawingml/2006/main">
              <a:ext uri="{FF2B5EF4-FFF2-40B4-BE49-F238E27FC236}">
                <a16:creationId xmlns:a16="http://schemas.microsoft.com/office/drawing/2014/main" id="{B4E0C957-DCDF-45A4-A754-D5406AE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コード構成と責務</a:t>
            </a:r>
          </a:p>
        </p:txBody>
      </p:sp>
      <p:sp>
        <p:nvSpPr>
          <p:cNvPr id="2" name="外部場と粒子条件を入力し、電荷と運動を計算して到達イベントを保存する">
            <a:extLst xmlns:a="http://schemas.openxmlformats.org/drawingml/2006/main">
              <a:ext uri="{FF2B5EF4-FFF2-40B4-BE49-F238E27FC236}">
                <a16:creationId xmlns:a16="http://schemas.microsoft.com/office/drawing/2014/main" id="{524B6117-2BB1-459D-A9C9-5DAE2D75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外部場と粒子条件を入力し、電荷と運動を計算して到達イベントを保存する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D2466F0-EFA7-422B-8FF9-917D916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C1D3DED6-B61D-4CA9-B399-409D5CA7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8AAF7697-8483-4BBD-8140-87D5763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402080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762625"/>
                <a:gridCol w="5781675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担当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主なモジュール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責務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入力と初期条件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case / case_format / sources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設定・SI単位・放出粒子の確定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空間情報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fields / geometry / coordinates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場の補間、領域検索、XY/RZ変換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物理量の評価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physics/charge / forces / runtime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電荷変化率、抗力緩和率、追加加速度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時間と接触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integrators / events / boundaries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候補経路、最初の接触、壁面応答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実行・保存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engine / cpu / rng / output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粒子更新、乱数、確定状態と再開情報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40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入力データと外部計算の役割">
            <a:extLst xmlns:a="http://schemas.openxmlformats.org/drawingml/2006/main">
              <a:ext uri="{FF2B5EF4-FFF2-40B4-BE49-F238E27FC236}">
                <a16:creationId xmlns:a16="http://schemas.microsoft.com/office/drawing/2014/main" id="{3494DABA-2D57-48A0-A724-E54BE1AA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入力データと外部計算の役割</a:t>
            </a:r>
          </a:p>
        </p:txBody>
      </p:sp>
      <p:sp>
        <p:nvSpPr>
          <p:cNvPr id="2" name="CFD・プラズマ計算の結果を取り込み、同じ場で粒子条件と壁面則を変更できる">
            <a:extLst xmlns:a="http://schemas.openxmlformats.org/drawingml/2006/main">
              <a:ext uri="{FF2B5EF4-FFF2-40B4-BE49-F238E27FC236}">
                <a16:creationId xmlns:a16="http://schemas.microsoft.com/office/drawing/2014/main" id="{F80FBB0D-FFB0-4118-9E29-0082090B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CFD・プラズマ計算の結果を取り込み、同じ場で粒子条件と壁面則を変更できる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24E8A2-DFCC-44FF-AF25-B39107A0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E08FFCD7-1EFE-4F9B-BA6B-5E032D9F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79167758-3B37-4FDF-B004-676654E3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402080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6000750"/>
                <a:gridCol w="5495925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入力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内容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本コードでの利用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YAML設定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モデルrevision・時間刻み・出力・境界則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計算方法と適用条件を固定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形状／境界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2D volume mesh、材料境界line2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領域内判定、最初の壁面接触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静的な場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E、u、密度、温度、熱流束など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各積分段階の粒子位置で補間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粒子／放出条件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位置・速度・Z・質量・各種寸法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粒子ごとの状態を初期化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外部で導出する場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∇〈|E|²〉、並進熱流束、方位渦度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DEP・熱泳動・揚力の入力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678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入力から結果までの計算ワークフロー">
            <a:extLst xmlns:a="http://schemas.openxmlformats.org/drawingml/2006/main">
              <a:ext uri="{FF2B5EF4-FFF2-40B4-BE49-F238E27FC236}">
                <a16:creationId xmlns:a16="http://schemas.microsoft.com/office/drawing/2014/main" id="{FF31C94D-9396-42B2-B037-60564679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入力から結果までの計算ワークフロー</a:t>
            </a:r>
          </a:p>
        </p:txBody>
      </p:sp>
      <p:sp>
        <p:nvSpPr>
          <p:cNvPr id="2" name="公開APIは load_case・simulate・open_result の3つ">
            <a:extLst xmlns:a="http://schemas.openxmlformats.org/drawingml/2006/main">
              <a:ext uri="{FF2B5EF4-FFF2-40B4-BE49-F238E27FC236}">
                <a16:creationId xmlns:a16="http://schemas.microsoft.com/office/drawing/2014/main" id="{0B674ACF-2C59-4D4A-A642-647F3055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公開APIは load_case・simulate・open_result の3つ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59AA00-E219-42B0-BB5F-8E66A06D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5E228400-52C8-4884-988F-01508CC9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B4600824-0FFA-4946-9248-3457E1CA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402080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857875"/>
                <a:gridCol w="5495925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工程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処理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確認・確定するもの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  load_case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YAML / HDF5を読み込む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schema、hash、参照、静的入力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  prepare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場・形状・モデル・メモリを準備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組合せ、適用域、安定性、領域被覆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  release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固定IDで粒子を有効化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放出時刻、初期状態、乱数識別子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  simulate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積分とイベント処理を繰り返す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受理した状態、付着・排出・失敗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  open_result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保存結果を読み、外部で集計する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軌道、電荷、到達点、粒子の終状態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246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粒子の1ステップで計算すること">
            <a:extLst xmlns:a="http://schemas.openxmlformats.org/drawingml/2006/main">
              <a:ext uri="{FF2B5EF4-FFF2-40B4-BE49-F238E27FC236}">
                <a16:creationId xmlns:a16="http://schemas.microsoft.com/office/drawing/2014/main" id="{36E36287-C102-4CCD-BD77-15531352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粒子の1ステップで計算すること</a:t>
            </a:r>
          </a:p>
        </p:txBody>
      </p:sp>
      <p:sp>
        <p:nvSpPr>
          <p:cNvPr id="2" name="場・電荷・力を同じ評価状態で計算し、受理後に保存する">
            <a:extLst xmlns:a="http://schemas.openxmlformats.org/drawingml/2006/main">
              <a:ext uri="{FF2B5EF4-FFF2-40B4-BE49-F238E27FC236}">
                <a16:creationId xmlns:a16="http://schemas.microsoft.com/office/drawing/2014/main" id="{619E795F-992A-4213-96F3-AEB27325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場・電荷・力を同じ評価状態で計算し、受理後に保存する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2B683D-BCC5-4212-A81A-7D8BDDE6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82101FB0-8781-440D-A081-E8F547DD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85CB7EE8-A1F9-4120-8970-39356C6A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35438-2639-41E5-94D4-18667C0C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4095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AD6DF"/>
            </a:solidFill>
          </a:ln>
        </p:spPr>
      </p:sp>
      <p:sp>
        <p:nvSpPr>
          <p:cNvPr id="7" name="① 場を補間">
            <a:extLst xmlns:a="http://schemas.openxmlformats.org/drawingml/2006/main">
              <a:ext uri="{FF2B5EF4-FFF2-40B4-BE49-F238E27FC236}">
                <a16:creationId xmlns:a16="http://schemas.microsoft.com/office/drawing/2014/main" id="{FBCCDA5A-1CB9-4ED4-A434-08D17046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① 場を補間</a:t>
            </a:r>
          </a:p>
        </p:txBody>
      </p:sp>
      <p:sp>
        <p:nvSpPr>
          <p:cNvPr id="8" name="x, v, Z を評価点へ">
            <a:extLst xmlns:a="http://schemas.openxmlformats.org/drawingml/2006/main">
              <a:ext uri="{FF2B5EF4-FFF2-40B4-BE49-F238E27FC236}">
                <a16:creationId xmlns:a16="http://schemas.microsoft.com/office/drawing/2014/main" id="{98AA00DC-3CC2-42AD-8F11-6D2163E0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x, v, Z を評価点へ</a:t>
            </a:r>
          </a:p>
        </p:txBody>
      </p:sp>
      <p:sp>
        <p:nvSpPr>
          <p:cNvPr id="9" name="fields">
            <a:extLst xmlns:a="http://schemas.openxmlformats.org/drawingml/2006/main">
              <a:ext uri="{FF2B5EF4-FFF2-40B4-BE49-F238E27FC236}">
                <a16:creationId xmlns:a16="http://schemas.microsoft.com/office/drawing/2014/main" id="{732BBD58-A050-4995-8D5C-FE1FEBE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fields</a:t>
            </a:r>
          </a:p>
        </p:txBody>
      </p:sp>
      <p:sp>
        <p:nvSpPr>
          <p:cNvPr id="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DE4AC0-8586-47B8-9B77-EB492587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" cy="95"/>
          </a:xfrm>
          <a:custGeom xmlns:a="http://schemas.openxmlformats.org/drawingml/2006/main">
            <a:pathLst>
              <a:path w="619125" h="9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F49"/>
            </a:solidFill>
            <a:prstDash val="solid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21E7CB-1B70-47B8-9C5A-9220926F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81801"/>
            <a:ext cx="104775" cy="94297"/>
          </a:xfrm>
          <a:custGeom xmlns:a="http://schemas.openxmlformats.org/drawingml/2006/main">
            <a:pathLst>
              <a:path w="104775" h="94297">
                <a:moveTo>
                  <a:pt x="104775" y="47149"/>
                </a:moveTo>
                <a:lnTo>
                  <a:pt x="0" y="0"/>
                </a:lnTo>
                <a:lnTo>
                  <a:pt x="0" y="94297"/>
                </a:lnTo>
                <a:close/>
              </a:path>
            </a:pathLst>
          </a:custGeom>
          <a:solidFill xmlns:a="http://schemas.openxmlformats.org/drawingml/2006/main">
            <a:srgbClr val="172F49"/>
          </a:solidFill>
          <a:ln xmlns:a="http://schemas.openxmlformats.org/drawingml/2006/main" w="9525">
            <a:solidFill>
              <a:srgbClr val="172F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BC711-7B65-4A78-8C30-ADC872C1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8375"/>
            <a:ext cx="4095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AD6DF"/>
            </a:solidFill>
          </a:ln>
        </p:spPr>
      </p:sp>
      <p:sp>
        <p:nvSpPr>
          <p:cNvPr id="13" name="② 物理量を評価">
            <a:extLst xmlns:a="http://schemas.openxmlformats.org/drawingml/2006/main">
              <a:ext uri="{FF2B5EF4-FFF2-40B4-BE49-F238E27FC236}">
                <a16:creationId xmlns:a16="http://schemas.microsoft.com/office/drawing/2014/main" id="{7BDF2424-DC7C-47C1-B628-26C94963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526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② 物理量を評価</a:t>
            </a:r>
          </a:p>
        </p:txBody>
      </p:sp>
      <p:sp>
        <p:nvSpPr>
          <p:cNvPr id="14" name="dZ/dt、抗力、ΣF">
            <a:extLst xmlns:a="http://schemas.openxmlformats.org/drawingml/2006/main">
              <a:ext uri="{FF2B5EF4-FFF2-40B4-BE49-F238E27FC236}">
                <a16:creationId xmlns:a16="http://schemas.microsoft.com/office/drawing/2014/main" id="{78731E1E-8F82-416F-9A85-61936F10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dZ/dt、抗力、ΣF</a:t>
            </a:r>
          </a:p>
        </p:txBody>
      </p:sp>
      <p:sp>
        <p:nvSpPr>
          <p:cNvPr id="15" name="physics">
            <a:extLst xmlns:a="http://schemas.openxmlformats.org/drawingml/2006/main">
              <a:ext uri="{FF2B5EF4-FFF2-40B4-BE49-F238E27FC236}">
                <a16:creationId xmlns:a16="http://schemas.microsoft.com/office/drawing/2014/main" id="{89BC3807-D7E3-4760-B75D-EAFC2BC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52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physics</a:t>
            </a:r>
          </a:p>
        </p:txBody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AA7DFD-165C-4991-8480-391AC5C8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619125" cy="95"/>
          </a:xfrm>
          <a:custGeom xmlns:a="http://schemas.openxmlformats.org/drawingml/2006/main">
            <a:pathLst>
              <a:path w="619125" h="9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F49"/>
            </a:solidFill>
            <a:prstDash val="solid"/>
          </a:ln>
        </p:spPr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EBE8180-ABDF-4B09-8159-AB6D8EE1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81801"/>
            <a:ext cx="104775" cy="94297"/>
          </a:xfrm>
          <a:custGeom xmlns:a="http://schemas.openxmlformats.org/drawingml/2006/main">
            <a:pathLst>
              <a:path w="104775" h="94297">
                <a:moveTo>
                  <a:pt x="104775" y="47149"/>
                </a:moveTo>
                <a:lnTo>
                  <a:pt x="0" y="0"/>
                </a:lnTo>
                <a:lnTo>
                  <a:pt x="0" y="94297"/>
                </a:lnTo>
                <a:close/>
              </a:path>
            </a:pathLst>
          </a:custGeom>
          <a:solidFill xmlns:a="http://schemas.openxmlformats.org/drawingml/2006/main">
            <a:srgbClr val="172F49"/>
          </a:solidFill>
          <a:ln xmlns:a="http://schemas.openxmlformats.org/drawingml/2006/main" w="9525">
            <a:solidFill>
              <a:srgbClr val="172F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7CBAD-32B2-4F14-8403-E60C5F96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238375"/>
            <a:ext cx="4095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AD6DF"/>
            </a:solidFill>
          </a:ln>
        </p:spPr>
      </p:sp>
      <p:sp>
        <p:nvSpPr>
          <p:cNvPr id="19" name="③ 候補経路を生成">
            <a:extLst xmlns:a="http://schemas.openxmlformats.org/drawingml/2006/main">
              <a:ext uri="{FF2B5EF4-FFF2-40B4-BE49-F238E27FC236}">
                <a16:creationId xmlns:a16="http://schemas.microsoft.com/office/drawing/2014/main" id="{81ADA14D-F79D-4707-91F6-4594DABF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526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③ 候補経路を生成</a:t>
            </a:r>
          </a:p>
        </p:txBody>
      </p:sp>
      <p:sp>
        <p:nvSpPr>
          <p:cNvPr id="20" name="x(t), v(t), Z(t)">
            <a:extLst xmlns:a="http://schemas.openxmlformats.org/drawingml/2006/main">
              <a:ext uri="{FF2B5EF4-FFF2-40B4-BE49-F238E27FC236}">
                <a16:creationId xmlns:a16="http://schemas.microsoft.com/office/drawing/2014/main" id="{AA54C036-3922-4A4B-9BAB-ABAF426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765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x(t), v(t), Z(t)</a:t>
            </a:r>
          </a:p>
        </p:txBody>
      </p:sp>
      <p:sp>
        <p:nvSpPr>
          <p:cNvPr id="21" name="integrators">
            <a:extLst xmlns:a="http://schemas.openxmlformats.org/drawingml/2006/main">
              <a:ext uri="{FF2B5EF4-FFF2-40B4-BE49-F238E27FC236}">
                <a16:creationId xmlns:a16="http://schemas.microsoft.com/office/drawing/2014/main" id="{0907B74A-F89A-41B4-A093-F24F4F47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52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integrators</a:t>
            </a:r>
          </a:p>
        </p:txBody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7B2286-30E9-4FC4-ACBD-5A5323E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895725"/>
            <a:ext cx="95" cy="733425"/>
          </a:xfrm>
          <a:custGeom xmlns:a="http://schemas.openxmlformats.org/drawingml/2006/main">
            <a:pathLst>
              <a:path w="95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F49"/>
            </a:solidFill>
            <a:prstDash val="solid"/>
          </a:ln>
        </p:spPr>
      </p:sp>
      <p:sp>
        <p:nvSpPr>
          <p:cNvPr id="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2D5DD3-5C32-4ADC-9363-D2350A87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851" y="4524375"/>
            <a:ext cx="94298" cy="104775"/>
          </a:xfrm>
          <a:custGeom xmlns:a="http://schemas.openxmlformats.org/drawingml/2006/main">
            <a:pathLst>
              <a:path w="94298" h="104775">
                <a:moveTo>
                  <a:pt x="47149" y="104775"/>
                </a:moveTo>
                <a:lnTo>
                  <a:pt x="942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F49"/>
          </a:solidFill>
          <a:ln xmlns:a="http://schemas.openxmlformats.org/drawingml/2006/main" w="9525">
            <a:solidFill>
              <a:srgbClr val="172F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9D482-8B47-4F93-A8EC-2140C1AC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10125"/>
            <a:ext cx="4095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AD6DF"/>
            </a:solidFill>
          </a:ln>
        </p:spPr>
      </p:sp>
      <p:sp>
        <p:nvSpPr>
          <p:cNvPr id="25" name="④ 最初の接触を探索">
            <a:extLst xmlns:a="http://schemas.openxmlformats.org/drawingml/2006/main">
              <a:ext uri="{FF2B5EF4-FFF2-40B4-BE49-F238E27FC236}">
                <a16:creationId xmlns:a16="http://schemas.microsoft.com/office/drawing/2014/main" id="{17C9AE4D-EC6C-4383-B2C5-193DE0D8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244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④ 最初の接触を探索</a:t>
            </a:r>
          </a:p>
        </p:txBody>
      </p:sp>
      <p:sp>
        <p:nvSpPr>
          <p:cNvPr id="26" name="経路と材料境界・軸">
            <a:extLst xmlns:a="http://schemas.openxmlformats.org/drawingml/2006/main">
              <a:ext uri="{FF2B5EF4-FFF2-40B4-BE49-F238E27FC236}">
                <a16:creationId xmlns:a16="http://schemas.microsoft.com/office/drawing/2014/main" id="{DD5DA682-89BF-4FAB-AD2B-87CA430B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483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経路と材料境界・軸</a:t>
            </a:r>
          </a:p>
        </p:txBody>
      </p:sp>
      <p:sp>
        <p:nvSpPr>
          <p:cNvPr id="27" name="events">
            <a:extLst xmlns:a="http://schemas.openxmlformats.org/drawingml/2006/main">
              <a:ext uri="{FF2B5EF4-FFF2-40B4-BE49-F238E27FC236}">
                <a16:creationId xmlns:a16="http://schemas.microsoft.com/office/drawing/2014/main" id="{466012B3-EF7B-4B1F-AE71-6D398076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24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events</a:t>
            </a:r>
          </a:p>
        </p:txBody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A7D2D2-921D-49F4-9EE9-EA459B7F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00700"/>
            <a:ext cx="619125" cy="95"/>
          </a:xfrm>
          <a:custGeom xmlns:a="http://schemas.openxmlformats.org/drawingml/2006/main">
            <a:pathLst>
              <a:path w="619125" h="95">
                <a:moveTo>
                  <a:pt x="619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F49"/>
            </a:solidFill>
            <a:prstDash val="solid"/>
          </a:ln>
        </p:spPr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629FB8D-EBE9-4A14-ACA0-EA79C4D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53551"/>
            <a:ext cx="104775" cy="94298"/>
          </a:xfrm>
          <a:custGeom xmlns:a="http://schemas.openxmlformats.org/drawingml/2006/main">
            <a:pathLst>
              <a:path w="104775" h="94298">
                <a:moveTo>
                  <a:pt x="0" y="47149"/>
                </a:moveTo>
                <a:lnTo>
                  <a:pt x="104775" y="94298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172F49"/>
          </a:solidFill>
          <a:ln xmlns:a="http://schemas.openxmlformats.org/drawingml/2006/main" w="9525">
            <a:solidFill>
              <a:srgbClr val="172F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6670E-29BB-45D8-BD4E-57037790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10125"/>
            <a:ext cx="4095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AD6DF"/>
            </a:solidFill>
          </a:ln>
        </p:spPr>
      </p:sp>
      <p:sp>
        <p:nvSpPr>
          <p:cNvPr id="31" name="⑤ 応答と残時間">
            <a:extLst xmlns:a="http://schemas.openxmlformats.org/drawingml/2006/main">
              <a:ext uri="{FF2B5EF4-FFF2-40B4-BE49-F238E27FC236}">
                <a16:creationId xmlns:a16="http://schemas.microsoft.com/office/drawing/2014/main" id="{F5AADBBA-504F-4FC8-B23A-8B81ECB4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244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⑤ 応答と残時間</a:t>
            </a:r>
          </a:p>
        </p:txBody>
      </p:sp>
      <p:sp>
        <p:nvSpPr>
          <p:cNvPr id="32" name="壁面則／軸折り返し">
            <a:extLst xmlns:a="http://schemas.openxmlformats.org/drawingml/2006/main">
              <a:ext uri="{FF2B5EF4-FFF2-40B4-BE49-F238E27FC236}">
                <a16:creationId xmlns:a16="http://schemas.microsoft.com/office/drawing/2014/main" id="{FE8E0097-6042-4CA5-BE66-FA67556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483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壁面則／軸折り返し</a:t>
            </a:r>
          </a:p>
        </p:txBody>
      </p:sp>
      <p:sp>
        <p:nvSpPr>
          <p:cNvPr id="33" name="boundaries">
            <a:extLst xmlns:a="http://schemas.openxmlformats.org/drawingml/2006/main">
              <a:ext uri="{FF2B5EF4-FFF2-40B4-BE49-F238E27FC236}">
                <a16:creationId xmlns:a16="http://schemas.microsoft.com/office/drawing/2014/main" id="{D5A665AE-3C4C-431F-A413-D17F44DB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924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boundaries</a:t>
            </a:r>
          </a:p>
        </p:txBody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478129A-6D05-49F4-87F0-0DC2599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19125" cy="95"/>
          </a:xfrm>
          <a:custGeom xmlns:a="http://schemas.openxmlformats.org/drawingml/2006/main">
            <a:pathLst>
              <a:path w="619125" h="95">
                <a:moveTo>
                  <a:pt x="619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F49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FAB10A-5ADC-460B-B62F-B346374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53551"/>
            <a:ext cx="104775" cy="94298"/>
          </a:xfrm>
          <a:custGeom xmlns:a="http://schemas.openxmlformats.org/drawingml/2006/main">
            <a:pathLst>
              <a:path w="104775" h="94298">
                <a:moveTo>
                  <a:pt x="0" y="47149"/>
                </a:moveTo>
                <a:lnTo>
                  <a:pt x="104775" y="94298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172F49"/>
          </a:solidFill>
          <a:ln xmlns:a="http://schemas.openxmlformats.org/drawingml/2006/main" w="9525">
            <a:solidFill>
              <a:srgbClr val="172F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BF7CD1-0785-4467-8CC2-DDA3049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4095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AD6DF"/>
            </a:solidFill>
          </a:ln>
        </p:spPr>
      </p:sp>
      <p:sp>
        <p:nvSpPr>
          <p:cNvPr id="37" name="⑥ 状態を確定">
            <a:extLst xmlns:a="http://schemas.openxmlformats.org/drawingml/2006/main">
              <a:ext uri="{FF2B5EF4-FFF2-40B4-BE49-F238E27FC236}">
                <a16:creationId xmlns:a16="http://schemas.microsoft.com/office/drawing/2014/main" id="{19B12DD1-6137-4A05-85A7-EE2FEE21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⑥ 状態を確定</a:t>
            </a:r>
          </a:p>
        </p:txBody>
      </p:sp>
      <p:sp>
        <p:nvSpPr>
          <p:cNvPr id="38" name="受理状態・event・hint">
            <a:extLst xmlns:a="http://schemas.openxmlformats.org/drawingml/2006/main">
              <a:ext uri="{FF2B5EF4-FFF2-40B4-BE49-F238E27FC236}">
                <a16:creationId xmlns:a16="http://schemas.microsoft.com/office/drawing/2014/main" id="{73AE1C9C-71AB-4A71-85D6-AD7ABD18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483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受理状態・event・hint</a:t>
            </a:r>
          </a:p>
        </p:txBody>
      </p:sp>
      <p:sp>
        <p:nvSpPr>
          <p:cNvPr id="39" name="engine">
            <a:extLst xmlns:a="http://schemas.openxmlformats.org/drawingml/2006/main">
              <a:ext uri="{FF2B5EF4-FFF2-40B4-BE49-F238E27FC236}">
                <a16:creationId xmlns:a16="http://schemas.microsoft.com/office/drawing/2014/main" id="{9C1B593B-20CE-4AF6-947B-7664ABC9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engine</a:t>
            </a:r>
          </a:p>
        </p:txBody>
      </p:sp>
      <p:sp>
        <p:nvSpPr>
          <p:cNvPr id="40" name="接触時はhit状態を再評価し、反射後の残時間を新しい候補経路で進める">
            <a:extLst xmlns:a="http://schemas.openxmlformats.org/drawingml/2006/main">
              <a:ext uri="{FF2B5EF4-FFF2-40B4-BE49-F238E27FC236}">
                <a16:creationId xmlns:a16="http://schemas.microsoft.com/office/drawing/2014/main" id="{BE5F8E19-79D7-464C-9315-719022B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0"/>
            <a:ext cx="1402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接触時はhit状態を再評価し、反射後の残時間を新しい候補経路で進める</a:t>
            </a:r>
          </a:p>
        </p:txBody>
      </p:sp>
    </p:spTree>
    <p:extLst>
      <p:ext uri="{BB962C8B-B14F-4D97-AF65-F5344CB8AC3E}">
        <p14:creationId xmlns:p14="http://schemas.microsoft.com/office/powerpoint/2010/main" val="1715304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粒子状態と支配方程式">
            <a:extLst xmlns:a="http://schemas.openxmlformats.org/drawingml/2006/main">
              <a:ext uri="{FF2B5EF4-FFF2-40B4-BE49-F238E27FC236}">
                <a16:creationId xmlns:a16="http://schemas.microsoft.com/office/drawing/2014/main" id="{611DD105-890A-44B6-B764-E9918C2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粒子状態と支配方程式</a:t>
            </a:r>
          </a:p>
        </p:txBody>
      </p:sp>
      <p:sp>
        <p:nvSpPr>
          <p:cNvPr id="2" name="各粒子の位置・速度・連続平均電荷を追跡する">
            <a:extLst xmlns:a="http://schemas.openxmlformats.org/drawingml/2006/main">
              <a:ext uri="{FF2B5EF4-FFF2-40B4-BE49-F238E27FC236}">
                <a16:creationId xmlns:a16="http://schemas.microsoft.com/office/drawing/2014/main" id="{AC60E163-80AD-4944-B3C0-1F3A5828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各粒子の位置・速度・連続平均電荷を追跡する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12D77F-B5F0-43DE-A835-32E10A6D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0C93A46B-BF2E-4004-8D41-1629FBED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3D17D0CC-82E6-4B22-87DE-002867E6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dx/dt = v       mₚ dv/dt = Fdrag + ΣFadd       q">
            <a:extLst xmlns:a="http://schemas.openxmlformats.org/drawingml/2006/main">
              <a:ext uri="{FF2B5EF4-FFF2-40B4-BE49-F238E27FC236}">
                <a16:creationId xmlns:a16="http://schemas.microsoft.com/office/drawing/2014/main" id="{0F2BCE34-FB04-4336-9601-B1821F88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76AA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850" b="0">
                <a:solidFill>
                  <a:srgbClr val="176AA5"/>
                </a:solidFill>
                <a:latin typeface="Noto Sans CJK JP"/>
                <a:ea typeface="Noto Sans CJK JP"/>
                <a:cs typeface="Noto Sans CJK JP"/>
              </a:rPr>
              <a:t>dx/dt = v       mₚ dv/dt = Fdrag + ΣFadd       q = eZ</a:t>
            </a:r>
          </a:p>
        </p:txBody>
      </p:sp>
      <p:sp>
        <p:nvSpPr>
          <p:cNvPr id="7" name="dZ/dt = Γ₊ − Γe − Γ₋       （Γ₋ は三電流モデルで追加）">
            <a:extLst xmlns:a="http://schemas.openxmlformats.org/drawingml/2006/main">
              <a:ext uri="{FF2B5EF4-FFF2-40B4-BE49-F238E27FC236}">
                <a16:creationId xmlns:a16="http://schemas.microsoft.com/office/drawing/2014/main" id="{1421A03E-1DA6-441A-8313-F3A96D8F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76AA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550" b="0">
                <a:solidFill>
                  <a:srgbClr val="176AA5"/>
                </a:solidFill>
                <a:latin typeface="Noto Sans CJK JP"/>
                <a:ea typeface="Noto Sans CJK JP"/>
                <a:cs typeface="Noto Sans CJK JP"/>
              </a:rPr>
              <a:t>dZ/dt = Γ₊ − Γe − Γ₋       （Γ₋ は三電流モデルで追加）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3762375"/>
          <a:ext xmlns:a="http://schemas.openxmlformats.org/drawingml/2006/main" cx="14020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5715000"/>
                <a:gridCol w="5686425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粒子属性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役割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注意点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mₚ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慣性を決める質量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計算中に粒径から再構成しない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d_drag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気体との抗力・熱泳動の寸法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電気半径と独立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a_elec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帯電・Coulomb相互作用・DEPの寸法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点粒子の接触位置を膨張させない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Vdisp / Z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浮力の排除体積 / 実数の電荷数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固定電荷は dZ/dt = 0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921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中性気体抗力の選択">
            <a:extLst xmlns:a="http://schemas.openxmlformats.org/drawingml/2006/main">
              <a:ext uri="{FF2B5EF4-FFF2-40B4-BE49-F238E27FC236}">
                <a16:creationId xmlns:a16="http://schemas.microsoft.com/office/drawing/2014/main" id="{F5D7F75A-BE72-4669-AAD7-B3D27A8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中性気体抗力の選択</a:t>
            </a:r>
          </a:p>
        </p:txBody>
      </p:sp>
      <p:sp>
        <p:nvSpPr>
          <p:cNvPr id="2" name="低圧の自由分子流はEpstein、対応する空気・低Re条件はStokes–Cunninghamで">
            <a:extLst xmlns:a="http://schemas.openxmlformats.org/drawingml/2006/main">
              <a:ext uri="{FF2B5EF4-FFF2-40B4-BE49-F238E27FC236}">
                <a16:creationId xmlns:a16="http://schemas.microsoft.com/office/drawing/2014/main" id="{5427293C-900F-4204-B14A-FB5B1F0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低圧の自由分子流はEpstein、対応する空気・低Re条件はStokes–Cunninghamで計算する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19AC26-4D3F-4911-9EE5-9F766CCE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1CBC0F5A-133F-4D81-B48C-BDB3AFD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FC454C5E-E976-43C8-8E52-3BFFF44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402080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6096000"/>
                <a:gridCol w="49244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モデル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計算式・意味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必要入力／適用域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433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線形Epstein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 = β(u_g−v)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β = (4π/3)a²ρ_g c̄ δ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ρ_g, T_g, u_g, λ_g, m_g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自由分子・低相対速度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33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有限速度Epstein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 = β₀[G(S)+σ_Rπ/8](u_g−v)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 = |u_g−v|/√(2kBT_g/m_g)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Maxwell混合表面則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自由分子、T_w = T_g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433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有効気体Epstein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線形式に有効気体の物性を入力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外部で有効気体近似を定義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感度評価用revision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33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Stokes–Cunningham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 = (3πμdₚ/Cc)(u_g−v)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空気用slip相関、低Re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0.03 ≤ λ/a ≤ 7.2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9452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帯電モデルの方程式と選択">
            <a:extLst xmlns:a="http://schemas.openxmlformats.org/drawingml/2006/main">
              <a:ext uri="{FF2B5EF4-FFF2-40B4-BE49-F238E27FC236}">
                <a16:creationId xmlns:a16="http://schemas.microsoft.com/office/drawing/2014/main" id="{7F6AA398-66C7-4EEC-90B7-F3659E38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帯電モデルの方程式と選択</a:t>
            </a:r>
          </a:p>
        </p:txBody>
      </p:sp>
      <p:sp>
        <p:nvSpPr>
          <p:cNvPr id="2" name="局所プラズマ中での電荷変化を計算し、電場力とイオン抗力へ反映できる">
            <a:extLst xmlns:a="http://schemas.openxmlformats.org/drawingml/2006/main">
              <a:ext uri="{FF2B5EF4-FFF2-40B4-BE49-F238E27FC236}">
                <a16:creationId xmlns:a16="http://schemas.microsoft.com/office/drawing/2014/main" id="{9A6E0CDE-7843-49D3-BE6C-B644006B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局所プラズマ中での電荷変化を計算し、電場力とイオン抗力へ反映できる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C8362D-096C-456D-9E37-15CF9BF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443DF6D5-0C27-4CEA-A122-FF1D7E8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0B1F19F8-74BB-4205-9318-4E6323F1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40208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6096000"/>
                <a:gridCol w="46863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モデル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電荷変化率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主な入力・前提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固定電荷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dZ/dt = 0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初期Zを保持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静止Maxwellian OML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Γi = Ai(1−φ/Vi), Γe = Ae exp(φ/Ve)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dZ/dt = Γi−Γe  （表示はφ≤0枝）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n_e, n_i, T_e, T_i, m_i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単一・単価正イオン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ドリフトOML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Γi = Ai[P(s)−(φ/Vi)H(s)]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 = |u_i−v|/√(kBT_i/m_i)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相対イオン速度を反映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非正電位のrevision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集約二電流／三電流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dZ/dt = Γ₊−Γe  ／  Γ₊−Γe−Γ₋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有効イオン物性・遮蔽長を入力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三電流で負イオン収集を追加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ML：φ = Ze / [4πε₀a(1+a/λD)]。正電位枝・厳密関数・適用域はノートに記">
            <a:extLst xmlns:a="http://schemas.openxmlformats.org/drawingml/2006/main">
              <a:ext uri="{FF2B5EF4-FFF2-40B4-BE49-F238E27FC236}">
                <a16:creationId xmlns:a16="http://schemas.microsoft.com/office/drawing/2014/main" id="{3475840B-DCF1-43A3-A84A-AE225063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0"/>
            <a:ext cx="1402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OML：φ = Ze / [4πε₀a(1+a/λD)]。正電位枝・厳密関数・適用域はノートに記載</a:t>
            </a:r>
          </a:p>
        </p:txBody>
      </p:sp>
    </p:spTree>
    <p:extLst>
      <p:ext uri="{BB962C8B-B14F-4D97-AF65-F5344CB8AC3E}">
        <p14:creationId xmlns:p14="http://schemas.microsoft.com/office/powerpoint/2010/main" val="2057389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イオン抗力の捕集項と散乱項">
            <a:extLst xmlns:a="http://schemas.openxmlformats.org/drawingml/2006/main">
              <a:ext uri="{FF2B5EF4-FFF2-40B4-BE49-F238E27FC236}">
                <a16:creationId xmlns:a16="http://schemas.microsoft.com/office/drawing/2014/main" id="{311447BB-3450-42B8-A295-A8E1756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イオン抗力の捕集項と散乱項</a:t>
            </a:r>
          </a:p>
        </p:txBody>
      </p:sp>
      <p:sp>
        <p:nvSpPr>
          <p:cNvPr id="2" name="力の大きさに加えて、どの方向へ作用させるかをモデルで区別する">
            <a:extLst xmlns:a="http://schemas.openxmlformats.org/drawingml/2006/main">
              <a:ext uri="{FF2B5EF4-FFF2-40B4-BE49-F238E27FC236}">
                <a16:creationId xmlns:a16="http://schemas.microsoft.com/office/drawing/2014/main" id="{EFBC7119-7432-4FC3-834B-D6739070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力の大きさに加えて、どの方向へ作用させるかをモデルで区別する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D3F26F-D3F5-49BE-9699-5DA31138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0525D617-067C-46CA-A273-55DD809F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50AB2405-5697-4E4B-BC3C-D2F0AFE3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Fᵢ = nᵢmᵢvₛ [πb_c² + 4πb₉₀² lnΛ] (uᵢ−v)">
            <a:extLst xmlns:a="http://schemas.openxmlformats.org/drawingml/2006/main">
              <a:ext uri="{FF2B5EF4-FFF2-40B4-BE49-F238E27FC236}">
                <a16:creationId xmlns:a16="http://schemas.microsoft.com/office/drawing/2014/main" id="{E59C92B4-4C7E-416D-B8BD-F38BB8E7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6AA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0">
                <a:solidFill>
                  <a:srgbClr val="176AA5"/>
                </a:solidFill>
                <a:latin typeface="Noto Sans CJK JP"/>
                <a:ea typeface="Noto Sans CJK JP"/>
                <a:cs typeface="Noto Sans CJK JP"/>
              </a:rPr>
              <a:t>Fᵢ = nᵢmᵢvₛ [πb_c² + 4πb₉₀² lnΛ] (uᵢ−v)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905125"/>
          <a:ext xmlns:a="http://schemas.openxmlformats.org/drawingml/2006/main" cx="140208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6191250"/>
                <a:gridCol w="4686300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モデル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内容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適用・必要情報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466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Barnes型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捕集断面積＋軌道散乱</a:t>
                      </a:r>
                    </a:p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力は相対流 u_i−v の方向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単一正イオン、Z≤0</a:t>
                      </a:r>
                    </a:p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弱結合・無衝突の受理範囲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66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集約・相対流型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遮蔽・平均自由行程で断面積を制限</a:t>
                      </a:r>
                    </a:p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力は相対流方向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有効イオン物性、遮蔽長、λ_in</a:t>
                      </a:r>
                    </a:p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帯電モデルと場の定義を共有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466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電場方向感度型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捕集項＋image-orbital式</a:t>
                      </a:r>
                    </a:p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力の方向は正規化したE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明示的なモデル形状の感度評価</a:t>
                      </a:r>
                    </a:p>
                    <a:p>
                      <a:r>
                        <a:rPr sz="1950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相対流型との同時選択なし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8" name="上の式はBarnes型の構造。集約型はb_c・b₉₀・遮蔽の定義が異なる">
            <a:extLst xmlns:a="http://schemas.openxmlformats.org/drawingml/2006/main">
              <a:ext uri="{FF2B5EF4-FFF2-40B4-BE49-F238E27FC236}">
                <a16:creationId xmlns:a16="http://schemas.microsoft.com/office/drawing/2014/main" id="{E9AA2395-E4FC-4475-A755-6814B7E7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0"/>
            <a:ext cx="1402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上の式はBarnes型の構造。集約型はb_c・b₉₀・遮蔽の定義が異なる</a:t>
            </a:r>
          </a:p>
        </p:txBody>
      </p:sp>
    </p:spTree>
    <p:extLst>
      <p:ext uri="{BB962C8B-B14F-4D97-AF65-F5344CB8AC3E}">
        <p14:creationId xmlns:p14="http://schemas.microsoft.com/office/powerpoint/2010/main" val="766375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追加の力と必要な外部場">
            <a:extLst xmlns:a="http://schemas.openxmlformats.org/drawingml/2006/main">
              <a:ext uri="{FF2B5EF4-FFF2-40B4-BE49-F238E27FC236}">
                <a16:creationId xmlns:a16="http://schemas.microsoft.com/office/drawing/2014/main" id="{71EE2AB3-B3AA-489E-ABC7-26D4838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追加の力と必要な外部場</a:t>
            </a:r>
          </a:p>
        </p:txBody>
      </p:sp>
      <p:sp>
        <p:nvSpPr>
          <p:cNvPr id="2" name="電場・熱流束・電場勾配・重力が粒子の到達先へ与える影響を調べられる">
            <a:extLst xmlns:a="http://schemas.openxmlformats.org/drawingml/2006/main">
              <a:ext uri="{FF2B5EF4-FFF2-40B4-BE49-F238E27FC236}">
                <a16:creationId xmlns:a16="http://schemas.microsoft.com/office/drawing/2014/main" id="{CAB00699-F3F3-46E5-8037-F944E62B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電場・熱流束・電場勾配・重力が粒子の到達先へ与える影響を調べられる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60035E-3756-4178-828B-9558F94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05BD67F4-89E8-4C1F-B021-DA38BC27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DDD71497-18AE-4EF7-AB46-16B916CC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402080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6381750"/>
                <a:gridCol w="47339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寄与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方程式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必要な外部量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1563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電場力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F_E = ZeE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電場E、状態Z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563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熱泳動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F_th = (32/15)(a²/c̄) q_tr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中性気体の並進伝導熱流束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有効気体版は感度評価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563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誘電泳動 DEP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F_DEP = 2πε_m a³ K_CM ∇〈|E|²〉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電場二乗平均の勾配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媒質誘電率、実数CM係数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563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RZ揚力感度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F_L = K(ωφ eφ)×(u_g−v)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 = C_L πρ_g λ_g a²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方位渦度、気体物性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RZ・no swirl・自由分子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563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重力・浮力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F_gb = (mₚ−ρ_gVdisp)g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気体密度、重力ベクトル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RZの重力は軸方向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7197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時間積分法の役割">
            <a:extLst xmlns:a="http://schemas.openxmlformats.org/drawingml/2006/main">
              <a:ext uri="{FF2B5EF4-FFF2-40B4-BE49-F238E27FC236}">
                <a16:creationId xmlns:a16="http://schemas.microsoft.com/office/drawing/2014/main" id="{B8547807-4BCF-4010-9926-7DAC18D0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時間積分法の役割</a:t>
            </a:r>
          </a:p>
        </p:txBody>
      </p:sp>
      <p:sp>
        <p:nvSpPr>
          <p:cNvPr id="2" name="無力場・連成運動・熱揺らぎに応じて積分法を選び、軌道と接触時刻を計算する">
            <a:extLst xmlns:a="http://schemas.openxmlformats.org/drawingml/2006/main">
              <a:ext uri="{FF2B5EF4-FFF2-40B4-BE49-F238E27FC236}">
                <a16:creationId xmlns:a16="http://schemas.microsoft.com/office/drawing/2014/main" id="{408318F6-2E8A-421A-8F6D-8A926A08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無力場・連成運動・熱揺らぎに応じて積分法を選び、軌道と接触時刻を計算する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54630D4-A073-4697-8A63-C32C426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58DDCDB2-CB39-4648-A0DC-BC8C27FD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EA5C2BFD-8561-4411-B9F9-FB6D5A85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402080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6667500"/>
                <a:gridCol w="463867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方法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更新内容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利用条件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433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厳密な運動経路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無力場の直線／一定加速度の放物線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対応する定数係数ケース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33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固定刻みRK4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4段階で場・力・電荷を再評価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yₙ₊₁=yₙ+h(k₁+2k₂+2k₃+k₄)/6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明示法の安定性条件を満たす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連続電荷はhL_Z≤0.5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433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指数中点法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中点予測で係数を評価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抗力と局所線形電荷を指数更新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緩和を含む運動と電荷の連成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中点を確定状態にはしない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33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OU Langevin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位置・速度の相関ノイズを同時生成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条件付き分割で細分化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線形Epsteinと対応Brownianモデル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XYとRZで対応範囲が異なる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4449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実行効率と結果の再現性">
            <a:extLst xmlns:a="http://schemas.openxmlformats.org/drawingml/2006/main">
              <a:ext uri="{FF2B5EF4-FFF2-40B4-BE49-F238E27FC236}">
                <a16:creationId xmlns:a16="http://schemas.microsoft.com/office/drawing/2014/main" id="{8682F672-0464-487E-8996-3320BE20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実行効率と結果の再現性</a:t>
            </a:r>
          </a:p>
        </p:txBody>
      </p:sp>
      <p:sp>
        <p:nvSpPr>
          <p:cNvPr id="2" name="計算を途中再開でき、粒子群の分割幅や出力頻度を変えても乱数の再現性を保てる">
            <a:extLst xmlns:a="http://schemas.openxmlformats.org/drawingml/2006/main">
              <a:ext uri="{FF2B5EF4-FFF2-40B4-BE49-F238E27FC236}">
                <a16:creationId xmlns:a16="http://schemas.microsoft.com/office/drawing/2014/main" id="{6248255C-B0EB-48F0-A20E-66BE3266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計算を途中再開でき、粒子群の分割幅や出力頻度を変えても乱数の再現性を保てる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422771-EB2D-43A4-821A-E9A8AE5A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AEA420F2-D481-455B-B320-1CD5D9E0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808C2A64-5A21-4DBC-BFF4-CF5C280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402080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619750"/>
                <a:gridCol w="54483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仕組み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実装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利用上の効果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計算経路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単一直列のcompiled CPU engine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Pythonの粒子別呼出しを抑える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メモリ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全粒子の状態を保持し、作業領域を分割再利用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作業領域を上限付きで再利用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乱数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粒子ID＋物理イベントごとの乱数番号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分割幅・出力頻度・再開に依存しない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観測出力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受理済み経路からframe / probeを評価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出力時刻のために計算刻みを分割しない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1468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永続化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結果を分割保存し、再開用の確定状態を記録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途中中断から同一caseを再開できる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980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検証で確認した範囲と装置適用の手順">
            <a:extLst xmlns:a="http://schemas.openxmlformats.org/drawingml/2006/main">
              <a:ext uri="{FF2B5EF4-FFF2-40B4-BE49-F238E27FC236}">
                <a16:creationId xmlns:a16="http://schemas.microsoft.com/office/drawing/2014/main" id="{EF03271B-20DA-4118-9E35-2259E68E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検証で確認した範囲と装置適用の手順</a:t>
            </a:r>
          </a:p>
        </p:txBody>
      </p:sp>
      <p:sp>
        <p:nvSpPr>
          <p:cNvPr id="2" name="数値検証・条件を揃えた比較・実装置の妥当性を段階的に確認する">
            <a:extLst xmlns:a="http://schemas.openxmlformats.org/drawingml/2006/main">
              <a:ext uri="{FF2B5EF4-FFF2-40B4-BE49-F238E27FC236}">
                <a16:creationId xmlns:a16="http://schemas.microsoft.com/office/drawing/2014/main" id="{E3E28A19-6CE5-435C-9B58-81E64068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数値検証・条件を揃えた比較・実装置の妥当性を段階的に確認する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D463B1-0620-418D-BDC1-900BD84A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26C714DE-A27B-4635-81B6-0C858CEE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B48C5C0A-036B-492F-8854-900C77CF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40208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857875"/>
                <a:gridCol w="53054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確認段階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比較対象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結論の範囲</a:t>
                      </a:r>
                    </a:p>
                  </a:txBody>
                  <a:tcPr marL="152400" marR="152400" marT="114300" marB="114300" anchor="ctr">
                    <a:solidFill>
                      <a:srgbClr val="172F49"/>
                    </a:solidFill>
                  </a:tcPr>
                </a:tc>
              </a:tr>
              <a:tr h="1421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数値解法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解析解、独立式、h / h/2 / h/4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式・積分・イベント処理の自己整合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21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決定論の外部比較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common-P1、同じ初期条件・物理式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位置・電荷・有効な速度・到達event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1421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確率過程の外部比較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独立seedの粒子集団、同じ観測量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Case-P 100 nmの分布比較基準を通過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当該ケースは壁面event 0件</a:t>
                      </a:r>
                    </a:p>
                  </a:txBody>
                  <a:tcPr marL="152400" marR="152400" marT="114300" marB="114300" anchor="ctr">
                    <a:solidFill>
                      <a:srgbClr val="F2F6F8"/>
                    </a:solidFill>
                  </a:tcPr>
                </a:tc>
              </a:tr>
              <a:tr h="14216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実装置での利用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場・発生条件・粒子物性と計測結果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パラメータの不確かさを感度解析</a:t>
                      </a:r>
                    </a:p>
                    <a:p>
                      <a:r>
                        <a:rPr sz="1875" b="0">
                          <a:solidFill>
                            <a:srgbClr val="172F49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付着分布や到達率を実測で確認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現在の範囲：静的2D、希薄な一方向連成。一般3D・自己無撞着場・任意COMSOL設定は対象外">
            <a:extLst xmlns:a="http://schemas.openxmlformats.org/drawingml/2006/main">
              <a:ext uri="{FF2B5EF4-FFF2-40B4-BE49-F238E27FC236}">
                <a16:creationId xmlns:a16="http://schemas.microsoft.com/office/drawing/2014/main" id="{58D0BEA0-DC15-495D-817C-17116D1A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0"/>
            <a:ext cx="1402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現在の範囲：静的2D、希薄な一方向連成。一般3D・自己無撞着場・任意COMSOL設定は対象外</a:t>
            </a:r>
          </a:p>
        </p:txBody>
      </p:sp>
    </p:spTree>
    <p:extLst>
      <p:ext uri="{BB962C8B-B14F-4D97-AF65-F5344CB8AC3E}">
        <p14:creationId xmlns:p14="http://schemas.microsoft.com/office/powerpoint/2010/main" val="7075926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図01　外部場を使った粒子輸送">
            <a:extLst xmlns:a="http://schemas.openxmlformats.org/drawingml/2006/main">
              <a:ext uri="{FF2B5EF4-FFF2-40B4-BE49-F238E27FC236}">
                <a16:creationId xmlns:a16="http://schemas.microsoft.com/office/drawing/2014/main" id="{861ED3C5-7B37-4A31-A4FD-064CFBF0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図01　外部場を使った粒子輸送</a:t>
            </a:r>
          </a:p>
        </p:txBody>
      </p:sp>
      <p:sp>
        <p:nvSpPr>
          <p:cNvPr id="2" name="気流・電場を読み込み、放出粒子の軌道・電荷・ウェハーへの到達位置を計算できる">
            <a:extLst xmlns:a="http://schemas.openxmlformats.org/drawingml/2006/main">
              <a:ext uri="{FF2B5EF4-FFF2-40B4-BE49-F238E27FC236}">
                <a16:creationId xmlns:a16="http://schemas.microsoft.com/office/drawing/2014/main" id="{EC7A8A0B-B3B8-478D-A68C-9CF15DA1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気流・電場を読み込み、放出粒子の軌道・電荷・ウェハーへの到達位置を計算できる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BF556A-55D9-44D1-B9C3-0EE68827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415A3518-ABF0-42E3-AEB5-7004D29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F1BB2A27-EF99-473E-8B9C-6B664095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6" name="(a) 入力する静的な場">
            <a:extLst xmlns:a="http://schemas.openxmlformats.org/drawingml/2006/main">
              <a:ext uri="{FF2B5EF4-FFF2-40B4-BE49-F238E27FC236}">
                <a16:creationId xmlns:a16="http://schemas.microsoft.com/office/drawing/2014/main" id="{D3668A71-9478-47A6-A9EB-B178F8E0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8313"/>
            <a:ext cx="42005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入力する静的な場</a:t>
            </a:r>
          </a:p>
        </p:txBody>
      </p:sp>
      <p:sp>
        <p:nvSpPr>
          <p:cNvPr id="7" name="(b) 粒子の運動・帯電">
            <a:extLst xmlns:a="http://schemas.openxmlformats.org/drawingml/2006/main">
              <a:ext uri="{FF2B5EF4-FFF2-40B4-BE49-F238E27FC236}">
                <a16:creationId xmlns:a16="http://schemas.microsoft.com/office/drawing/2014/main" id="{A8184F0B-498F-4418-90E4-25D9E47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513" y="1738313"/>
            <a:ext cx="42005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粒子の運動・帯電</a:t>
            </a:r>
          </a:p>
        </p:txBody>
      </p:sp>
      <p:sp>
        <p:nvSpPr>
          <p:cNvPr id="8" name="(c) 到達先と状態の記録">
            <a:extLst xmlns:a="http://schemas.openxmlformats.org/drawingml/2006/main">
              <a:ext uri="{FF2B5EF4-FFF2-40B4-BE49-F238E27FC236}">
                <a16:creationId xmlns:a16="http://schemas.microsoft.com/office/drawing/2014/main" id="{8A5F2AC7-B127-46DD-85E1-D3EDD300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738313"/>
            <a:ext cx="42005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到達先と状態の記録</a:t>
            </a:r>
          </a:p>
        </p:txBody>
      </p:sp>
      <p:sp>
        <p:nvSpPr>
          <p:cNvPr id="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4F11C9-CD85-47C0-98BD-DBB0400B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7013"/>
            <a:ext cx="814388" cy="214313"/>
          </a:xfrm>
          <a:custGeom xmlns:a="http://schemas.openxmlformats.org/drawingml/2006/main">
            <a:pathLst>
              <a:path w="814388" h="214313">
                <a:moveTo>
                  <a:pt x="0" y="214313"/>
                </a:moveTo>
                <a:lnTo>
                  <a:pt x="814388" y="214313"/>
                </a:ln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70">
            <a:solidFill>
              <a:srgbClr val="112D50"/>
            </a:solidFill>
            <a:prstDash val="solid"/>
          </a:ln>
        </p:spPr>
      </p:sp>
      <p:sp>
        <p:nvSpPr>
          <p:cNvPr id="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CE758D-7081-45E3-985B-A87015B9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7013"/>
            <a:ext cx="2871788" cy="3900488"/>
          </a:xfrm>
          <a:custGeom xmlns:a="http://schemas.openxmlformats.org/drawingml/2006/main">
            <a:pathLst>
              <a:path w="2871788" h="3900488">
                <a:moveTo>
                  <a:pt x="1671638" y="0"/>
                </a:moveTo>
                <a:lnTo>
                  <a:pt x="1671638" y="857250"/>
                </a:lnTo>
                <a:lnTo>
                  <a:pt x="2871788" y="857250"/>
                </a:lnTo>
                <a:lnTo>
                  <a:pt x="2871788" y="3900488"/>
                </a:lnTo>
                <a:lnTo>
                  <a:pt x="0" y="3900488"/>
                </a:lnTo>
              </a:path>
            </a:pathLst>
          </a:custGeom>
          <a:noFill xmlns:a="http://schemas.openxmlformats.org/drawingml/2006/main"/>
          <a:ln xmlns:a="http://schemas.openxmlformats.org/drawingml/2006/main" w="102870">
            <a:solidFill>
              <a:srgbClr val="112D50"/>
            </a:solidFill>
            <a:prstDash val="solid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F26DC0-A407-4B1F-819B-113B512D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7013"/>
            <a:ext cx="814388" cy="214313"/>
          </a:xfrm>
          <a:custGeom xmlns:a="http://schemas.openxmlformats.org/drawingml/2006/main">
            <a:pathLst>
              <a:path w="814388" h="214313">
                <a:moveTo>
                  <a:pt x="0" y="214313"/>
                </a:moveTo>
                <a:lnTo>
                  <a:pt x="814388" y="214313"/>
                </a:ln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580">
            <a:solidFill>
              <a:srgbClr val="B8BFC4"/>
            </a:solidFill>
            <a:prstDash val="solid"/>
          </a:ln>
        </p:spPr>
      </p:sp>
      <p:sp>
        <p:nvSpPr>
          <p:cNvPr id="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801932-40D4-4266-B63E-AC5F08E5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7013"/>
            <a:ext cx="2871788" cy="3900488"/>
          </a:xfrm>
          <a:custGeom xmlns:a="http://schemas.openxmlformats.org/drawingml/2006/main">
            <a:pathLst>
              <a:path w="2871788" h="3900488">
                <a:moveTo>
                  <a:pt x="1671638" y="0"/>
                </a:moveTo>
                <a:lnTo>
                  <a:pt x="1671638" y="857250"/>
                </a:lnTo>
                <a:lnTo>
                  <a:pt x="2871788" y="857250"/>
                </a:lnTo>
                <a:lnTo>
                  <a:pt x="2871788" y="3900488"/>
                </a:lnTo>
                <a:lnTo>
                  <a:pt x="0" y="3900488"/>
                </a:lnTo>
              </a:path>
            </a:pathLst>
          </a:custGeom>
          <a:noFill xmlns:a="http://schemas.openxmlformats.org/drawingml/2006/main"/>
          <a:ln xmlns:a="http://schemas.openxmlformats.org/drawingml/2006/main" w="68580">
            <a:solidFill>
              <a:srgbClr val="B8BFC4"/>
            </a:solidFill>
            <a:prstDash val="solid"/>
          </a:ln>
        </p:spPr>
      </p:sp>
      <p:sp>
        <p:nvSpPr>
          <p:cNvPr id="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C41686-3F2F-4BCD-837C-811E2F3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38425"/>
            <a:ext cx="95" cy="4029075"/>
          </a:xfrm>
          <a:custGeom xmlns:a="http://schemas.openxmlformats.org/drawingml/2006/main">
            <a:pathLst>
              <a:path w="95" h="4029075">
                <a:moveTo>
                  <a:pt x="0" y="0"/>
                </a:moveTo>
                <a:lnTo>
                  <a:pt x="0" y="402907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dash"/>
          </a:ln>
        </p:spPr>
      </p:sp>
      <p:sp>
        <p:nvSpPr>
          <p:cNvPr id="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F20BB88-2499-43DE-8EF4-3A026D9D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92693"/>
            <a:ext cx="95" cy="402908"/>
          </a:xfrm>
          <a:custGeom xmlns:a="http://schemas.openxmlformats.org/drawingml/2006/main">
            <a:pathLst>
              <a:path w="95" h="402908">
                <a:moveTo>
                  <a:pt x="0" y="4029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198AC7-89CF-4479-8CA2-700B4B34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22" y="2492693"/>
            <a:ext cx="54007" cy="60008"/>
          </a:xfrm>
          <a:custGeom xmlns:a="http://schemas.openxmlformats.org/drawingml/2006/main">
            <a:pathLst>
              <a:path w="54007" h="60008">
                <a:moveTo>
                  <a:pt x="27003" y="0"/>
                </a:moveTo>
                <a:lnTo>
                  <a:pt x="0" y="60008"/>
                </a:lnTo>
                <a:lnTo>
                  <a:pt x="54007" y="60008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8324BC-C03C-4299-A2B6-9FA17B6B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710363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B143CC-6646-4F72-8B25-F4667CDB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668" y="6683359"/>
            <a:ext cx="60008" cy="54007"/>
          </a:xfrm>
          <a:custGeom xmlns:a="http://schemas.openxmlformats.org/drawingml/2006/main">
            <a:pathLst>
              <a:path w="60008" h="54007">
                <a:moveTo>
                  <a:pt x="60008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" name="z">
            <a:extLst xmlns:a="http://schemas.openxmlformats.org/drawingml/2006/main">
              <a:ext uri="{FF2B5EF4-FFF2-40B4-BE49-F238E27FC236}">
                <a16:creationId xmlns:a16="http://schemas.microsoft.com/office/drawing/2014/main" id="{FAA84050-549A-4047-9BD0-F2676F16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6968"/>
            <a:ext cx="25717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19" name="r">
            <a:extLst xmlns:a="http://schemas.openxmlformats.org/drawingml/2006/main">
              <a:ext uri="{FF2B5EF4-FFF2-40B4-BE49-F238E27FC236}">
                <a16:creationId xmlns:a16="http://schemas.microsoft.com/office/drawing/2014/main" id="{E2D94F83-53BD-42B1-B7F1-51851E72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530" y="6598920"/>
            <a:ext cx="3429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</a:t>
            </a:r>
          </a:p>
        </p:txBody>
      </p:sp>
      <p:sp>
        <p:nvSpPr>
          <p:cNvPr id="20" name="r = 0">
            <a:extLst xmlns:a="http://schemas.openxmlformats.org/drawingml/2006/main">
              <a:ext uri="{FF2B5EF4-FFF2-40B4-BE49-F238E27FC236}">
                <a16:creationId xmlns:a16="http://schemas.microsoft.com/office/drawing/2014/main" id="{E992CA00-48E7-4B07-A907-E64062D6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" y="3127058"/>
            <a:ext cx="8572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 = 0</a:t>
            </a:r>
          </a:p>
        </p:txBody>
      </p:sp>
      <p:sp>
        <p:nvSpPr>
          <p:cNvPr id="21" name="ウェハー（z = 0）">
            <a:extLst xmlns:a="http://schemas.openxmlformats.org/drawingml/2006/main">
              <a:ext uri="{FF2B5EF4-FFF2-40B4-BE49-F238E27FC236}">
                <a16:creationId xmlns:a16="http://schemas.microsoft.com/office/drawing/2014/main" id="{99756FF5-DB99-4060-9A48-0D0DC39E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6856095"/>
            <a:ext cx="2700338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ウェハー（z = 0）</a:t>
            </a:r>
          </a:p>
        </p:txBody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B1AF50-B782-439E-A967-C3704C6F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38" y="2509838"/>
            <a:ext cx="95" cy="342900"/>
          </a:xfrm>
          <a:custGeom xmlns:a="http://schemas.openxmlformats.org/drawingml/2006/main">
            <a:pathLst>
              <a:path w="95" h="342900">
                <a:moveTo>
                  <a:pt x="0" y="342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728706-C2EA-4D51-AA13-A62EF05F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561" y="2509838"/>
            <a:ext cx="77153" cy="85725"/>
          </a:xfrm>
          <a:custGeom xmlns:a="http://schemas.openxmlformats.org/drawingml/2006/main">
            <a:pathLst>
              <a:path w="77153" h="85725">
                <a:moveTo>
                  <a:pt x="38576" y="0"/>
                </a:moveTo>
                <a:lnTo>
                  <a:pt x="0" y="85725"/>
                </a:lnTo>
                <a:lnTo>
                  <a:pt x="77153" y="8572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4" name="出口">
            <a:extLst xmlns:a="http://schemas.openxmlformats.org/drawingml/2006/main">
              <a:ext uri="{FF2B5EF4-FFF2-40B4-BE49-F238E27FC236}">
                <a16:creationId xmlns:a16="http://schemas.microsoft.com/office/drawing/2014/main" id="{F9461511-9B27-44E8-A9A6-A3BC866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2218373"/>
            <a:ext cx="6858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出口</a:t>
            </a:r>
          </a:p>
        </p:txBody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C6B5115-B711-438E-97D8-3621717A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3789295"/>
            <a:ext cx="99955" cy="49280"/>
          </a:xfrm>
          <a:custGeom xmlns:a="http://schemas.openxmlformats.org/drawingml/2006/main">
            <a:pathLst>
              <a:path w="99955" h="49280">
                <a:moveTo>
                  <a:pt x="0" y="49280"/>
                </a:moveTo>
                <a:lnTo>
                  <a:pt x="999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C985109-0523-4D40-95F3-E05D62E5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516" y="3789295"/>
            <a:ext cx="37579" cy="29003"/>
          </a:xfrm>
          <a:custGeom xmlns:a="http://schemas.openxmlformats.org/drawingml/2006/main">
            <a:pathLst>
              <a:path w="37579" h="29003">
                <a:moveTo>
                  <a:pt x="37579" y="0"/>
                </a:moveTo>
                <a:lnTo>
                  <a:pt x="0" y="1323"/>
                </a:lnTo>
                <a:lnTo>
                  <a:pt x="13647" y="2900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03B3106-8935-4646-BA4B-614B30EB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04285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55DB61-D9FD-40F8-A902-70E780B5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869D30-8910-4D3F-B282-D2055B2D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3801434"/>
            <a:ext cx="105071" cy="37141"/>
          </a:xfrm>
          <a:custGeom xmlns:a="http://schemas.openxmlformats.org/drawingml/2006/main">
            <a:pathLst>
              <a:path w="105071" h="37141">
                <a:moveTo>
                  <a:pt x="0" y="37141"/>
                </a:moveTo>
                <a:lnTo>
                  <a:pt x="1050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B784CA-3DBC-41BD-960D-DBF3C14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14" y="3798313"/>
            <a:ext cx="37472" cy="29097"/>
          </a:xfrm>
          <a:custGeom xmlns:a="http://schemas.openxmlformats.org/drawingml/2006/main">
            <a:pathLst>
              <a:path w="37472" h="29097">
                <a:moveTo>
                  <a:pt x="37472" y="3120"/>
                </a:moveTo>
                <a:lnTo>
                  <a:pt x="0" y="0"/>
                </a:lnTo>
                <a:lnTo>
                  <a:pt x="10285" y="2909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C99B30-2EF1-49EA-8A37-F40D39FD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04285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950CE6-964F-4935-ADF4-A518DFCB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5A7AEA-CB37-42E7-8C88-C47F3A88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3815259"/>
            <a:ext cx="108976" cy="23316"/>
          </a:xfrm>
          <a:custGeom xmlns:a="http://schemas.openxmlformats.org/drawingml/2006/main">
            <a:pathLst>
              <a:path w="108976" h="23316">
                <a:moveTo>
                  <a:pt x="0" y="23316"/>
                </a:moveTo>
                <a:lnTo>
                  <a:pt x="1089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DB405A-29AF-4AFC-AA39-5B559CF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707" y="3807344"/>
            <a:ext cx="36759" cy="30178"/>
          </a:xfrm>
          <a:custGeom xmlns:a="http://schemas.openxmlformats.org/drawingml/2006/main">
            <a:pathLst>
              <a:path w="36759" h="30178">
                <a:moveTo>
                  <a:pt x="36759" y="7915"/>
                </a:moveTo>
                <a:lnTo>
                  <a:pt x="0" y="0"/>
                </a:lnTo>
                <a:lnTo>
                  <a:pt x="6457" y="3017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77A025-EA47-4703-95A9-B3345D1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04285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EB515D-C37B-43DB-9630-7910F942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4E1FF8-A7A7-4F51-B545-0C59480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3830304"/>
            <a:ext cx="111135" cy="8271"/>
          </a:xfrm>
          <a:custGeom xmlns:a="http://schemas.openxmlformats.org/drawingml/2006/main">
            <a:pathLst>
              <a:path w="111135" h="8271">
                <a:moveTo>
                  <a:pt x="0" y="8271"/>
                </a:moveTo>
                <a:lnTo>
                  <a:pt x="1111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748E39-EBF4-4B72-8A5A-FD492C3B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460" y="3817461"/>
            <a:ext cx="35341" cy="30776"/>
          </a:xfrm>
          <a:custGeom xmlns:a="http://schemas.openxmlformats.org/drawingml/2006/main">
            <a:pathLst>
              <a:path w="35341" h="30776">
                <a:moveTo>
                  <a:pt x="35341" y="12843"/>
                </a:moveTo>
                <a:lnTo>
                  <a:pt x="0" y="0"/>
                </a:lnTo>
                <a:lnTo>
                  <a:pt x="2290" y="3077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FA7CA2-01E8-46F4-A416-49887FFA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04285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2A41823-2C95-47FE-84B0-DC21A2E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03C063-AFB1-4EB3-B8C8-58A3EBA4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3838575"/>
            <a:ext cx="111207" cy="7241"/>
          </a:xfrm>
          <a:custGeom xmlns:a="http://schemas.openxmlformats.org/drawingml/2006/main">
            <a:pathLst>
              <a:path w="111207" h="7241">
                <a:moveTo>
                  <a:pt x="0" y="0"/>
                </a:moveTo>
                <a:lnTo>
                  <a:pt x="111207" y="724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FB861D-3AA9-4C6F-98E4-2474754E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827" y="3828190"/>
            <a:ext cx="35220" cy="30796"/>
          </a:xfrm>
          <a:custGeom xmlns:a="http://schemas.openxmlformats.org/drawingml/2006/main">
            <a:pathLst>
              <a:path w="35220" h="30796">
                <a:moveTo>
                  <a:pt x="35220" y="17626"/>
                </a:moveTo>
                <a:lnTo>
                  <a:pt x="2005" y="0"/>
                </a:lnTo>
                <a:lnTo>
                  <a:pt x="0" y="3079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AC94B10-A9E1-4A1E-AB3E-0AF3375F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04285"/>
            <a:ext cx="8572" cy="94298"/>
          </a:xfrm>
          <a:custGeom xmlns:a="http://schemas.openxmlformats.org/drawingml/2006/main">
            <a:pathLst>
              <a:path w="8572" h="94298">
                <a:moveTo>
                  <a:pt x="0" y="0"/>
                </a:moveTo>
                <a:lnTo>
                  <a:pt x="8572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ADADC7-F598-4BC3-AF14-C90B85F0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3B9F17-1E72-4AE8-B3B3-7296A3F4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3838575"/>
            <a:ext cx="109180" cy="22344"/>
          </a:xfrm>
          <a:custGeom xmlns:a="http://schemas.openxmlformats.org/drawingml/2006/main">
            <a:pathLst>
              <a:path w="109180" h="22344">
                <a:moveTo>
                  <a:pt x="0" y="0"/>
                </a:moveTo>
                <a:lnTo>
                  <a:pt x="109180" y="2234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FC914E-0DB5-45C5-8617-4616E038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507" y="3838927"/>
            <a:ext cx="36687" cy="30234"/>
          </a:xfrm>
          <a:custGeom xmlns:a="http://schemas.openxmlformats.org/drawingml/2006/main">
            <a:pathLst>
              <a:path w="36687" h="30234">
                <a:moveTo>
                  <a:pt x="36687" y="21992"/>
                </a:moveTo>
                <a:lnTo>
                  <a:pt x="6187" y="0"/>
                </a:lnTo>
                <a:lnTo>
                  <a:pt x="0" y="3023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28D58CD-A64D-4231-848C-2280913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04285"/>
            <a:ext cx="8572" cy="94298"/>
          </a:xfrm>
          <a:custGeom xmlns:a="http://schemas.openxmlformats.org/drawingml/2006/main">
            <a:pathLst>
              <a:path w="8572" h="94298">
                <a:moveTo>
                  <a:pt x="0" y="0"/>
                </a:moveTo>
                <a:lnTo>
                  <a:pt x="8572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7AE78A-22A8-4DCB-AA8A-C9B2836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E82B1A-A561-4CA6-9E19-A0AFF9AC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838575"/>
            <a:ext cx="105376" cy="36269"/>
          </a:xfrm>
          <a:custGeom xmlns:a="http://schemas.openxmlformats.org/drawingml/2006/main">
            <a:pathLst>
              <a:path w="105376" h="36269">
                <a:moveTo>
                  <a:pt x="0" y="0"/>
                </a:moveTo>
                <a:lnTo>
                  <a:pt x="105376" y="3626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BAD53C-F56B-42F0-A56A-A08441AA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120" y="3849094"/>
            <a:ext cx="37445" cy="29181"/>
          </a:xfrm>
          <a:custGeom xmlns:a="http://schemas.openxmlformats.org/drawingml/2006/main">
            <a:pathLst>
              <a:path w="37445" h="29181">
                <a:moveTo>
                  <a:pt x="37445" y="25750"/>
                </a:moveTo>
                <a:lnTo>
                  <a:pt x="10044" y="0"/>
                </a:lnTo>
                <a:lnTo>
                  <a:pt x="0" y="2918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A0C464-6210-4F94-80C7-06D2674D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04285"/>
            <a:ext cx="8572" cy="94298"/>
          </a:xfrm>
          <a:custGeom xmlns:a="http://schemas.openxmlformats.org/drawingml/2006/main">
            <a:pathLst>
              <a:path w="8572" h="94298">
                <a:moveTo>
                  <a:pt x="0" y="0"/>
                </a:moveTo>
                <a:lnTo>
                  <a:pt x="8572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22F01F-8E00-4BB9-B5D4-E31D1538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760348-27F2-4843-B3D3-E096BBD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3838575"/>
            <a:ext cx="100322" cy="48528"/>
          </a:xfrm>
          <a:custGeom xmlns:a="http://schemas.openxmlformats.org/drawingml/2006/main">
            <a:pathLst>
              <a:path w="100322" h="48528">
                <a:moveTo>
                  <a:pt x="0" y="0"/>
                </a:moveTo>
                <a:lnTo>
                  <a:pt x="100322" y="4852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D679CA-7D6C-4F53-8D92-2A742221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099" y="3858280"/>
            <a:ext cx="37588" cy="28822"/>
          </a:xfrm>
          <a:custGeom xmlns:a="http://schemas.openxmlformats.org/drawingml/2006/main">
            <a:pathLst>
              <a:path w="37588" h="28822">
                <a:moveTo>
                  <a:pt x="37588" y="28822"/>
                </a:moveTo>
                <a:lnTo>
                  <a:pt x="13438" y="0"/>
                </a:lnTo>
                <a:lnTo>
                  <a:pt x="0" y="2778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55CBA1-61AB-4FBD-84E0-8B0FA3A5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04285"/>
            <a:ext cx="8572" cy="94298"/>
          </a:xfrm>
          <a:custGeom xmlns:a="http://schemas.openxmlformats.org/drawingml/2006/main">
            <a:pathLst>
              <a:path w="8572" h="94298">
                <a:moveTo>
                  <a:pt x="0" y="0"/>
                </a:moveTo>
                <a:lnTo>
                  <a:pt x="8572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72077A-2213-4D45-8A1D-644760C8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30EA99-DCF9-42BF-882D-A9AC3D34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3838575"/>
            <a:ext cx="94577" cy="58946"/>
          </a:xfrm>
          <a:custGeom xmlns:a="http://schemas.openxmlformats.org/drawingml/2006/main">
            <a:pathLst>
              <a:path w="94577" h="58946">
                <a:moveTo>
                  <a:pt x="0" y="0"/>
                </a:moveTo>
                <a:lnTo>
                  <a:pt x="94577" y="589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CE429E-3E19-40BF-B852-1705C0FA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855" y="3866288"/>
            <a:ext cx="37262" cy="31232"/>
          </a:xfrm>
          <a:custGeom xmlns:a="http://schemas.openxmlformats.org/drawingml/2006/main">
            <a:pathLst>
              <a:path w="37262" h="31232">
                <a:moveTo>
                  <a:pt x="37262" y="31232"/>
                </a:moveTo>
                <a:lnTo>
                  <a:pt x="16323" y="0"/>
                </a:lnTo>
                <a:lnTo>
                  <a:pt x="0" y="2619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2B4F6B-D363-4ED2-ACDF-9C8768AB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04285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69F11E-65C2-4961-9143-0CD80FAF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D36EFE9-ABCC-41D2-90DC-A242504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838575"/>
            <a:ext cx="88607" cy="67589"/>
          </a:xfrm>
          <a:custGeom xmlns:a="http://schemas.openxmlformats.org/drawingml/2006/main">
            <a:pathLst>
              <a:path w="88607" h="67589">
                <a:moveTo>
                  <a:pt x="0" y="0"/>
                </a:moveTo>
                <a:lnTo>
                  <a:pt x="88607" y="6758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D9FA84-6F1E-422D-88C6-77FE07B2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700" y="3873098"/>
            <a:ext cx="36622" cy="33065"/>
          </a:xfrm>
          <a:custGeom xmlns:a="http://schemas.openxmlformats.org/drawingml/2006/main">
            <a:pathLst>
              <a:path w="36622" h="33065">
                <a:moveTo>
                  <a:pt x="36622" y="33065"/>
                </a:moveTo>
                <a:lnTo>
                  <a:pt x="18717" y="0"/>
                </a:lnTo>
                <a:lnTo>
                  <a:pt x="0" y="2453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4AE37A-640D-4941-92D6-C2354E2E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04285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B8ED223-AC66-4D70-A868-10C843B8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CA088E-3E90-481E-8191-5FE868D6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3838575"/>
            <a:ext cx="82739" cy="74657"/>
          </a:xfrm>
          <a:custGeom xmlns:a="http://schemas.openxmlformats.org/drawingml/2006/main">
            <a:pathLst>
              <a:path w="82739" h="74657">
                <a:moveTo>
                  <a:pt x="0" y="0"/>
                </a:moveTo>
                <a:lnTo>
                  <a:pt x="82739" y="74657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DF1B04-FACE-45F4-AEC0-2F563ED5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834" y="3878805"/>
            <a:ext cx="35795" cy="34428"/>
          </a:xfrm>
          <a:custGeom xmlns:a="http://schemas.openxmlformats.org/drawingml/2006/main">
            <a:pathLst>
              <a:path w="35795" h="34428">
                <a:moveTo>
                  <a:pt x="35795" y="34428"/>
                </a:moveTo>
                <a:lnTo>
                  <a:pt x="20674" y="0"/>
                </a:lnTo>
                <a:lnTo>
                  <a:pt x="0" y="22912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F536E97-BA99-41D5-AC48-60C43904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04285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51105E-7436-4044-85FC-F68B522B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38719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D20B84-3FC5-479F-92AE-159AF58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3998592"/>
            <a:ext cx="97321" cy="54295"/>
          </a:xfrm>
          <a:custGeom xmlns:a="http://schemas.openxmlformats.org/drawingml/2006/main">
            <a:pathLst>
              <a:path w="97321" h="54295">
                <a:moveTo>
                  <a:pt x="0" y="54295"/>
                </a:moveTo>
                <a:lnTo>
                  <a:pt x="973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E01E0BC-CFB1-4C39-94E1-F6422031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999" y="3998592"/>
            <a:ext cx="37463" cy="30181"/>
          </a:xfrm>
          <a:custGeom xmlns:a="http://schemas.openxmlformats.org/drawingml/2006/main">
            <a:pathLst>
              <a:path w="37463" h="30181">
                <a:moveTo>
                  <a:pt x="37463" y="0"/>
                </a:moveTo>
                <a:lnTo>
                  <a:pt x="0" y="3231"/>
                </a:lnTo>
                <a:lnTo>
                  <a:pt x="15036" y="3018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3877FA-5C7E-478B-B661-D7D1DAE6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18598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C66A03-9592-4C86-AE72-0FA5489F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578E47-09B2-4B0D-9BAF-2707DF08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4011499"/>
            <a:ext cx="103472" cy="41389"/>
          </a:xfrm>
          <a:custGeom xmlns:a="http://schemas.openxmlformats.org/drawingml/2006/main">
            <a:pathLst>
              <a:path w="103472" h="41389">
                <a:moveTo>
                  <a:pt x="0" y="41389"/>
                </a:moveTo>
                <a:lnTo>
                  <a:pt x="103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478BC6-385E-4238-A4A6-C42C2BD3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219" y="4009907"/>
            <a:ext cx="37568" cy="28654"/>
          </a:xfrm>
          <a:custGeom xmlns:a="http://schemas.openxmlformats.org/drawingml/2006/main">
            <a:pathLst>
              <a:path w="37568" h="28654">
                <a:moveTo>
                  <a:pt x="37568" y="1592"/>
                </a:moveTo>
                <a:lnTo>
                  <a:pt x="0" y="0"/>
                </a:lnTo>
                <a:lnTo>
                  <a:pt x="11461" y="2865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455E76-74EC-4AA5-9F70-E2CC7051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8598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83E7C9-BDA9-49F7-B585-DE34707B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5829311-0E87-41E4-9797-B1FB4C55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4026664"/>
            <a:ext cx="108313" cy="26223"/>
          </a:xfrm>
          <a:custGeom xmlns:a="http://schemas.openxmlformats.org/drawingml/2006/main">
            <a:pathLst>
              <a:path w="108313" h="26223">
                <a:moveTo>
                  <a:pt x="0" y="26223"/>
                </a:moveTo>
                <a:lnTo>
                  <a:pt x="108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D61980-F4B8-41F9-91C0-CA09A04B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845" y="4019736"/>
            <a:ext cx="36958" cy="29994"/>
          </a:xfrm>
          <a:custGeom xmlns:a="http://schemas.openxmlformats.org/drawingml/2006/main">
            <a:pathLst>
              <a:path w="36958" h="29994">
                <a:moveTo>
                  <a:pt x="36958" y="6929"/>
                </a:moveTo>
                <a:lnTo>
                  <a:pt x="0" y="0"/>
                </a:lnTo>
                <a:lnTo>
                  <a:pt x="7262" y="2999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199B6F-D8BA-4731-A193-3911C63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8598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76D522-FC53-43CD-8DBB-C600CC75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EFEFA6-AF52-4775-A2EB-B28BF6F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4043536"/>
            <a:ext cx="111049" cy="9352"/>
          </a:xfrm>
          <a:custGeom xmlns:a="http://schemas.openxmlformats.org/drawingml/2006/main">
            <a:pathLst>
              <a:path w="111049" h="9352">
                <a:moveTo>
                  <a:pt x="0" y="9352"/>
                </a:moveTo>
                <a:lnTo>
                  <a:pt x="1110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4FAF08-09F4-4C39-B1D1-54660312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251" y="4031037"/>
            <a:ext cx="35464" cy="30752"/>
          </a:xfrm>
          <a:custGeom xmlns:a="http://schemas.openxmlformats.org/drawingml/2006/main">
            <a:pathLst>
              <a:path w="35464" h="30752">
                <a:moveTo>
                  <a:pt x="35464" y="12499"/>
                </a:moveTo>
                <a:lnTo>
                  <a:pt x="0" y="0"/>
                </a:lnTo>
                <a:lnTo>
                  <a:pt x="2590" y="30752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5695C9-41DC-4141-8899-1644F34D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18598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124243-0B09-4C1C-9F4B-28E7D7D7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856F60-2E99-428C-ADEC-90ADC708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4052888"/>
            <a:ext cx="111141" cy="8189"/>
          </a:xfrm>
          <a:custGeom xmlns:a="http://schemas.openxmlformats.org/drawingml/2006/main">
            <a:pathLst>
              <a:path w="111141" h="8189">
                <a:moveTo>
                  <a:pt x="0" y="0"/>
                </a:moveTo>
                <a:lnTo>
                  <a:pt x="111141" y="818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B0034F-4AAF-4575-BB8B-CD20C544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650" y="4043168"/>
            <a:ext cx="35331" cy="30778"/>
          </a:xfrm>
          <a:custGeom xmlns:a="http://schemas.openxmlformats.org/drawingml/2006/main">
            <a:pathLst>
              <a:path w="35331" h="30778">
                <a:moveTo>
                  <a:pt x="35331" y="17909"/>
                </a:moveTo>
                <a:lnTo>
                  <a:pt x="2268" y="0"/>
                </a:lnTo>
                <a:lnTo>
                  <a:pt x="0" y="3077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1834E8-1B70-4555-A73B-6B57F6F3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18598"/>
            <a:ext cx="8572" cy="94298"/>
          </a:xfrm>
          <a:custGeom xmlns:a="http://schemas.openxmlformats.org/drawingml/2006/main">
            <a:pathLst>
              <a:path w="8572" h="94298">
                <a:moveTo>
                  <a:pt x="0" y="0"/>
                </a:moveTo>
                <a:lnTo>
                  <a:pt x="8572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9DA1CD-62F7-4D02-9B36-5ABAD1D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657DD9-00C4-47BB-A7CB-ACE1449F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4052888"/>
            <a:ext cx="108569" cy="25142"/>
          </a:xfrm>
          <a:custGeom xmlns:a="http://schemas.openxmlformats.org/drawingml/2006/main">
            <a:pathLst>
              <a:path w="108569" h="25142">
                <a:moveTo>
                  <a:pt x="0" y="0"/>
                </a:moveTo>
                <a:lnTo>
                  <a:pt x="108569" y="2514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083F45-6A61-4EA0-BD7F-B1736E6B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697" y="4055261"/>
            <a:ext cx="36887" cy="30065"/>
          </a:xfrm>
          <a:custGeom xmlns:a="http://schemas.openxmlformats.org/drawingml/2006/main">
            <a:pathLst>
              <a:path w="36887" h="30065">
                <a:moveTo>
                  <a:pt x="36887" y="22769"/>
                </a:moveTo>
                <a:lnTo>
                  <a:pt x="6963" y="0"/>
                </a:lnTo>
                <a:lnTo>
                  <a:pt x="0" y="3006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EF32CF4-08F7-4B1F-921A-A9D52F07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18598"/>
            <a:ext cx="8572" cy="94298"/>
          </a:xfrm>
          <a:custGeom xmlns:a="http://schemas.openxmlformats.org/drawingml/2006/main">
            <a:pathLst>
              <a:path w="8572" h="94298">
                <a:moveTo>
                  <a:pt x="0" y="0"/>
                </a:moveTo>
                <a:lnTo>
                  <a:pt x="8572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242842-0D01-4A3A-ACF3-0DF584D3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FC285C-4754-4108-AEC4-57889934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4052888"/>
            <a:ext cx="103844" cy="40445"/>
          </a:xfrm>
          <a:custGeom xmlns:a="http://schemas.openxmlformats.org/drawingml/2006/main">
            <a:pathLst>
              <a:path w="103844" h="40445">
                <a:moveTo>
                  <a:pt x="0" y="0"/>
                </a:moveTo>
                <a:lnTo>
                  <a:pt x="103844" y="4044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B79898-9ADC-4220-99B8-FECF405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482" y="4066509"/>
            <a:ext cx="37552" cy="28757"/>
          </a:xfrm>
          <a:custGeom xmlns:a="http://schemas.openxmlformats.org/drawingml/2006/main">
            <a:pathLst>
              <a:path w="37552" h="28757">
                <a:moveTo>
                  <a:pt x="37552" y="26823"/>
                </a:moveTo>
                <a:lnTo>
                  <a:pt x="11200" y="0"/>
                </a:lnTo>
                <a:lnTo>
                  <a:pt x="0" y="2875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A99C9A-7CBD-436C-9FCE-E8A54D96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18598"/>
            <a:ext cx="8572" cy="94298"/>
          </a:xfrm>
          <a:custGeom xmlns:a="http://schemas.openxmlformats.org/drawingml/2006/main">
            <a:pathLst>
              <a:path w="8572" h="94298">
                <a:moveTo>
                  <a:pt x="0" y="0"/>
                </a:moveTo>
                <a:lnTo>
                  <a:pt x="8572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2A7DD68-EFE1-4EED-B82D-19123D06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8F0B0B-4D15-48F7-9986-E417673C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4052888"/>
            <a:ext cx="97756" cy="53509"/>
          </a:xfrm>
          <a:custGeom xmlns:a="http://schemas.openxmlformats.org/drawingml/2006/main">
            <a:pathLst>
              <a:path w="97756" h="53509">
                <a:moveTo>
                  <a:pt x="0" y="0"/>
                </a:moveTo>
                <a:lnTo>
                  <a:pt x="97756" y="5350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6AA14C-A5EC-4277-8569-EEC6EAF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633" y="4076396"/>
            <a:ext cx="37488" cy="30000"/>
          </a:xfrm>
          <a:custGeom xmlns:a="http://schemas.openxmlformats.org/drawingml/2006/main">
            <a:pathLst>
              <a:path w="37488" h="30000">
                <a:moveTo>
                  <a:pt x="37488" y="30000"/>
                </a:moveTo>
                <a:lnTo>
                  <a:pt x="14818" y="0"/>
                </a:lnTo>
                <a:lnTo>
                  <a:pt x="0" y="2707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A13BC3-A508-477D-8705-E0C65826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8598"/>
            <a:ext cx="8572" cy="94298"/>
          </a:xfrm>
          <a:custGeom xmlns:a="http://schemas.openxmlformats.org/drawingml/2006/main">
            <a:pathLst>
              <a:path w="8572" h="94298">
                <a:moveTo>
                  <a:pt x="0" y="0"/>
                </a:moveTo>
                <a:lnTo>
                  <a:pt x="8572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324B85-B588-4760-8363-5B813AF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677531-E83A-4030-B136-7AE5C824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4052888"/>
            <a:ext cx="91072" cy="64229"/>
          </a:xfrm>
          <a:custGeom xmlns:a="http://schemas.openxmlformats.org/drawingml/2006/main">
            <a:pathLst>
              <a:path w="91072" h="64229">
                <a:moveTo>
                  <a:pt x="0" y="0"/>
                </a:moveTo>
                <a:lnTo>
                  <a:pt x="91072" y="6422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1F9DD8-9ADF-4BB5-B81D-4930716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696" y="4084744"/>
            <a:ext cx="36915" cy="32373"/>
          </a:xfrm>
          <a:custGeom xmlns:a="http://schemas.openxmlformats.org/drawingml/2006/main">
            <a:pathLst>
              <a:path w="36915" h="32373">
                <a:moveTo>
                  <a:pt x="36915" y="32373"/>
                </a:moveTo>
                <a:lnTo>
                  <a:pt x="17787" y="0"/>
                </a:lnTo>
                <a:lnTo>
                  <a:pt x="0" y="2522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20F0E9-C546-44A0-B864-26ABED9F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018598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E59E292-E0E1-4AB8-B1AA-204AA8FF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22C7C7-A02B-4088-9AF4-6B0F4EA2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052888"/>
            <a:ext cx="84362" cy="72818"/>
          </a:xfrm>
          <a:custGeom xmlns:a="http://schemas.openxmlformats.org/drawingml/2006/main">
            <a:pathLst>
              <a:path w="84362" h="72818">
                <a:moveTo>
                  <a:pt x="0" y="0"/>
                </a:moveTo>
                <a:lnTo>
                  <a:pt x="84362" y="7281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DB047E-ACCB-4190-B775-400E5AF8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037" y="4091619"/>
            <a:ext cx="36040" cy="34086"/>
          </a:xfrm>
          <a:custGeom xmlns:a="http://schemas.openxmlformats.org/drawingml/2006/main">
            <a:pathLst>
              <a:path w="36040" h="34086">
                <a:moveTo>
                  <a:pt x="36040" y="34086"/>
                </a:moveTo>
                <a:lnTo>
                  <a:pt x="20165" y="0"/>
                </a:lnTo>
                <a:lnTo>
                  <a:pt x="0" y="23362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1BF347-0D4E-489C-80CE-18A2984B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18598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75E12E-545E-41A3-A11D-4C17482B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DB7341E-6A1C-41C4-8384-7533C5AA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4052888"/>
            <a:ext cx="77977" cy="79618"/>
          </a:xfrm>
          <a:custGeom xmlns:a="http://schemas.openxmlformats.org/drawingml/2006/main">
            <a:pathLst>
              <a:path w="77977" h="79618">
                <a:moveTo>
                  <a:pt x="0" y="0"/>
                </a:moveTo>
                <a:lnTo>
                  <a:pt x="77977" y="7961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7E079C-96E7-4C0F-AA00-BEB7A24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850" y="4097211"/>
            <a:ext cx="35017" cy="35295"/>
          </a:xfrm>
          <a:custGeom xmlns:a="http://schemas.openxmlformats.org/drawingml/2006/main">
            <a:pathLst>
              <a:path w="35017" h="35295">
                <a:moveTo>
                  <a:pt x="35017" y="35295"/>
                </a:moveTo>
                <a:lnTo>
                  <a:pt x="22048" y="0"/>
                </a:lnTo>
                <a:lnTo>
                  <a:pt x="0" y="2159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16771F-7A3D-47DA-BFDA-FD06FF9B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018598"/>
            <a:ext cx="8573" cy="94298"/>
          </a:xfrm>
          <a:custGeom xmlns:a="http://schemas.openxmlformats.org/drawingml/2006/main">
            <a:pathLst>
              <a:path w="8573" h="94298">
                <a:moveTo>
                  <a:pt x="0" y="0"/>
                </a:moveTo>
                <a:lnTo>
                  <a:pt x="8573" y="94298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F94211-EEBB-4B17-B19E-C1DC6BB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40862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80A5DC-E2C5-447B-8DA8-5C649FAA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4206965"/>
            <a:ext cx="93761" cy="60235"/>
          </a:xfrm>
          <a:custGeom xmlns:a="http://schemas.openxmlformats.org/drawingml/2006/main">
            <a:pathLst>
              <a:path w="93761" h="60235">
                <a:moveTo>
                  <a:pt x="0" y="60235"/>
                </a:moveTo>
                <a:lnTo>
                  <a:pt x="937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FDEE22-3101-4037-AD53-D54E8B93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712" y="4206965"/>
            <a:ext cx="37190" cy="31516"/>
          </a:xfrm>
          <a:custGeom xmlns:a="http://schemas.openxmlformats.org/drawingml/2006/main">
            <a:pathLst>
              <a:path w="37190" h="31516">
                <a:moveTo>
                  <a:pt x="37190" y="0"/>
                </a:moveTo>
                <a:lnTo>
                  <a:pt x="0" y="5551"/>
                </a:lnTo>
                <a:lnTo>
                  <a:pt x="16680" y="3151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3270AC9-68C7-4A51-BC60-9D423276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2329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67DA00F-A3D8-471B-AACC-215B169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6C9E67-4EB8-4061-AACC-E0598685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4220577"/>
            <a:ext cx="101221" cy="46623"/>
          </a:xfrm>
          <a:custGeom xmlns:a="http://schemas.openxmlformats.org/drawingml/2006/main">
            <a:pathLst>
              <a:path w="101221" h="46623">
                <a:moveTo>
                  <a:pt x="0" y="46623"/>
                </a:moveTo>
                <a:lnTo>
                  <a:pt x="101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74CE2D-610F-4CBB-999D-5D55BAB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936" y="4220577"/>
            <a:ext cx="37600" cy="28361"/>
          </a:xfrm>
          <a:custGeom xmlns:a="http://schemas.openxmlformats.org/drawingml/2006/main">
            <a:pathLst>
              <a:path w="37600" h="28361">
                <a:moveTo>
                  <a:pt x="37600" y="0"/>
                </a:moveTo>
                <a:lnTo>
                  <a:pt x="0" y="330"/>
                </a:lnTo>
                <a:lnTo>
                  <a:pt x="12911" y="2836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B7C1AC-84FC-409E-8839-9499A3E8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29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B8EC55-C077-4C8A-8413-6AAAAEE1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E9F372-B04C-4534-A35F-D5A921A3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4237272"/>
            <a:ext cx="107349" cy="29928"/>
          </a:xfrm>
          <a:custGeom xmlns:a="http://schemas.openxmlformats.org/drawingml/2006/main">
            <a:pathLst>
              <a:path w="107349" h="29928">
                <a:moveTo>
                  <a:pt x="0" y="29928"/>
                </a:moveTo>
                <a:lnTo>
                  <a:pt x="1073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CC6223-59EF-4A12-A2B7-499D612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665" y="4231617"/>
            <a:ext cx="37174" cy="29727"/>
          </a:xfrm>
          <a:custGeom xmlns:a="http://schemas.openxmlformats.org/drawingml/2006/main">
            <a:pathLst>
              <a:path w="37174" h="29727">
                <a:moveTo>
                  <a:pt x="37174" y="5655"/>
                </a:moveTo>
                <a:lnTo>
                  <a:pt x="0" y="0"/>
                </a:lnTo>
                <a:lnTo>
                  <a:pt x="8288" y="2972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F414E87-DE68-4B8C-9220-44A8665C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329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2EEB65-705E-4CC1-9CEE-E166ECC4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FF2334-D226-4B55-81EC-9C38FD8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4256444"/>
            <a:ext cx="110922" cy="10756"/>
          </a:xfrm>
          <a:custGeom xmlns:a="http://schemas.openxmlformats.org/drawingml/2006/main">
            <a:pathLst>
              <a:path w="110922" h="10756">
                <a:moveTo>
                  <a:pt x="0" y="10756"/>
                </a:moveTo>
                <a:lnTo>
                  <a:pt x="1109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2EA8CE7-86DD-4AB6-9F2E-1C83EB2E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68" y="4244395"/>
            <a:ext cx="35619" cy="30717"/>
          </a:xfrm>
          <a:custGeom xmlns:a="http://schemas.openxmlformats.org/drawingml/2006/main">
            <a:pathLst>
              <a:path w="35619" h="30717">
                <a:moveTo>
                  <a:pt x="35619" y="12049"/>
                </a:moveTo>
                <a:lnTo>
                  <a:pt x="0" y="0"/>
                </a:lnTo>
                <a:lnTo>
                  <a:pt x="2979" y="3071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413049-AE39-45EE-BC39-F3099271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329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3F3374-0912-4C2C-92B0-CAE1BD7A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2C8170-1E7E-46E1-A7FC-0E913BF6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4267200"/>
            <a:ext cx="111044" cy="9422"/>
          </a:xfrm>
          <a:custGeom xmlns:a="http://schemas.openxmlformats.org/drawingml/2006/main">
            <a:pathLst>
              <a:path w="111044" h="9422">
                <a:moveTo>
                  <a:pt x="0" y="0"/>
                </a:moveTo>
                <a:lnTo>
                  <a:pt x="111044" y="942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292A18F-06FD-4FAF-BDB4-C2D9863E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12" y="4258348"/>
            <a:ext cx="35472" cy="30751"/>
          </a:xfrm>
          <a:custGeom xmlns:a="http://schemas.openxmlformats.org/drawingml/2006/main">
            <a:pathLst>
              <a:path w="35472" h="30751">
                <a:moveTo>
                  <a:pt x="35472" y="18274"/>
                </a:moveTo>
                <a:lnTo>
                  <a:pt x="2609" y="0"/>
                </a:lnTo>
                <a:lnTo>
                  <a:pt x="0" y="3075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F3E3BB-8E52-48D1-916D-752437DD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3291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BFAB7A-C7A2-4659-8FDD-05CED257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670D99-BAD0-462B-8C41-D5D0969E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4267200"/>
            <a:ext cx="107680" cy="28715"/>
          </a:xfrm>
          <a:custGeom xmlns:a="http://schemas.openxmlformats.org/drawingml/2006/main">
            <a:pathLst>
              <a:path w="107680" h="28715">
                <a:moveTo>
                  <a:pt x="0" y="0"/>
                </a:moveTo>
                <a:lnTo>
                  <a:pt x="107680" y="2871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ED0E20-0AD9-4C6E-8834-5B1320E8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87" y="4272170"/>
            <a:ext cx="37108" cy="29819"/>
          </a:xfrm>
          <a:custGeom xmlns:a="http://schemas.openxmlformats.org/drawingml/2006/main">
            <a:pathLst>
              <a:path w="37108" h="29819">
                <a:moveTo>
                  <a:pt x="37108" y="23745"/>
                </a:moveTo>
                <a:lnTo>
                  <a:pt x="7952" y="0"/>
                </a:lnTo>
                <a:lnTo>
                  <a:pt x="0" y="2981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1E0384-EEF7-43FF-BE65-69F1D479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3291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F73CB8-652B-4BA4-87F8-49BF3E64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01163E-C123-4894-A6DB-0A371F6E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4267200"/>
            <a:ext cx="101684" cy="45604"/>
          </a:xfrm>
          <a:custGeom xmlns:a="http://schemas.openxmlformats.org/drawingml/2006/main">
            <a:pathLst>
              <a:path w="101684" h="45604">
                <a:moveTo>
                  <a:pt x="0" y="0"/>
                </a:moveTo>
                <a:lnTo>
                  <a:pt x="101684" y="4560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570561-5B99-4EC6-AF43-EA663E96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272" y="4284693"/>
            <a:ext cx="37602" cy="28159"/>
          </a:xfrm>
          <a:custGeom xmlns:a="http://schemas.openxmlformats.org/drawingml/2006/main">
            <a:pathLst>
              <a:path w="37602" h="28159">
                <a:moveTo>
                  <a:pt x="37602" y="28111"/>
                </a:moveTo>
                <a:lnTo>
                  <a:pt x="12629" y="0"/>
                </a:lnTo>
                <a:lnTo>
                  <a:pt x="0" y="2815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86CB1F-CFF4-41A9-B5B2-3CFFBB72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3291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E464243-B5A2-4E15-B2A9-3F322637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51E0E1-2DA6-4E7E-9E3F-3283D9F8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4267200"/>
            <a:ext cx="94278" cy="59423"/>
          </a:xfrm>
          <a:custGeom xmlns:a="http://schemas.openxmlformats.org/drawingml/2006/main">
            <a:pathLst>
              <a:path w="94278" h="59423">
                <a:moveTo>
                  <a:pt x="0" y="0"/>
                </a:moveTo>
                <a:lnTo>
                  <a:pt x="94278" y="5942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8DDB50-7DAC-4D7E-8E58-DCC7B687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406" y="4295286"/>
            <a:ext cx="37236" cy="31338"/>
          </a:xfrm>
          <a:custGeom xmlns:a="http://schemas.openxmlformats.org/drawingml/2006/main">
            <a:pathLst>
              <a:path w="37236" h="31338">
                <a:moveTo>
                  <a:pt x="37236" y="31338"/>
                </a:moveTo>
                <a:lnTo>
                  <a:pt x="16456" y="0"/>
                </a:lnTo>
                <a:lnTo>
                  <a:pt x="0" y="2610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3D46C0-5D12-43B0-9384-6FCC49F3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3291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5CCE472-42BE-4DB3-AF5F-3785CEFA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2581DE-1E23-4F58-B5B8-F920AFA3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4267200"/>
            <a:ext cx="86508" cy="70255"/>
          </a:xfrm>
          <a:custGeom xmlns:a="http://schemas.openxmlformats.org/drawingml/2006/main">
            <a:pathLst>
              <a:path w="86508" h="70255">
                <a:moveTo>
                  <a:pt x="0" y="0"/>
                </a:moveTo>
                <a:lnTo>
                  <a:pt x="86508" y="7025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36E2E0-3D35-438B-A5E4-3757C6E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703" y="4303860"/>
            <a:ext cx="36346" cy="33595"/>
          </a:xfrm>
          <a:custGeom xmlns:a="http://schemas.openxmlformats.org/drawingml/2006/main">
            <a:pathLst>
              <a:path w="36346" h="33595">
                <a:moveTo>
                  <a:pt x="36346" y="33595"/>
                </a:moveTo>
                <a:lnTo>
                  <a:pt x="19455" y="0"/>
                </a:lnTo>
                <a:lnTo>
                  <a:pt x="0" y="2395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D1C5A1-FCB1-468A-93F2-0D179423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329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91BE9A-3A2B-45C7-BE44-E3DC7475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FD0FAF-6556-4C67-BBE3-1B3070B6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267200"/>
            <a:ext cx="79041" cy="78562"/>
          </a:xfrm>
          <a:custGeom xmlns:a="http://schemas.openxmlformats.org/drawingml/2006/main">
            <a:pathLst>
              <a:path w="79041" h="78562">
                <a:moveTo>
                  <a:pt x="0" y="0"/>
                </a:moveTo>
                <a:lnTo>
                  <a:pt x="79041" y="7856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205494-18D1-4BBE-8F11-15ADFB9E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58" y="4310645"/>
            <a:ext cx="35198" cy="35117"/>
          </a:xfrm>
          <a:custGeom xmlns:a="http://schemas.openxmlformats.org/drawingml/2006/main">
            <a:pathLst>
              <a:path w="35198" h="35117">
                <a:moveTo>
                  <a:pt x="35198" y="35117"/>
                </a:moveTo>
                <a:lnTo>
                  <a:pt x="21756" y="0"/>
                </a:lnTo>
                <a:lnTo>
                  <a:pt x="0" y="2188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5C8FD2-5AB5-4088-9F2C-D0391171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329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610AFC-1647-406C-ABAE-C922A74D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19171E-8979-4B6D-B087-520396ED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4267200"/>
            <a:ext cx="72201" cy="84891"/>
          </a:xfrm>
          <a:custGeom xmlns:a="http://schemas.openxmlformats.org/drawingml/2006/main">
            <a:pathLst>
              <a:path w="72201" h="84891">
                <a:moveTo>
                  <a:pt x="0" y="0"/>
                </a:moveTo>
                <a:lnTo>
                  <a:pt x="72201" y="8489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08972B1-0347-49D1-8EE9-79ADD60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121" y="4315974"/>
            <a:ext cx="33970" cy="36117"/>
          </a:xfrm>
          <a:custGeom xmlns:a="http://schemas.openxmlformats.org/drawingml/2006/main">
            <a:pathLst>
              <a:path w="33970" h="36117">
                <a:moveTo>
                  <a:pt x="33970" y="36117"/>
                </a:moveTo>
                <a:lnTo>
                  <a:pt x="23508" y="0"/>
                </a:lnTo>
                <a:lnTo>
                  <a:pt x="0" y="1999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DCC09D-0176-4514-94A6-930F8B8A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2329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7D27A9-A224-4FAD-9CCB-552B72FF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43005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6817F6-D112-4303-8AE8-9325989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4414242"/>
            <a:ext cx="88848" cy="67271"/>
          </a:xfrm>
          <a:custGeom xmlns:a="http://schemas.openxmlformats.org/drawingml/2006/main">
            <a:pathLst>
              <a:path w="88848" h="67271">
                <a:moveTo>
                  <a:pt x="0" y="67271"/>
                </a:moveTo>
                <a:lnTo>
                  <a:pt x="88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D287B1-7863-4D9B-B737-FFDABC6C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336" y="4414242"/>
            <a:ext cx="36652" cy="33001"/>
          </a:xfrm>
          <a:custGeom xmlns:a="http://schemas.openxmlformats.org/drawingml/2006/main">
            <a:pathLst>
              <a:path w="36652" h="33001">
                <a:moveTo>
                  <a:pt x="36652" y="0"/>
                </a:moveTo>
                <a:lnTo>
                  <a:pt x="0" y="8397"/>
                </a:lnTo>
                <a:lnTo>
                  <a:pt x="18629" y="3300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4C5E60-4C26-4618-9C61-D69EA821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472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7D089D-B72A-4370-BB0D-F0F1E4F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7C99A7-EBA1-458B-8591-826639C4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4428344"/>
            <a:ext cx="97942" cy="53168"/>
          </a:xfrm>
          <a:custGeom xmlns:a="http://schemas.openxmlformats.org/drawingml/2006/main">
            <a:pathLst>
              <a:path w="97942" h="53168">
                <a:moveTo>
                  <a:pt x="0" y="53168"/>
                </a:moveTo>
                <a:lnTo>
                  <a:pt x="979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EA36B2B-DA86-4DDC-A4A1-985678B1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759" y="4428344"/>
            <a:ext cx="37498" cy="29921"/>
          </a:xfrm>
          <a:custGeom xmlns:a="http://schemas.openxmlformats.org/drawingml/2006/main">
            <a:pathLst>
              <a:path w="37498" h="29921">
                <a:moveTo>
                  <a:pt x="37498" y="0"/>
                </a:moveTo>
                <a:lnTo>
                  <a:pt x="0" y="2798"/>
                </a:lnTo>
                <a:lnTo>
                  <a:pt x="14724" y="2992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6F59AB-15F9-4591-8053-56FF9F09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472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5B8564-1D0E-4E50-B419-8FC68A85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5C6931-7C2C-4D5A-8C03-9E7C108E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4446725"/>
            <a:ext cx="105874" cy="34787"/>
          </a:xfrm>
          <a:custGeom xmlns:a="http://schemas.openxmlformats.org/drawingml/2006/main">
            <a:pathLst>
              <a:path w="105874" h="34787">
                <a:moveTo>
                  <a:pt x="0" y="34787"/>
                </a:moveTo>
                <a:lnTo>
                  <a:pt x="1058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8F1F12-1A33-4012-BCD2-191BCAEB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971" y="4442770"/>
            <a:ext cx="37393" cy="29319"/>
          </a:xfrm>
          <a:custGeom xmlns:a="http://schemas.openxmlformats.org/drawingml/2006/main">
            <a:pathLst>
              <a:path w="37393" h="29319">
                <a:moveTo>
                  <a:pt x="37393" y="3956"/>
                </a:moveTo>
                <a:lnTo>
                  <a:pt x="0" y="0"/>
                </a:lnTo>
                <a:lnTo>
                  <a:pt x="9633" y="2931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1888F8-6087-4BBD-933E-BEA59A2C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472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F0A9E5-524C-4C70-8EB4-641539E6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66788AD-2E8F-4794-A797-B794D98B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4468859"/>
            <a:ext cx="110722" cy="12654"/>
          </a:xfrm>
          <a:custGeom xmlns:a="http://schemas.openxmlformats.org/drawingml/2006/main">
            <a:pathLst>
              <a:path w="110722" h="12654">
                <a:moveTo>
                  <a:pt x="0" y="12654"/>
                </a:moveTo>
                <a:lnTo>
                  <a:pt x="1107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3C8606-4740-40E1-A8A2-6E11DE2E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566" y="4457421"/>
            <a:ext cx="35820" cy="30661"/>
          </a:xfrm>
          <a:custGeom xmlns:a="http://schemas.openxmlformats.org/drawingml/2006/main">
            <a:pathLst>
              <a:path w="35820" h="30661">
                <a:moveTo>
                  <a:pt x="35820" y="11437"/>
                </a:moveTo>
                <a:lnTo>
                  <a:pt x="0" y="0"/>
                </a:lnTo>
                <a:lnTo>
                  <a:pt x="3504" y="3066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DF28A5B-3C0B-47BE-81AF-FE199CC8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472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8C3437-8C55-41D7-8CB1-EB8EDC04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D1DB96-6BCD-4854-A3CD-F997B61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4481513"/>
            <a:ext cx="110889" cy="11089"/>
          </a:xfrm>
          <a:custGeom xmlns:a="http://schemas.openxmlformats.org/drawingml/2006/main">
            <a:pathLst>
              <a:path w="110889" h="11089">
                <a:moveTo>
                  <a:pt x="0" y="0"/>
                </a:moveTo>
                <a:lnTo>
                  <a:pt x="110889" y="1108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16FE41-3E38-4750-9E6E-9FF1FF5B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74" y="4473836"/>
            <a:ext cx="35655" cy="30708"/>
          </a:xfrm>
          <a:custGeom xmlns:a="http://schemas.openxmlformats.org/drawingml/2006/main">
            <a:pathLst>
              <a:path w="35655" h="30708">
                <a:moveTo>
                  <a:pt x="35655" y="18766"/>
                </a:moveTo>
                <a:lnTo>
                  <a:pt x="3071" y="0"/>
                </a:lnTo>
                <a:lnTo>
                  <a:pt x="0" y="3070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81CB315-86FE-4D13-9142-A2B20AB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44722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9877E4-BBA9-4696-86D2-87EC5CE9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0BBD2E-87C8-4677-AD96-9557C81C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4481513"/>
            <a:ext cx="106315" cy="33413"/>
          </a:xfrm>
          <a:custGeom xmlns:a="http://schemas.openxmlformats.org/drawingml/2006/main">
            <a:pathLst>
              <a:path w="106315" h="33413">
                <a:moveTo>
                  <a:pt x="0" y="0"/>
                </a:moveTo>
                <a:lnTo>
                  <a:pt x="106315" y="3341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0DF207-B7D9-47EB-BE0F-5505DBC8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992" y="4489924"/>
            <a:ext cx="37339" cy="29441"/>
          </a:xfrm>
          <a:custGeom xmlns:a="http://schemas.openxmlformats.org/drawingml/2006/main">
            <a:pathLst>
              <a:path w="37339" h="29441">
                <a:moveTo>
                  <a:pt x="37339" y="25002"/>
                </a:moveTo>
                <a:lnTo>
                  <a:pt x="9253" y="0"/>
                </a:lnTo>
                <a:lnTo>
                  <a:pt x="0" y="2944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90CB9A-9F65-44C7-B3E3-A4A38CC4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4722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DE055E-25CE-43AB-8158-44E54AAE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634BCFF-EDE2-44EE-8744-7417469F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4481513"/>
            <a:ext cx="98526" cy="52078"/>
          </a:xfrm>
          <a:custGeom xmlns:a="http://schemas.openxmlformats.org/drawingml/2006/main">
            <a:pathLst>
              <a:path w="98526" h="52078">
                <a:moveTo>
                  <a:pt x="0" y="0"/>
                </a:moveTo>
                <a:lnTo>
                  <a:pt x="98526" y="5207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8FFB09-35A6-41C8-94CF-ED77705D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89" y="4503924"/>
            <a:ext cx="37526" cy="29666"/>
          </a:xfrm>
          <a:custGeom xmlns:a="http://schemas.openxmlformats.org/drawingml/2006/main">
            <a:pathLst>
              <a:path w="37526" h="29666">
                <a:moveTo>
                  <a:pt x="37526" y="29666"/>
                </a:moveTo>
                <a:lnTo>
                  <a:pt x="14422" y="0"/>
                </a:lnTo>
                <a:lnTo>
                  <a:pt x="0" y="2728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AADEAB-D6FA-4641-9CEE-C97B2E8F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4722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69B7C6-1D42-42E6-A494-651C63F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B26967-31B9-4BE5-B50A-38AE46C1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4481513"/>
            <a:ext cx="89460" cy="66456"/>
          </a:xfrm>
          <a:custGeom xmlns:a="http://schemas.openxmlformats.org/drawingml/2006/main">
            <a:pathLst>
              <a:path w="89460" h="66456">
                <a:moveTo>
                  <a:pt x="0" y="0"/>
                </a:moveTo>
                <a:lnTo>
                  <a:pt x="89460" y="6645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070568-5660-4FBB-96EA-17F1DF87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097" y="4515134"/>
            <a:ext cx="36728" cy="32835"/>
          </a:xfrm>
          <a:custGeom xmlns:a="http://schemas.openxmlformats.org/drawingml/2006/main">
            <a:pathLst>
              <a:path w="36728" h="32835">
                <a:moveTo>
                  <a:pt x="36728" y="32835"/>
                </a:moveTo>
                <a:lnTo>
                  <a:pt x="18403" y="0"/>
                </a:lnTo>
                <a:lnTo>
                  <a:pt x="0" y="2477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786C27-D895-4C9B-B352-BC83F9D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4722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2F073F-E3C2-4CCF-9F79-1ECE0D58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D21662-B676-4A62-8166-91EB16DD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4481513"/>
            <a:ext cx="80508" cy="77058"/>
          </a:xfrm>
          <a:custGeom xmlns:a="http://schemas.openxmlformats.org/drawingml/2006/main">
            <a:pathLst>
              <a:path w="80508" h="77058">
                <a:moveTo>
                  <a:pt x="0" y="0"/>
                </a:moveTo>
                <a:lnTo>
                  <a:pt x="80508" y="7705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C04ED0-FFF9-4EBC-9FA6-3F259F74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07" y="4523713"/>
            <a:ext cx="35441" cy="34857"/>
          </a:xfrm>
          <a:custGeom xmlns:a="http://schemas.openxmlformats.org/drawingml/2006/main">
            <a:pathLst>
              <a:path w="35441" h="34857">
                <a:moveTo>
                  <a:pt x="35441" y="34857"/>
                </a:moveTo>
                <a:lnTo>
                  <a:pt x="21339" y="0"/>
                </a:lnTo>
                <a:lnTo>
                  <a:pt x="0" y="2229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4A3DD1-5E11-49BA-AB13-7EEDAC9C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4472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70D3EC-D69B-4039-9EBC-7224FBC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82AA3F-E2EE-479A-9E51-DA82F1C1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481513"/>
            <a:ext cx="72355" cy="84759"/>
          </a:xfrm>
          <a:custGeom xmlns:a="http://schemas.openxmlformats.org/drawingml/2006/main">
            <a:pathLst>
              <a:path w="72355" h="84759">
                <a:moveTo>
                  <a:pt x="0" y="0"/>
                </a:moveTo>
                <a:lnTo>
                  <a:pt x="72355" y="8475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73C932B-C614-4473-BCD8-746CB63C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071" y="4530174"/>
            <a:ext cx="33999" cy="36098"/>
          </a:xfrm>
          <a:custGeom xmlns:a="http://schemas.openxmlformats.org/drawingml/2006/main">
            <a:pathLst>
              <a:path w="33999" h="36098">
                <a:moveTo>
                  <a:pt x="33999" y="36098"/>
                </a:moveTo>
                <a:lnTo>
                  <a:pt x="23472" y="0"/>
                </a:lnTo>
                <a:lnTo>
                  <a:pt x="0" y="2003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ED710F-899F-4FEC-9517-87F34EBC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472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1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A2B1792-D1DA-41A1-972A-44B1958F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916A90-8217-46E0-9F78-78D3D290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4481513"/>
            <a:ext cx="65215" cy="90369"/>
          </a:xfrm>
          <a:custGeom xmlns:a="http://schemas.openxmlformats.org/drawingml/2006/main">
            <a:pathLst>
              <a:path w="65215" h="90369">
                <a:moveTo>
                  <a:pt x="0" y="0"/>
                </a:moveTo>
                <a:lnTo>
                  <a:pt x="65215" y="9036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1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723AA4B-6231-4184-98E1-A545654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526" y="4535046"/>
            <a:ext cx="32579" cy="36835"/>
          </a:xfrm>
          <a:custGeom xmlns:a="http://schemas.openxmlformats.org/drawingml/2006/main">
            <a:pathLst>
              <a:path w="32579" h="36835">
                <a:moveTo>
                  <a:pt x="32579" y="36835"/>
                </a:moveTo>
                <a:lnTo>
                  <a:pt x="25025" y="0"/>
                </a:lnTo>
                <a:lnTo>
                  <a:pt x="0" y="1805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C3F440-0629-44A2-9DC1-6CBB9C5C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472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3699A1-2DAE-41C9-9A5B-E6D7DC1A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45148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56FFCF-257E-4E75-9073-8E04E7C7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4620295"/>
            <a:ext cx="81943" cy="75530"/>
          </a:xfrm>
          <a:custGeom xmlns:a="http://schemas.openxmlformats.org/drawingml/2006/main">
            <a:pathLst>
              <a:path w="81943" h="75530">
                <a:moveTo>
                  <a:pt x="0" y="75530"/>
                </a:moveTo>
                <a:lnTo>
                  <a:pt x="819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6C5C45-CE40-4C82-BFDE-2F92B0EC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12" y="4620295"/>
            <a:ext cx="35671" cy="34586"/>
          </a:xfrm>
          <a:custGeom xmlns:a="http://schemas.openxmlformats.org/drawingml/2006/main">
            <a:pathLst>
              <a:path w="35671" h="34586">
                <a:moveTo>
                  <a:pt x="35671" y="0"/>
                </a:moveTo>
                <a:lnTo>
                  <a:pt x="0" y="11894"/>
                </a:lnTo>
                <a:lnTo>
                  <a:pt x="20916" y="3458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7E249A-16A9-4001-87D6-28FB0AD6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153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4C9DE2-8BB5-4D70-A6DB-A544DDA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F5C798-8609-4D49-812E-23D6CA0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4634381"/>
            <a:ext cx="92974" cy="61444"/>
          </a:xfrm>
          <a:custGeom xmlns:a="http://schemas.openxmlformats.org/drawingml/2006/main">
            <a:pathLst>
              <a:path w="92974" h="61444">
                <a:moveTo>
                  <a:pt x="0" y="61444"/>
                </a:moveTo>
                <a:lnTo>
                  <a:pt x="929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F6F721D-FA20-48E5-AC5F-1F9D5E3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174" y="4634381"/>
            <a:ext cx="37115" cy="31779"/>
          </a:xfrm>
          <a:custGeom xmlns:a="http://schemas.openxmlformats.org/drawingml/2006/main">
            <a:pathLst>
              <a:path w="37115" h="31779">
                <a:moveTo>
                  <a:pt x="37115" y="0"/>
                </a:moveTo>
                <a:lnTo>
                  <a:pt x="0" y="6032"/>
                </a:lnTo>
                <a:lnTo>
                  <a:pt x="17015" y="3177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4E2D8F-4067-4B40-AEE6-71F25F13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153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56C570-E44C-44F6-88A3-64D24472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EF5A71-9A51-4162-95A1-7B5332A2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4654436"/>
            <a:ext cx="103472" cy="41389"/>
          </a:xfrm>
          <a:custGeom xmlns:a="http://schemas.openxmlformats.org/drawingml/2006/main">
            <a:pathLst>
              <a:path w="103472" h="41389">
                <a:moveTo>
                  <a:pt x="0" y="41389"/>
                </a:moveTo>
                <a:lnTo>
                  <a:pt x="103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CA9837B-7CB6-4E6D-BE38-E895D17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394" y="4652844"/>
            <a:ext cx="37568" cy="28654"/>
          </a:xfrm>
          <a:custGeom xmlns:a="http://schemas.openxmlformats.org/drawingml/2006/main">
            <a:pathLst>
              <a:path w="37568" h="28654">
                <a:moveTo>
                  <a:pt x="37568" y="1592"/>
                </a:moveTo>
                <a:lnTo>
                  <a:pt x="0" y="0"/>
                </a:lnTo>
                <a:lnTo>
                  <a:pt x="11461" y="2865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A8F3D7-4C57-4743-8CEC-5E879BF7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6153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655F18D-500B-495A-AC40-1AFFB4D9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2EF7A0-AF6E-4C29-A1E6-F7EA7DAA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4680468"/>
            <a:ext cx="110379" cy="15357"/>
          </a:xfrm>
          <a:custGeom xmlns:a="http://schemas.openxmlformats.org/drawingml/2006/main">
            <a:pathLst>
              <a:path w="110379" h="15357">
                <a:moveTo>
                  <a:pt x="0" y="15357"/>
                </a:moveTo>
                <a:lnTo>
                  <a:pt x="1103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A54841-8457-48DA-9976-C4BB144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955" y="4669910"/>
            <a:ext cx="36089" cy="30567"/>
          </a:xfrm>
          <a:custGeom xmlns:a="http://schemas.openxmlformats.org/drawingml/2006/main">
            <a:pathLst>
              <a:path w="36089" h="30567">
                <a:moveTo>
                  <a:pt x="36089" y="10558"/>
                </a:moveTo>
                <a:lnTo>
                  <a:pt x="0" y="0"/>
                </a:lnTo>
                <a:lnTo>
                  <a:pt x="4253" y="3056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9854705-A236-4A37-90A2-F335307E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6153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A1A6EB-A48D-48EE-B31E-0D989CA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CBDF0DB-59B3-4551-BC86-28C18411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4695825"/>
            <a:ext cx="110626" cy="13467"/>
          </a:xfrm>
          <a:custGeom xmlns:a="http://schemas.openxmlformats.org/drawingml/2006/main">
            <a:pathLst>
              <a:path w="110626" h="13467">
                <a:moveTo>
                  <a:pt x="0" y="0"/>
                </a:moveTo>
                <a:lnTo>
                  <a:pt x="110626" y="13467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EBE1F5-BA2B-41E2-97CC-523DDCAC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562" y="4689831"/>
            <a:ext cx="35903" cy="30635"/>
          </a:xfrm>
          <a:custGeom xmlns:a="http://schemas.openxmlformats.org/drawingml/2006/main">
            <a:pathLst>
              <a:path w="35903" h="30635">
                <a:moveTo>
                  <a:pt x="35903" y="19461"/>
                </a:moveTo>
                <a:lnTo>
                  <a:pt x="3729" y="0"/>
                </a:lnTo>
                <a:lnTo>
                  <a:pt x="0" y="3063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93B37E-100E-4532-B3E1-A980BD3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61535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2DCA20-8F04-45C2-8277-65A56FE4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2E2543-7583-4F8F-B1C4-F8498323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4695825"/>
            <a:ext cx="104084" cy="39824"/>
          </a:xfrm>
          <a:custGeom xmlns:a="http://schemas.openxmlformats.org/drawingml/2006/main">
            <a:pathLst>
              <a:path w="104084" h="39824">
                <a:moveTo>
                  <a:pt x="0" y="0"/>
                </a:moveTo>
                <a:lnTo>
                  <a:pt x="104084" y="3982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D1156A-4905-4391-85C9-28AD2B8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559" y="4708983"/>
            <a:ext cx="37540" cy="28823"/>
          </a:xfrm>
          <a:custGeom xmlns:a="http://schemas.openxmlformats.org/drawingml/2006/main">
            <a:pathLst>
              <a:path w="37540" h="28823">
                <a:moveTo>
                  <a:pt x="37540" y="26665"/>
                </a:moveTo>
                <a:lnTo>
                  <a:pt x="11028" y="0"/>
                </a:lnTo>
                <a:lnTo>
                  <a:pt x="0" y="2882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7312FA-479D-4BDA-9332-1497433F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61535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D6A3BCA-6449-4132-9E9C-E149BBC1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215D5EE-CF93-4E89-B14C-1E0BB72B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4695825"/>
            <a:ext cx="93717" cy="60305"/>
          </a:xfrm>
          <a:custGeom xmlns:a="http://schemas.openxmlformats.org/drawingml/2006/main">
            <a:pathLst>
              <a:path w="93717" h="60305">
                <a:moveTo>
                  <a:pt x="0" y="0"/>
                </a:moveTo>
                <a:lnTo>
                  <a:pt x="93717" y="6030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E964467-3F56-4259-9994-D3BFB7B6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721" y="4724598"/>
            <a:ext cx="37186" cy="31531"/>
          </a:xfrm>
          <a:custGeom xmlns:a="http://schemas.openxmlformats.org/drawingml/2006/main">
            <a:pathLst>
              <a:path w="37186" h="31531">
                <a:moveTo>
                  <a:pt x="37186" y="31531"/>
                </a:moveTo>
                <a:lnTo>
                  <a:pt x="16700" y="0"/>
                </a:lnTo>
                <a:lnTo>
                  <a:pt x="0" y="25952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5AAF81-E8C7-4ED4-9426-DD794040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61535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7BAC78-3175-40AD-B8BE-8697FB3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518B77-EE0F-4F70-9720-3E1A50EE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4695825"/>
            <a:ext cx="82656" cy="74749"/>
          </a:xfrm>
          <a:custGeom xmlns:a="http://schemas.openxmlformats.org/drawingml/2006/main">
            <a:pathLst>
              <a:path w="82656" h="74749">
                <a:moveTo>
                  <a:pt x="0" y="0"/>
                </a:moveTo>
                <a:lnTo>
                  <a:pt x="82656" y="7474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4654071-4387-4758-838A-24D81E0D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238" y="4736130"/>
            <a:ext cx="35782" cy="34444"/>
          </a:xfrm>
          <a:custGeom xmlns:a="http://schemas.openxmlformats.org/drawingml/2006/main">
            <a:pathLst>
              <a:path w="35782" h="34444">
                <a:moveTo>
                  <a:pt x="35782" y="34444"/>
                </a:moveTo>
                <a:lnTo>
                  <a:pt x="20700" y="0"/>
                </a:lnTo>
                <a:lnTo>
                  <a:pt x="0" y="2288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70FFCA-42CE-4A64-9EE9-358F7CA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1535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F2C707F-23F1-4644-8E85-863ACA46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6C705F-4ADD-4889-9299-D5F0A112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4695825"/>
            <a:ext cx="72578" cy="84569"/>
          </a:xfrm>
          <a:custGeom xmlns:a="http://schemas.openxmlformats.org/drawingml/2006/main">
            <a:pathLst>
              <a:path w="72578" h="84569">
                <a:moveTo>
                  <a:pt x="0" y="0"/>
                </a:moveTo>
                <a:lnTo>
                  <a:pt x="72578" y="8456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F3F7BB-D66A-4138-95EA-1EAD9682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077" y="4744323"/>
            <a:ext cx="34041" cy="36070"/>
          </a:xfrm>
          <a:custGeom xmlns:a="http://schemas.openxmlformats.org/drawingml/2006/main">
            <a:pathLst>
              <a:path w="34041" h="36070">
                <a:moveTo>
                  <a:pt x="34041" y="36070"/>
                </a:moveTo>
                <a:lnTo>
                  <a:pt x="23419" y="0"/>
                </a:lnTo>
                <a:lnTo>
                  <a:pt x="0" y="2009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285D5F-2F35-4721-A86D-7EC9A0E1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66153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6D4B1A-10B3-41F9-AB05-E53144E8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E2FCAE-18F2-486B-AB3F-7DEC4FE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695825"/>
            <a:ext cx="63983" cy="91245"/>
          </a:xfrm>
          <a:custGeom xmlns:a="http://schemas.openxmlformats.org/drawingml/2006/main">
            <a:pathLst>
              <a:path w="63983" h="91245">
                <a:moveTo>
                  <a:pt x="0" y="0"/>
                </a:moveTo>
                <a:lnTo>
                  <a:pt x="63983" y="9124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D404EF-B301-4AD8-BE17-48E8ADDC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377" y="4750135"/>
            <a:ext cx="32321" cy="36935"/>
          </a:xfrm>
          <a:custGeom xmlns:a="http://schemas.openxmlformats.org/drawingml/2006/main">
            <a:pathLst>
              <a:path w="32321" h="36935">
                <a:moveTo>
                  <a:pt x="32321" y="36935"/>
                </a:moveTo>
                <a:lnTo>
                  <a:pt x="25268" y="0"/>
                </a:lnTo>
                <a:lnTo>
                  <a:pt x="0" y="1771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9E8CE5-DCC8-42DE-A627-8FC8EEEC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6153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59AEF4-1372-4A2D-9A76-67293A18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55586A-3F94-4F62-B2DF-7460DA6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4695825"/>
            <a:ext cx="56827" cy="95865"/>
          </a:xfrm>
          <a:custGeom xmlns:a="http://schemas.openxmlformats.org/drawingml/2006/main">
            <a:pathLst>
              <a:path w="56827" h="95865">
                <a:moveTo>
                  <a:pt x="0" y="0"/>
                </a:moveTo>
                <a:lnTo>
                  <a:pt x="56827" y="9586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AFFD5C-C0C2-48D0-A3D8-A124757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58" y="4754325"/>
            <a:ext cx="30759" cy="37365"/>
          </a:xfrm>
          <a:custGeom xmlns:a="http://schemas.openxmlformats.org/drawingml/2006/main">
            <a:pathLst>
              <a:path w="30759" h="37365">
                <a:moveTo>
                  <a:pt x="30759" y="37365"/>
                </a:moveTo>
                <a:lnTo>
                  <a:pt x="26547" y="0"/>
                </a:lnTo>
                <a:lnTo>
                  <a:pt x="0" y="1573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59F005-91F7-4935-9905-94E4978F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66153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B2951B-2EDF-4D5D-8F2D-AF660CDD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472917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DAF9EBF-B904-44F4-8933-3188542F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4825186"/>
            <a:ext cx="72129" cy="84952"/>
          </a:xfrm>
          <a:custGeom xmlns:a="http://schemas.openxmlformats.org/drawingml/2006/main">
            <a:pathLst>
              <a:path w="72129" h="84952">
                <a:moveTo>
                  <a:pt x="0" y="84952"/>
                </a:moveTo>
                <a:lnTo>
                  <a:pt x="72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92A4A2-4245-4BFA-B577-0A01DDA6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313" y="4825186"/>
            <a:ext cx="33956" cy="36126"/>
          </a:xfrm>
          <a:custGeom xmlns:a="http://schemas.openxmlformats.org/drawingml/2006/main">
            <a:pathLst>
              <a:path w="33956" h="36126">
                <a:moveTo>
                  <a:pt x="33956" y="0"/>
                </a:moveTo>
                <a:lnTo>
                  <a:pt x="0" y="16152"/>
                </a:lnTo>
                <a:lnTo>
                  <a:pt x="23525" y="3612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F9D031-0AB1-467C-9160-B2E73C3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7584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DAE990-3240-4828-896A-A02A14C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17846E-5DD9-45BB-BE24-62F46479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4838237"/>
            <a:ext cx="85145" cy="71901"/>
          </a:xfrm>
          <a:custGeom xmlns:a="http://schemas.openxmlformats.org/drawingml/2006/main">
            <a:pathLst>
              <a:path w="85145" h="71901">
                <a:moveTo>
                  <a:pt x="0" y="71901"/>
                </a:moveTo>
                <a:lnTo>
                  <a:pt x="851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9F77C3E-9B08-4C2B-8464-68E78D13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306" y="4838237"/>
            <a:ext cx="36154" cy="33913"/>
          </a:xfrm>
          <a:custGeom xmlns:a="http://schemas.openxmlformats.org/drawingml/2006/main">
            <a:pathLst>
              <a:path w="36154" h="33913">
                <a:moveTo>
                  <a:pt x="36154" y="0"/>
                </a:moveTo>
                <a:lnTo>
                  <a:pt x="0" y="10334"/>
                </a:lnTo>
                <a:lnTo>
                  <a:pt x="19911" y="3391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86C576-7295-41FC-BA30-185D99F9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584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A1E1E9-941E-4122-860F-8305CBC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4A22FE6-5FB5-4426-8401-A5A3CED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4859419"/>
            <a:ext cx="99232" cy="50719"/>
          </a:xfrm>
          <a:custGeom xmlns:a="http://schemas.openxmlformats.org/drawingml/2006/main">
            <a:pathLst>
              <a:path w="99232" h="50719">
                <a:moveTo>
                  <a:pt x="0" y="50719"/>
                </a:moveTo>
                <a:lnTo>
                  <a:pt x="992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148B54-8E9B-46C9-99E1-5304702A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167" y="4859419"/>
            <a:ext cx="37556" cy="29346"/>
          </a:xfrm>
          <a:custGeom xmlns:a="http://schemas.openxmlformats.org/drawingml/2006/main">
            <a:pathLst>
              <a:path w="37556" h="29346">
                <a:moveTo>
                  <a:pt x="37556" y="0"/>
                </a:moveTo>
                <a:lnTo>
                  <a:pt x="0" y="1866"/>
                </a:lnTo>
                <a:lnTo>
                  <a:pt x="14045" y="2934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7BF49D-0070-470B-939A-84F61B0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7584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80A288-0CC3-4FA9-ABB4-E4FF45D2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E0AA60-C17A-4A7A-BC53-406F12E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4890631"/>
            <a:ext cx="109722" cy="19506"/>
          </a:xfrm>
          <a:custGeom xmlns:a="http://schemas.openxmlformats.org/drawingml/2006/main">
            <a:pathLst>
              <a:path w="109722" h="19506">
                <a:moveTo>
                  <a:pt x="0" y="19506"/>
                </a:moveTo>
                <a:lnTo>
                  <a:pt x="1097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80CA2A-DD87-4CD0-B9F5-D96B689C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926" y="4881441"/>
            <a:ext cx="36462" cy="30385"/>
          </a:xfrm>
          <a:custGeom xmlns:a="http://schemas.openxmlformats.org/drawingml/2006/main">
            <a:pathLst>
              <a:path w="36462" h="30385">
                <a:moveTo>
                  <a:pt x="36462" y="9190"/>
                </a:moveTo>
                <a:lnTo>
                  <a:pt x="0" y="0"/>
                </a:lnTo>
                <a:lnTo>
                  <a:pt x="5402" y="3038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26968C-3AF2-4E03-A8E5-AFC9B488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7584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E981DD-2BBC-496B-8134-21EF3B3E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50B135-D32B-4A99-90F5-0D635631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4910138"/>
            <a:ext cx="110118" cy="17129"/>
          </a:xfrm>
          <a:custGeom xmlns:a="http://schemas.openxmlformats.org/drawingml/2006/main">
            <a:pathLst>
              <a:path w="110118" h="17129">
                <a:moveTo>
                  <a:pt x="0" y="0"/>
                </a:moveTo>
                <a:lnTo>
                  <a:pt x="110118" y="1712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F39644-6B7C-4125-B1B6-050536CC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704" y="4906749"/>
            <a:ext cx="36254" cy="30494"/>
          </a:xfrm>
          <a:custGeom xmlns:a="http://schemas.openxmlformats.org/drawingml/2006/main">
            <a:pathLst>
              <a:path w="36254" h="30494">
                <a:moveTo>
                  <a:pt x="36254" y="20518"/>
                </a:moveTo>
                <a:lnTo>
                  <a:pt x="4744" y="0"/>
                </a:lnTo>
                <a:lnTo>
                  <a:pt x="0" y="3049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2FBA82-6965-4C6C-B865-36A37055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875848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309ABB-31CB-4B61-8247-A59CCA3D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7573E81-25DE-46F8-B51E-822D597F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4910138"/>
            <a:ext cx="100118" cy="48947"/>
          </a:xfrm>
          <a:custGeom xmlns:a="http://schemas.openxmlformats.org/drawingml/2006/main">
            <a:pathLst>
              <a:path w="100118" h="48947">
                <a:moveTo>
                  <a:pt x="0" y="0"/>
                </a:moveTo>
                <a:lnTo>
                  <a:pt x="100118" y="48947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8EDDAC-2149-4CD6-A288-5C6DEB20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550" y="4930161"/>
            <a:ext cx="37583" cy="28923"/>
          </a:xfrm>
          <a:custGeom xmlns:a="http://schemas.openxmlformats.org/drawingml/2006/main">
            <a:pathLst>
              <a:path w="37583" h="28923">
                <a:moveTo>
                  <a:pt x="37583" y="28923"/>
                </a:moveTo>
                <a:lnTo>
                  <a:pt x="13554" y="0"/>
                </a:lnTo>
                <a:lnTo>
                  <a:pt x="0" y="2772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86ADDC-A655-4ED0-B871-7746DBF6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75848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7F94074-BAC3-41DE-8D5C-887866AC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24AC78-DDDC-4C36-B993-E546F53E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4910138"/>
            <a:ext cx="86081" cy="70778"/>
          </a:xfrm>
          <a:custGeom xmlns:a="http://schemas.openxmlformats.org/drawingml/2006/main">
            <a:pathLst>
              <a:path w="86081" h="70778">
                <a:moveTo>
                  <a:pt x="0" y="0"/>
                </a:moveTo>
                <a:lnTo>
                  <a:pt x="86081" y="7077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CB6D58-5CDC-4257-BD9B-F6BB35F0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985" y="4947219"/>
            <a:ext cx="36286" cy="33697"/>
          </a:xfrm>
          <a:custGeom xmlns:a="http://schemas.openxmlformats.org/drawingml/2006/main">
            <a:pathLst>
              <a:path w="36286" h="33697">
                <a:moveTo>
                  <a:pt x="36286" y="33697"/>
                </a:moveTo>
                <a:lnTo>
                  <a:pt x="19600" y="0"/>
                </a:lnTo>
                <a:lnTo>
                  <a:pt x="0" y="2383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AE281C-99A8-4C68-A473-46CFC24F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75848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837529-84DF-435B-BB4C-1FE62778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05A99E5-F6B8-4382-B3E0-F78C52B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4910138"/>
            <a:ext cx="72925" cy="84269"/>
          </a:xfrm>
          <a:custGeom xmlns:a="http://schemas.openxmlformats.org/drawingml/2006/main">
            <a:pathLst>
              <a:path w="72925" h="84269">
                <a:moveTo>
                  <a:pt x="0" y="0"/>
                </a:moveTo>
                <a:lnTo>
                  <a:pt x="72925" y="8426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0BB3632-E7CB-414D-B784-D0305F1C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184" y="4958380"/>
            <a:ext cx="34107" cy="36026"/>
          </a:xfrm>
          <a:custGeom xmlns:a="http://schemas.openxmlformats.org/drawingml/2006/main">
            <a:pathLst>
              <a:path w="34107" h="36026">
                <a:moveTo>
                  <a:pt x="34107" y="36026"/>
                </a:moveTo>
                <a:lnTo>
                  <a:pt x="23336" y="0"/>
                </a:lnTo>
                <a:lnTo>
                  <a:pt x="0" y="2019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7CA25B-AF3C-4DE5-955D-450CC694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75848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375D61-1762-4B7D-ACC5-46C926DE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3E9F1F-B268-410F-8E51-B022013D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4910138"/>
            <a:ext cx="62135" cy="92513"/>
          </a:xfrm>
          <a:custGeom xmlns:a="http://schemas.openxmlformats.org/drawingml/2006/main">
            <a:pathLst>
              <a:path w="62135" h="92513">
                <a:moveTo>
                  <a:pt x="0" y="0"/>
                </a:moveTo>
                <a:lnTo>
                  <a:pt x="62135" y="9251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73F7D0-D1F0-40CB-828B-E60CF39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747" y="4965581"/>
            <a:ext cx="31928" cy="37069"/>
          </a:xfrm>
          <a:custGeom xmlns:a="http://schemas.openxmlformats.org/drawingml/2006/main">
            <a:pathLst>
              <a:path w="31928" h="37069">
                <a:moveTo>
                  <a:pt x="31928" y="37069"/>
                </a:moveTo>
                <a:lnTo>
                  <a:pt x="25619" y="0"/>
                </a:lnTo>
                <a:lnTo>
                  <a:pt x="0" y="1720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D53516-4075-4984-9122-C51F99A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87584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E839E0-D467-43E9-A4EF-2D1932E2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748A0C-DB8E-4EC4-857D-471F21F6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910138"/>
            <a:ext cx="53615" cy="97698"/>
          </a:xfrm>
          <a:custGeom xmlns:a="http://schemas.openxmlformats.org/drawingml/2006/main">
            <a:pathLst>
              <a:path w="53615" h="97698">
                <a:moveTo>
                  <a:pt x="0" y="0"/>
                </a:moveTo>
                <a:lnTo>
                  <a:pt x="53615" y="9769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27491B-54A1-4A79-B45B-AF6541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305" y="4970351"/>
            <a:ext cx="30024" cy="37484"/>
          </a:xfrm>
          <a:custGeom xmlns:a="http://schemas.openxmlformats.org/drawingml/2006/main">
            <a:pathLst>
              <a:path w="30024" h="37484">
                <a:moveTo>
                  <a:pt x="30024" y="37484"/>
                </a:moveTo>
                <a:lnTo>
                  <a:pt x="27055" y="0"/>
                </a:lnTo>
                <a:lnTo>
                  <a:pt x="0" y="1484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954864-23DB-4135-83CC-D8A0F768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7584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24EDBD-C238-4399-AC32-9D55F0F8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AF764A-2A8B-4E6B-A3DB-4C0BDC04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4910138"/>
            <a:ext cx="46899" cy="101094"/>
          </a:xfrm>
          <a:custGeom xmlns:a="http://schemas.openxmlformats.org/drawingml/2006/main">
            <a:pathLst>
              <a:path w="46899" h="101094">
                <a:moveTo>
                  <a:pt x="0" y="0"/>
                </a:moveTo>
                <a:lnTo>
                  <a:pt x="46899" y="10109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01833A-2E28-4382-8AEF-BDED4F9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361" y="4973632"/>
            <a:ext cx="28428" cy="37599"/>
          </a:xfrm>
          <a:custGeom xmlns:a="http://schemas.openxmlformats.org/drawingml/2006/main">
            <a:pathLst>
              <a:path w="28428" h="37599">
                <a:moveTo>
                  <a:pt x="28428" y="37599"/>
                </a:moveTo>
                <a:lnTo>
                  <a:pt x="27995" y="0"/>
                </a:lnTo>
                <a:lnTo>
                  <a:pt x="0" y="1298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CC99B7-798A-4ACA-872D-BC72FCBF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87584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75AFA2-66A8-4465-81BB-F53B255D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494348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B0CBCC9-FFC6-424C-9C7C-34205D2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5029447"/>
            <a:ext cx="58257" cy="95003"/>
          </a:xfrm>
          <a:custGeom xmlns:a="http://schemas.openxmlformats.org/drawingml/2006/main">
            <a:pathLst>
              <a:path w="58257" h="95003">
                <a:moveTo>
                  <a:pt x="0" y="95003"/>
                </a:moveTo>
                <a:lnTo>
                  <a:pt x="58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3B288BB-2DAE-48F9-BF15-03EBE84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317" y="5029447"/>
            <a:ext cx="31079" cy="37298"/>
          </a:xfrm>
          <a:custGeom xmlns:a="http://schemas.openxmlformats.org/drawingml/2006/main">
            <a:pathLst>
              <a:path w="31079" h="37298">
                <a:moveTo>
                  <a:pt x="31079" y="0"/>
                </a:moveTo>
                <a:lnTo>
                  <a:pt x="0" y="21165"/>
                </a:lnTo>
                <a:lnTo>
                  <a:pt x="26309" y="3729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305AAB-D8B5-4560-9DD0-CCB891B9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09016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393E7F-8F4F-47CF-AE01-02474B3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C8D81E-D899-4606-B248-A39247B6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5039758"/>
            <a:ext cx="72434" cy="84692"/>
          </a:xfrm>
          <a:custGeom xmlns:a="http://schemas.openxmlformats.org/drawingml/2006/main">
            <a:pathLst>
              <a:path w="72434" h="84692">
                <a:moveTo>
                  <a:pt x="0" y="84692"/>
                </a:moveTo>
                <a:lnTo>
                  <a:pt x="724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4651F0-D1C1-4353-8162-DB08EEE7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735" y="5039758"/>
            <a:ext cx="34014" cy="36088"/>
          </a:xfrm>
          <a:custGeom xmlns:a="http://schemas.openxmlformats.org/drawingml/2006/main">
            <a:pathLst>
              <a:path w="34014" h="36088">
                <a:moveTo>
                  <a:pt x="34014" y="0"/>
                </a:moveTo>
                <a:lnTo>
                  <a:pt x="0" y="16030"/>
                </a:lnTo>
                <a:lnTo>
                  <a:pt x="23453" y="3608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C34F6F-CADA-4803-8ED0-1C68C9AE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016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2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309B639-BE5B-4F74-AB9F-5451458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EB5952-5955-4ED9-BCA2-FC8937D7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5060073"/>
            <a:ext cx="90967" cy="64377"/>
          </a:xfrm>
          <a:custGeom xmlns:a="http://schemas.openxmlformats.org/drawingml/2006/main">
            <a:pathLst>
              <a:path w="90967" h="64377">
                <a:moveTo>
                  <a:pt x="0" y="64377"/>
                </a:moveTo>
                <a:lnTo>
                  <a:pt x="90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2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F47601-F5D9-422D-AC56-655F637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54" y="5060073"/>
            <a:ext cx="36904" cy="32404"/>
          </a:xfrm>
          <a:custGeom xmlns:a="http://schemas.openxmlformats.org/drawingml/2006/main">
            <a:pathLst>
              <a:path w="36904" h="32404">
                <a:moveTo>
                  <a:pt x="36904" y="0"/>
                </a:moveTo>
                <a:lnTo>
                  <a:pt x="0" y="7213"/>
                </a:lnTo>
                <a:lnTo>
                  <a:pt x="17827" y="3240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671826A-DD33-4E02-9530-0009B819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016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53F649-1B25-4D02-ADB1-F3B478EC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A1F215B-226E-421F-B86B-2324F2D6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5097813"/>
            <a:ext cx="108212" cy="26637"/>
          </a:xfrm>
          <a:custGeom xmlns:a="http://schemas.openxmlformats.org/drawingml/2006/main">
            <a:pathLst>
              <a:path w="108212" h="26637">
                <a:moveTo>
                  <a:pt x="0" y="26637"/>
                </a:moveTo>
                <a:lnTo>
                  <a:pt x="108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2EB938-63E9-442B-9F91-325D46D3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893" y="5091026"/>
            <a:ext cx="36984" cy="29966"/>
          </a:xfrm>
          <a:custGeom xmlns:a="http://schemas.openxmlformats.org/drawingml/2006/main">
            <a:pathLst>
              <a:path w="36984" h="29966">
                <a:moveTo>
                  <a:pt x="36984" y="6787"/>
                </a:moveTo>
                <a:lnTo>
                  <a:pt x="0" y="0"/>
                </a:lnTo>
                <a:lnTo>
                  <a:pt x="7376" y="2996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1C000A-E940-4C5A-BA99-7F3132AB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9016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51FC943-06D9-471D-87D8-63263C18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06C13F-BA61-4538-9160-86E488BE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5124450"/>
            <a:ext cx="108944" cy="23465"/>
          </a:xfrm>
          <a:custGeom xmlns:a="http://schemas.openxmlformats.org/drawingml/2006/main">
            <a:pathLst>
              <a:path w="108944" h="23465">
                <a:moveTo>
                  <a:pt x="0" y="0"/>
                </a:moveTo>
                <a:lnTo>
                  <a:pt x="108944" y="2346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FDBF5D-B201-46AF-8C4E-729814D4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014" y="5125610"/>
            <a:ext cx="36770" cy="30169"/>
          </a:xfrm>
          <a:custGeom xmlns:a="http://schemas.openxmlformats.org/drawingml/2006/main">
            <a:pathLst>
              <a:path w="36770" h="30169">
                <a:moveTo>
                  <a:pt x="36770" y="22305"/>
                </a:moveTo>
                <a:lnTo>
                  <a:pt x="6498" y="0"/>
                </a:lnTo>
                <a:lnTo>
                  <a:pt x="0" y="3016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6B1BBC-4B36-4C98-9F3C-947F4CDF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9016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5E3DDF-F99B-453E-856B-36C64E23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CC95869-805A-4AC0-879F-65300C95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5124450"/>
            <a:ext cx="92287" cy="62471"/>
          </a:xfrm>
          <a:custGeom xmlns:a="http://schemas.openxmlformats.org/drawingml/2006/main">
            <a:pathLst>
              <a:path w="92287" h="62471">
                <a:moveTo>
                  <a:pt x="0" y="0"/>
                </a:moveTo>
                <a:lnTo>
                  <a:pt x="92287" y="6247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5F1406-D7A5-41F5-BB77-06EB1A12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56" y="5154921"/>
            <a:ext cx="37046" cy="32000"/>
          </a:xfrm>
          <a:custGeom xmlns:a="http://schemas.openxmlformats.org/drawingml/2006/main">
            <a:pathLst>
              <a:path w="37046" h="32000">
                <a:moveTo>
                  <a:pt x="37046" y="32000"/>
                </a:moveTo>
                <a:lnTo>
                  <a:pt x="17300" y="0"/>
                </a:lnTo>
                <a:lnTo>
                  <a:pt x="0" y="2555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627AFC8-8F01-4D43-9317-1B06F7E6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9016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7834435-CF5F-49AE-AB51-94EC0B73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35D7ED-9B21-4165-8112-323425B8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5124450"/>
            <a:ext cx="73545" cy="83729"/>
          </a:xfrm>
          <a:custGeom xmlns:a="http://schemas.openxmlformats.org/drawingml/2006/main">
            <a:pathLst>
              <a:path w="73545" h="83729">
                <a:moveTo>
                  <a:pt x="0" y="0"/>
                </a:moveTo>
                <a:lnTo>
                  <a:pt x="73545" y="8372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9D9E33A-C528-447A-B0DA-0C6E2209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513" y="5172233"/>
            <a:ext cx="34223" cy="35946"/>
          </a:xfrm>
          <a:custGeom xmlns:a="http://schemas.openxmlformats.org/drawingml/2006/main">
            <a:pathLst>
              <a:path w="34223" h="35946">
                <a:moveTo>
                  <a:pt x="34223" y="35946"/>
                </a:moveTo>
                <a:lnTo>
                  <a:pt x="23186" y="0"/>
                </a:lnTo>
                <a:lnTo>
                  <a:pt x="0" y="2036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C0F39A-2374-4EB6-8D0F-272EC62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9016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7035F7-5028-4A2D-8DC0-3E307252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9C9612-2659-4AE5-9F1B-844B6416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5124450"/>
            <a:ext cx="59064" cy="94503"/>
          </a:xfrm>
          <a:custGeom xmlns:a="http://schemas.openxmlformats.org/drawingml/2006/main">
            <a:pathLst>
              <a:path w="59064" h="94503">
                <a:moveTo>
                  <a:pt x="0" y="0"/>
                </a:moveTo>
                <a:lnTo>
                  <a:pt x="59064" y="9450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65CB9D-E605-4F5E-89B6-7B9D3A46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171" y="5181697"/>
            <a:ext cx="31259" cy="37256"/>
          </a:xfrm>
          <a:custGeom xmlns:a="http://schemas.openxmlformats.org/drawingml/2006/main">
            <a:pathLst>
              <a:path w="31259" h="37256">
                <a:moveTo>
                  <a:pt x="31259" y="37256"/>
                </a:moveTo>
                <a:lnTo>
                  <a:pt x="26170" y="0"/>
                </a:lnTo>
                <a:lnTo>
                  <a:pt x="0" y="1635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A8606E-AB72-4F23-8A93-F5DAC27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9016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D380FD-060C-4A0A-8D07-E06B87F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248E520-1906-487F-8F40-AC4C4B69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5124450"/>
            <a:ext cx="48638" cy="100269"/>
          </a:xfrm>
          <a:custGeom xmlns:a="http://schemas.openxmlformats.org/drawingml/2006/main">
            <a:pathLst>
              <a:path w="48638" h="100269">
                <a:moveTo>
                  <a:pt x="0" y="0"/>
                </a:moveTo>
                <a:lnTo>
                  <a:pt x="48638" y="10026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B39CB7D-74DB-437C-A33E-C44BE35A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329" y="5187132"/>
            <a:ext cx="28849" cy="37586"/>
          </a:xfrm>
          <a:custGeom xmlns:a="http://schemas.openxmlformats.org/drawingml/2006/main">
            <a:pathLst>
              <a:path w="28849" h="37586">
                <a:moveTo>
                  <a:pt x="28849" y="37586"/>
                </a:moveTo>
                <a:lnTo>
                  <a:pt x="27767" y="0"/>
                </a:lnTo>
                <a:lnTo>
                  <a:pt x="0" y="1346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C9DCFB8-2F28-415C-B44E-E1D7129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09016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03CFF8-D7CD-42F8-8140-8BC84A6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49A650-04DF-49BE-A930-ED233982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5124450"/>
            <a:ext cx="41062" cy="103602"/>
          </a:xfrm>
          <a:custGeom xmlns:a="http://schemas.openxmlformats.org/drawingml/2006/main">
            <a:pathLst>
              <a:path w="41062" h="103602">
                <a:moveTo>
                  <a:pt x="0" y="0"/>
                </a:moveTo>
                <a:lnTo>
                  <a:pt x="41062" y="10360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9DFC4F-D93E-4B44-BAC8-D399CA12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797" y="5190489"/>
            <a:ext cx="28690" cy="37563"/>
          </a:xfrm>
          <a:custGeom xmlns:a="http://schemas.openxmlformats.org/drawingml/2006/main">
            <a:pathLst>
              <a:path w="28690" h="37563">
                <a:moveTo>
                  <a:pt x="26979" y="37563"/>
                </a:moveTo>
                <a:lnTo>
                  <a:pt x="28690" y="0"/>
                </a:lnTo>
                <a:lnTo>
                  <a:pt x="0" y="1137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583D75-87DE-4A3D-B93C-9D562163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9016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7B1A78-8E4B-4990-91AB-22A1380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34EE43-7D99-421F-91FE-3B2F7093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124450"/>
            <a:ext cx="35405" cy="105669"/>
          </a:xfrm>
          <a:custGeom xmlns:a="http://schemas.openxmlformats.org/drawingml/2006/main">
            <a:pathLst>
              <a:path w="35405" h="105669">
                <a:moveTo>
                  <a:pt x="0" y="0"/>
                </a:moveTo>
                <a:lnTo>
                  <a:pt x="35405" y="10566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C57AA1-2BE5-4A4F-8139-3CF8AC0B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770" y="5192703"/>
            <a:ext cx="29262" cy="37416"/>
          </a:xfrm>
          <a:custGeom xmlns:a="http://schemas.openxmlformats.org/drawingml/2006/main">
            <a:pathLst>
              <a:path w="29262" h="37416">
                <a:moveTo>
                  <a:pt x="25525" y="37416"/>
                </a:moveTo>
                <a:lnTo>
                  <a:pt x="29262" y="0"/>
                </a:lnTo>
                <a:lnTo>
                  <a:pt x="0" y="980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86849D-F13F-4A05-B784-E31D6146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09016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EA84995-9327-4F7C-994C-5C469103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515779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13C16C-8C0A-43E2-B027-F0914046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5234497"/>
            <a:ext cx="39346" cy="104266"/>
          </a:xfrm>
          <a:custGeom xmlns:a="http://schemas.openxmlformats.org/drawingml/2006/main">
            <a:pathLst>
              <a:path w="39346" h="104266">
                <a:moveTo>
                  <a:pt x="0" y="104266"/>
                </a:moveTo>
                <a:lnTo>
                  <a:pt x="393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CBED59-28F4-4B19-80B1-FEB257AD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42" y="5234497"/>
            <a:ext cx="28874" cy="37530"/>
          </a:xfrm>
          <a:custGeom xmlns:a="http://schemas.openxmlformats.org/drawingml/2006/main">
            <a:pathLst>
              <a:path w="28874" h="37530">
                <a:moveTo>
                  <a:pt x="26543" y="0"/>
                </a:moveTo>
                <a:lnTo>
                  <a:pt x="0" y="26634"/>
                </a:lnTo>
                <a:lnTo>
                  <a:pt x="28874" y="3753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0DF3F6-9603-4B0A-A64F-D4C0EDAB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0447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DEE4C3-EE83-4A1C-A254-A4DAECEC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E0A3BDF-CB67-4F4F-84A1-5B5564B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5240145"/>
            <a:ext cx="51904" cy="98617"/>
          </a:xfrm>
          <a:custGeom xmlns:a="http://schemas.openxmlformats.org/drawingml/2006/main">
            <a:pathLst>
              <a:path w="51904" h="98617">
                <a:moveTo>
                  <a:pt x="0" y="98617"/>
                </a:moveTo>
                <a:lnTo>
                  <a:pt x="519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9C17F6-D7EE-41CF-B50B-9EE7B1CC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594" y="5240145"/>
            <a:ext cx="29625" cy="37531"/>
          </a:xfrm>
          <a:custGeom xmlns:a="http://schemas.openxmlformats.org/drawingml/2006/main">
            <a:pathLst>
              <a:path w="29625" h="37531">
                <a:moveTo>
                  <a:pt x="29625" y="0"/>
                </a:moveTo>
                <a:lnTo>
                  <a:pt x="0" y="23157"/>
                </a:lnTo>
                <a:lnTo>
                  <a:pt x="27309" y="3753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3D41E5-9538-497C-87AC-BF8C28CF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0447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E0AE803-2280-415F-8AB8-E95BD0B8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81AC2F3-505D-44D4-87F6-6A619C12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5254667"/>
            <a:ext cx="73126" cy="84095"/>
          </a:xfrm>
          <a:custGeom xmlns:a="http://schemas.openxmlformats.org/drawingml/2006/main">
            <a:pathLst>
              <a:path w="73126" h="84095">
                <a:moveTo>
                  <a:pt x="0" y="84095"/>
                </a:moveTo>
                <a:lnTo>
                  <a:pt x="73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6B23FC-D8A3-4754-A103-AB498D62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472" y="5254667"/>
            <a:ext cx="34144" cy="36001"/>
          </a:xfrm>
          <a:custGeom xmlns:a="http://schemas.openxmlformats.org/drawingml/2006/main">
            <a:pathLst>
              <a:path w="34144" h="36001">
                <a:moveTo>
                  <a:pt x="34144" y="0"/>
                </a:moveTo>
                <a:lnTo>
                  <a:pt x="0" y="15750"/>
                </a:lnTo>
                <a:lnTo>
                  <a:pt x="23288" y="3600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E057CA-0E9D-4932-800C-BC89F69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0447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0B9A0A0-0F77-44ED-8DBE-15E4D060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B3598E0-B4AB-445E-96A4-BB500218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5297374"/>
            <a:ext cx="103472" cy="41389"/>
          </a:xfrm>
          <a:custGeom xmlns:a="http://schemas.openxmlformats.org/drawingml/2006/main">
            <a:pathLst>
              <a:path w="103472" h="41389">
                <a:moveTo>
                  <a:pt x="0" y="41389"/>
                </a:moveTo>
                <a:lnTo>
                  <a:pt x="103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3C112C5-F75E-4FA0-8D39-5B15CB4A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69" y="5295782"/>
            <a:ext cx="37568" cy="28654"/>
          </a:xfrm>
          <a:custGeom xmlns:a="http://schemas.openxmlformats.org/drawingml/2006/main">
            <a:pathLst>
              <a:path w="37568" h="28654">
                <a:moveTo>
                  <a:pt x="37568" y="1592"/>
                </a:moveTo>
                <a:lnTo>
                  <a:pt x="0" y="0"/>
                </a:lnTo>
                <a:lnTo>
                  <a:pt x="11461" y="2865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6B3A77-CB8F-4005-B306-97533934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0447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98A7DC-DC48-4AFF-9FFC-6B15061B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3B8A45-6F56-4624-8D9B-5046B592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5338763"/>
            <a:ext cx="105186" cy="36815"/>
          </a:xfrm>
          <a:custGeom xmlns:a="http://schemas.openxmlformats.org/drawingml/2006/main">
            <a:pathLst>
              <a:path w="105186" h="36815">
                <a:moveTo>
                  <a:pt x="0" y="0"/>
                </a:moveTo>
                <a:lnTo>
                  <a:pt x="105186" y="3681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7633E7-1152-4713-BE5E-B886F9C7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564" y="5349686"/>
            <a:ext cx="37462" cy="29128"/>
          </a:xfrm>
          <a:custGeom xmlns:a="http://schemas.openxmlformats.org/drawingml/2006/main">
            <a:pathLst>
              <a:path w="37462" h="29128">
                <a:moveTo>
                  <a:pt x="37462" y="25892"/>
                </a:moveTo>
                <a:lnTo>
                  <a:pt x="10195" y="0"/>
                </a:lnTo>
                <a:lnTo>
                  <a:pt x="0" y="2912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9402A5-0536-4673-91C6-EF720AE6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0447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85165A-AE2E-4DB9-BC24-715E93FB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B9B7A1-5F99-4B48-835F-D7CBD077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5338763"/>
            <a:ext cx="74964" cy="82461"/>
          </a:xfrm>
          <a:custGeom xmlns:a="http://schemas.openxmlformats.org/drawingml/2006/main">
            <a:pathLst>
              <a:path w="74964" h="82461">
                <a:moveTo>
                  <a:pt x="0" y="0"/>
                </a:moveTo>
                <a:lnTo>
                  <a:pt x="74964" y="8246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5521FB-FC48-4081-AEF7-93C84CA3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496" y="5385471"/>
            <a:ext cx="34484" cy="35752"/>
          </a:xfrm>
          <a:custGeom xmlns:a="http://schemas.openxmlformats.org/drawingml/2006/main">
            <a:pathLst>
              <a:path w="34484" h="35752">
                <a:moveTo>
                  <a:pt x="34484" y="35752"/>
                </a:moveTo>
                <a:lnTo>
                  <a:pt x="22835" y="0"/>
                </a:lnTo>
                <a:lnTo>
                  <a:pt x="0" y="2075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8766C0-6C14-4BED-BF8D-BDB3F56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0447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D7B5E3-B14D-4AB9-B665-65266279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D0E2C4-9570-4F0A-A352-108A8D1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5338763"/>
            <a:ext cx="52993" cy="98037"/>
          </a:xfrm>
          <a:custGeom xmlns:a="http://schemas.openxmlformats.org/drawingml/2006/main">
            <a:pathLst>
              <a:path w="52993" h="98037">
                <a:moveTo>
                  <a:pt x="0" y="0"/>
                </a:moveTo>
                <a:lnTo>
                  <a:pt x="52993" y="98037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BE9D1F-20C1-4C79-967B-AC1255C0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303" y="5399297"/>
            <a:ext cx="29880" cy="37503"/>
          </a:xfrm>
          <a:custGeom xmlns:a="http://schemas.openxmlformats.org/drawingml/2006/main">
            <a:pathLst>
              <a:path w="29880" h="37503">
                <a:moveTo>
                  <a:pt x="29880" y="37503"/>
                </a:moveTo>
                <a:lnTo>
                  <a:pt x="27149" y="0"/>
                </a:lnTo>
                <a:lnTo>
                  <a:pt x="0" y="1467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4401C2-3511-4DF4-B8B8-69563C1E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0447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3481CC-AC96-4109-A204-69BC7FCB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DECD00D-D9BA-4F48-A7AD-91E6ABF0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5338763"/>
            <a:ext cx="40006" cy="104014"/>
          </a:xfrm>
          <a:custGeom xmlns:a="http://schemas.openxmlformats.org/drawingml/2006/main">
            <a:pathLst>
              <a:path w="40006" h="104014">
                <a:moveTo>
                  <a:pt x="0" y="0"/>
                </a:moveTo>
                <a:lnTo>
                  <a:pt x="40006" y="10401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1AB5EB-9A82-47FA-B765-6D74080E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59" y="5405233"/>
            <a:ext cx="28804" cy="37544"/>
          </a:xfrm>
          <a:custGeom xmlns:a="http://schemas.openxmlformats.org/drawingml/2006/main">
            <a:pathLst>
              <a:path w="28804" h="37544">
                <a:moveTo>
                  <a:pt x="26711" y="37544"/>
                </a:moveTo>
                <a:lnTo>
                  <a:pt x="28804" y="0"/>
                </a:lnTo>
                <a:lnTo>
                  <a:pt x="0" y="1107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F7739C-18ED-444F-B43D-8FEE4C4D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447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33D06E5-172B-4A29-A6DF-193AD9AA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61C153B-6FC9-4935-AB0C-8BB57A75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5338763"/>
            <a:ext cx="31877" cy="106786"/>
          </a:xfrm>
          <a:custGeom xmlns:a="http://schemas.openxmlformats.org/drawingml/2006/main">
            <a:pathLst>
              <a:path w="31877" h="106786">
                <a:moveTo>
                  <a:pt x="0" y="0"/>
                </a:moveTo>
                <a:lnTo>
                  <a:pt x="31877" y="10678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83A81C-A4BE-4107-A7C7-45A93D60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823" y="5408278"/>
            <a:ext cx="29572" cy="37271"/>
          </a:xfrm>
          <a:custGeom xmlns:a="http://schemas.openxmlformats.org/drawingml/2006/main">
            <a:pathLst>
              <a:path w="29572" h="37271">
                <a:moveTo>
                  <a:pt x="24594" y="37271"/>
                </a:moveTo>
                <a:lnTo>
                  <a:pt x="29572" y="0"/>
                </a:lnTo>
                <a:lnTo>
                  <a:pt x="0" y="882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2615E4-A785-416B-869C-5902CAA9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30447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FBF5237-E6A9-4363-8340-4EF1193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A744D2-017B-490C-8AA3-B5384E60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5338763"/>
            <a:ext cx="26407" cy="108269"/>
          </a:xfrm>
          <a:custGeom xmlns:a="http://schemas.openxmlformats.org/drawingml/2006/main">
            <a:pathLst>
              <a:path w="26407" h="108269">
                <a:moveTo>
                  <a:pt x="0" y="0"/>
                </a:moveTo>
                <a:lnTo>
                  <a:pt x="26407" y="10826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1EF3EB-83BF-405B-A55C-79F719C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006" y="5410061"/>
            <a:ext cx="29982" cy="36970"/>
          </a:xfrm>
          <a:custGeom xmlns:a="http://schemas.openxmlformats.org/drawingml/2006/main">
            <a:pathLst>
              <a:path w="29982" h="36970">
                <a:moveTo>
                  <a:pt x="23116" y="36970"/>
                </a:moveTo>
                <a:lnTo>
                  <a:pt x="29982" y="0"/>
                </a:lnTo>
                <a:lnTo>
                  <a:pt x="0" y="731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6FFD029-D61D-4386-949A-A1091C11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0447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F3760A-535E-472D-B0DA-17540441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502B49-7FDF-402C-B9F1-77D3D66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338763"/>
            <a:ext cx="22504" cy="109147"/>
          </a:xfrm>
          <a:custGeom xmlns:a="http://schemas.openxmlformats.org/drawingml/2006/main">
            <a:pathLst>
              <a:path w="22504" h="109147">
                <a:moveTo>
                  <a:pt x="0" y="0"/>
                </a:moveTo>
                <a:lnTo>
                  <a:pt x="22504" y="109147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F89CF0-536E-4EB0-A5D3-F402B0DA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7" y="5411210"/>
            <a:ext cx="30225" cy="36700"/>
          </a:xfrm>
          <a:custGeom xmlns:a="http://schemas.openxmlformats.org/drawingml/2006/main">
            <a:pathLst>
              <a:path w="30225" h="36700">
                <a:moveTo>
                  <a:pt x="22037" y="36700"/>
                </a:moveTo>
                <a:lnTo>
                  <a:pt x="30225" y="0"/>
                </a:lnTo>
                <a:lnTo>
                  <a:pt x="0" y="6232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6FE793-3EE4-4CD5-9024-26EFE80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30447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F5C3CF-F18C-42C1-A146-FCEDC56C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537211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8D930F-2D82-46B3-8513-69C82717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" y="5442732"/>
            <a:ext cx="15615" cy="110343"/>
          </a:xfrm>
          <a:custGeom xmlns:a="http://schemas.openxmlformats.org/drawingml/2006/main">
            <a:pathLst>
              <a:path w="15615" h="110343">
                <a:moveTo>
                  <a:pt x="0" y="110343"/>
                </a:moveTo>
                <a:lnTo>
                  <a:pt x="15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D07DF5-654E-47F7-A843-9F8341A7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672" y="5442732"/>
            <a:ext cx="30557" cy="36114"/>
          </a:xfrm>
          <a:custGeom xmlns:a="http://schemas.openxmlformats.org/drawingml/2006/main">
            <a:pathLst>
              <a:path w="30557" h="36114">
                <a:moveTo>
                  <a:pt x="20083" y="0"/>
                </a:moveTo>
                <a:lnTo>
                  <a:pt x="0" y="31790"/>
                </a:lnTo>
                <a:lnTo>
                  <a:pt x="30557" y="3611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862642-7DEA-470D-92F5-304165A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51878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F8D122-7DBB-4C60-9126-303B2EAE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86FB0F-938D-42AA-83B4-ACE835D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5443742"/>
            <a:ext cx="21579" cy="109333"/>
          </a:xfrm>
          <a:custGeom xmlns:a="http://schemas.openxmlformats.org/drawingml/2006/main">
            <a:pathLst>
              <a:path w="21579" h="109333">
                <a:moveTo>
                  <a:pt x="0" y="109333"/>
                </a:moveTo>
                <a:lnTo>
                  <a:pt x="215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438384-C03A-43FE-8C2F-DDADC4B5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16" y="5443742"/>
            <a:ext cx="30277" cy="36629"/>
          </a:xfrm>
          <a:custGeom xmlns:a="http://schemas.openxmlformats.org/drawingml/2006/main">
            <a:pathLst>
              <a:path w="30277" h="36629">
                <a:moveTo>
                  <a:pt x="21778" y="0"/>
                </a:moveTo>
                <a:lnTo>
                  <a:pt x="0" y="30653"/>
                </a:lnTo>
                <a:lnTo>
                  <a:pt x="30277" y="3662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59CF26-96C7-440E-AEBF-D2227273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1878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A5D8A4-D25B-419C-B9E3-28E2C128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6AE1F7C-FE60-4268-A850-C178D17E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5447123"/>
            <a:ext cx="34549" cy="105952"/>
          </a:xfrm>
          <a:custGeom xmlns:a="http://schemas.openxmlformats.org/drawingml/2006/main">
            <a:pathLst>
              <a:path w="34549" h="105952">
                <a:moveTo>
                  <a:pt x="0" y="105952"/>
                </a:moveTo>
                <a:lnTo>
                  <a:pt x="345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5CA9C0E-EF83-41AE-B4BE-C63D695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739" y="5447123"/>
            <a:ext cx="29340" cy="37384"/>
          </a:xfrm>
          <a:custGeom xmlns:a="http://schemas.openxmlformats.org/drawingml/2006/main">
            <a:pathLst>
              <a:path w="29340" h="37384">
                <a:moveTo>
                  <a:pt x="25301" y="0"/>
                </a:moveTo>
                <a:lnTo>
                  <a:pt x="0" y="27817"/>
                </a:lnTo>
                <a:lnTo>
                  <a:pt x="29340" y="3738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02083D-3ACF-459B-95AE-23F666E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1878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7A2C0E-B331-42E8-A773-A21CDDA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87D461-0B05-4E46-92C9-BEE5E4A9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5471774"/>
            <a:ext cx="76220" cy="81301"/>
          </a:xfrm>
          <a:custGeom xmlns:a="http://schemas.openxmlformats.org/drawingml/2006/main">
            <a:pathLst>
              <a:path w="76220" h="81301">
                <a:moveTo>
                  <a:pt x="0" y="81301"/>
                </a:moveTo>
                <a:lnTo>
                  <a:pt x="76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134804-1971-4FDD-9688-C528DF9D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176" y="5471774"/>
            <a:ext cx="34709" cy="35569"/>
          </a:xfrm>
          <a:custGeom xmlns:a="http://schemas.openxmlformats.org/drawingml/2006/main">
            <a:pathLst>
              <a:path w="34709" h="35569">
                <a:moveTo>
                  <a:pt x="34709" y="0"/>
                </a:moveTo>
                <a:lnTo>
                  <a:pt x="0" y="14462"/>
                </a:lnTo>
                <a:lnTo>
                  <a:pt x="22514" y="3556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8657BC-3CD1-46F3-A56E-2FA65A86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1878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FF72F0-AE34-4E5E-845E-19D6AD38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C76D74-E8AD-4141-92B8-326BAFE4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5553075"/>
            <a:ext cx="81471" cy="76039"/>
          </a:xfrm>
          <a:custGeom xmlns:a="http://schemas.openxmlformats.org/drawingml/2006/main">
            <a:pathLst>
              <a:path w="81471" h="76039">
                <a:moveTo>
                  <a:pt x="0" y="0"/>
                </a:moveTo>
                <a:lnTo>
                  <a:pt x="81471" y="7603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8E0A32-6193-4399-93B0-A4FFB9A0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714" y="5594437"/>
            <a:ext cx="35596" cy="34677"/>
          </a:xfrm>
          <a:custGeom xmlns:a="http://schemas.openxmlformats.org/drawingml/2006/main">
            <a:pathLst>
              <a:path w="35596" h="34677">
                <a:moveTo>
                  <a:pt x="35596" y="34677"/>
                </a:moveTo>
                <a:lnTo>
                  <a:pt x="21057" y="0"/>
                </a:lnTo>
                <a:lnTo>
                  <a:pt x="0" y="2256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3B6BDC-CBF9-423F-80C7-34E8B738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518785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3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475E19-776C-44D5-83A2-E0B940A1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2F9ED42-438E-4521-88D3-7F13BD83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5553075"/>
            <a:ext cx="35960" cy="105481"/>
          </a:xfrm>
          <a:custGeom xmlns:a="http://schemas.openxmlformats.org/drawingml/2006/main">
            <a:pathLst>
              <a:path w="35960" h="105481">
                <a:moveTo>
                  <a:pt x="0" y="0"/>
                </a:moveTo>
                <a:lnTo>
                  <a:pt x="35960" y="10548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3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62322E-7F66-4875-9109-6103F0C2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305" y="5621122"/>
            <a:ext cx="29210" cy="37435"/>
          </a:xfrm>
          <a:custGeom xmlns:a="http://schemas.openxmlformats.org/drawingml/2006/main">
            <a:pathLst>
              <a:path w="29210" h="37435">
                <a:moveTo>
                  <a:pt x="25670" y="37435"/>
                </a:moveTo>
                <a:lnTo>
                  <a:pt x="29210" y="0"/>
                </a:lnTo>
                <a:lnTo>
                  <a:pt x="0" y="9958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3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D74FA5D-086E-46D5-8B20-BEA15899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18785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EA7588-3B53-4D56-BE76-5D1E4CF8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F19086-38B6-46C7-A5C8-416A07D0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5553075"/>
            <a:ext cx="22139" cy="109221"/>
          </a:xfrm>
          <a:custGeom xmlns:a="http://schemas.openxmlformats.org/drawingml/2006/main">
            <a:pathLst>
              <a:path w="22139" h="109221">
                <a:moveTo>
                  <a:pt x="0" y="0"/>
                </a:moveTo>
                <a:lnTo>
                  <a:pt x="22139" y="10922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4408BD-9207-4984-8489-57BE502C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94" y="5625624"/>
            <a:ext cx="30246" cy="36672"/>
          </a:xfrm>
          <a:custGeom xmlns:a="http://schemas.openxmlformats.org/drawingml/2006/main">
            <a:pathLst>
              <a:path w="30246" h="36672">
                <a:moveTo>
                  <a:pt x="21935" y="36672"/>
                </a:moveTo>
                <a:lnTo>
                  <a:pt x="30246" y="0"/>
                </a:lnTo>
                <a:lnTo>
                  <a:pt x="0" y="613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2530FB-A115-4531-B5AB-0E802ADB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518785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E55540-7920-45AF-B58B-FA7AC372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4AB3EC-5927-47CA-BA58-7A37D7A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365" y="5553075"/>
            <a:ext cx="15909" cy="110301"/>
          </a:xfrm>
          <a:custGeom xmlns:a="http://schemas.openxmlformats.org/drawingml/2006/main">
            <a:pathLst>
              <a:path w="15909" h="110301">
                <a:moveTo>
                  <a:pt x="0" y="0"/>
                </a:moveTo>
                <a:lnTo>
                  <a:pt x="15909" y="11030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BA5932-9E7F-4B8A-9DA6-9A99381B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106" y="5627235"/>
            <a:ext cx="30545" cy="36142"/>
          </a:xfrm>
          <a:custGeom xmlns:a="http://schemas.openxmlformats.org/drawingml/2006/main">
            <a:pathLst>
              <a:path w="30545" h="36142">
                <a:moveTo>
                  <a:pt x="20167" y="36142"/>
                </a:moveTo>
                <a:lnTo>
                  <a:pt x="30545" y="0"/>
                </a:lnTo>
                <a:lnTo>
                  <a:pt x="0" y="440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38285C0-D362-4E3E-AEC0-FC95F95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18785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2AF2FD-2F04-40D7-BF23-4379B1C1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C2366C-09C4-47F0-8FFD-89F5D675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5553075"/>
            <a:ext cx="12397" cy="110751"/>
          </a:xfrm>
          <a:custGeom xmlns:a="http://schemas.openxmlformats.org/drawingml/2006/main">
            <a:pathLst>
              <a:path w="12397" h="110751">
                <a:moveTo>
                  <a:pt x="0" y="0"/>
                </a:moveTo>
                <a:lnTo>
                  <a:pt x="12397" y="11075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A3C705-C21F-44C3-A817-9D5CC311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788" y="5628032"/>
            <a:ext cx="30669" cy="35794"/>
          </a:xfrm>
          <a:custGeom xmlns:a="http://schemas.openxmlformats.org/drawingml/2006/main">
            <a:pathLst>
              <a:path w="30669" h="35794">
                <a:moveTo>
                  <a:pt x="19149" y="35794"/>
                </a:moveTo>
                <a:lnTo>
                  <a:pt x="30669" y="0"/>
                </a:lnTo>
                <a:lnTo>
                  <a:pt x="0" y="343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733D94-01BB-459B-9D55-90C2F03D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51878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C8375D4-CB32-4568-B1EA-6F92CF2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117CF0-EE89-4A7E-A5DB-84775BAA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5553075"/>
            <a:ext cx="10151" cy="110979"/>
          </a:xfrm>
          <a:custGeom xmlns:a="http://schemas.openxmlformats.org/drawingml/2006/main">
            <a:pathLst>
              <a:path w="10151" h="110979">
                <a:moveTo>
                  <a:pt x="0" y="0"/>
                </a:moveTo>
                <a:lnTo>
                  <a:pt x="10151" y="11097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4A93C8-791A-4B92-999C-EA02AC29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76" y="5628501"/>
            <a:ext cx="30733" cy="35553"/>
          </a:xfrm>
          <a:custGeom xmlns:a="http://schemas.openxmlformats.org/drawingml/2006/main">
            <a:pathLst>
              <a:path w="30733" h="35553">
                <a:moveTo>
                  <a:pt x="18490" y="35553"/>
                </a:moveTo>
                <a:lnTo>
                  <a:pt x="30733" y="0"/>
                </a:lnTo>
                <a:lnTo>
                  <a:pt x="0" y="281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EF064B-D591-45FA-8534-E4228C8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1878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14DD36-DABA-42A3-A0FB-F54D3824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778E76C-96B7-481F-A814-65EA56C2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553075"/>
            <a:ext cx="8591" cy="111111"/>
          </a:xfrm>
          <a:custGeom xmlns:a="http://schemas.openxmlformats.org/drawingml/2006/main">
            <a:pathLst>
              <a:path w="8591" h="111111">
                <a:moveTo>
                  <a:pt x="0" y="0"/>
                </a:moveTo>
                <a:lnTo>
                  <a:pt x="8591" y="1111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2657EC4-DE3B-4A96-B2D1-E5AA7A9B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453" y="5628808"/>
            <a:ext cx="30769" cy="35377"/>
          </a:xfrm>
          <a:custGeom xmlns:a="http://schemas.openxmlformats.org/drawingml/2006/main">
            <a:pathLst>
              <a:path w="30769" h="35377">
                <a:moveTo>
                  <a:pt x="18028" y="35377"/>
                </a:moveTo>
                <a:lnTo>
                  <a:pt x="30769" y="0"/>
                </a:lnTo>
                <a:lnTo>
                  <a:pt x="0" y="237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7F2262-2DEE-48EB-ACBF-7F41008D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518785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07D600-D631-4BCA-89A0-8A1D3D5D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5586423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F8E26CE-3F63-4C1D-B665-9722B2C6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73" y="5656438"/>
            <a:ext cx="10467" cy="110950"/>
          </a:xfrm>
          <a:custGeom xmlns:a="http://schemas.openxmlformats.org/drawingml/2006/main">
            <a:pathLst>
              <a:path w="10467" h="110950">
                <a:moveTo>
                  <a:pt x="10467" y="110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FC5896-5AA5-47FB-B022-94102E7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31" y="5656438"/>
            <a:ext cx="30725" cy="35588"/>
          </a:xfrm>
          <a:custGeom xmlns:a="http://schemas.openxmlformats.org/drawingml/2006/main">
            <a:pathLst>
              <a:path w="30725" h="35588">
                <a:moveTo>
                  <a:pt x="12142" y="0"/>
                </a:moveTo>
                <a:lnTo>
                  <a:pt x="0" y="35588"/>
                </a:lnTo>
                <a:lnTo>
                  <a:pt x="30725" y="3268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FAAE42-3D98-4A0E-905D-950700CD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73309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ADAA55-D3A5-4D81-994F-EF21119F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A6FEA1-8249-43F2-98B1-48B1A953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777" y="5656897"/>
            <a:ext cx="14538" cy="110490"/>
          </a:xfrm>
          <a:custGeom xmlns:a="http://schemas.openxmlformats.org/drawingml/2006/main">
            <a:pathLst>
              <a:path w="14538" h="110490">
                <a:moveTo>
                  <a:pt x="14538" y="1104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28FD7F-143F-44AB-B01D-A322615F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951" y="5656897"/>
            <a:ext cx="30597" cy="36010"/>
          </a:xfrm>
          <a:custGeom xmlns:a="http://schemas.openxmlformats.org/drawingml/2006/main">
            <a:pathLst>
              <a:path w="30597" h="36010">
                <a:moveTo>
                  <a:pt x="10825" y="0"/>
                </a:moveTo>
                <a:lnTo>
                  <a:pt x="0" y="36010"/>
                </a:lnTo>
                <a:lnTo>
                  <a:pt x="30597" y="3198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1D8D52-E8E2-46D8-B7A6-1CACCC5E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3309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EA2A19-17BD-4D7D-8C5F-7CF4BD65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EA62577-62C0-419C-8F00-A77B599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816" y="5658489"/>
            <a:ext cx="23674" cy="108899"/>
          </a:xfrm>
          <a:custGeom xmlns:a="http://schemas.openxmlformats.org/drawingml/2006/main">
            <a:pathLst>
              <a:path w="23674" h="108899">
                <a:moveTo>
                  <a:pt x="23674" y="1088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7D24AE-4938-4B24-B1B5-981987C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22" y="5658489"/>
            <a:ext cx="30157" cy="36785"/>
          </a:xfrm>
          <a:custGeom xmlns:a="http://schemas.openxmlformats.org/drawingml/2006/main">
            <a:pathLst>
              <a:path w="30157" h="36785">
                <a:moveTo>
                  <a:pt x="7794" y="0"/>
                </a:moveTo>
                <a:lnTo>
                  <a:pt x="0" y="36785"/>
                </a:lnTo>
                <a:lnTo>
                  <a:pt x="30157" y="3022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BDD054-7C0B-4957-961F-5CE4EC51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73309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D88A87-13C0-4E9E-A076-962661B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5C11FB-749E-406E-94A1-32BA6BFB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601" y="5672884"/>
            <a:ext cx="59064" cy="94503"/>
          </a:xfrm>
          <a:custGeom xmlns:a="http://schemas.openxmlformats.org/drawingml/2006/main">
            <a:pathLst>
              <a:path w="59064" h="94503">
                <a:moveTo>
                  <a:pt x="59064" y="945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0DA3398-D039-4A6B-8EC9-C99DB81D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601" y="5672884"/>
            <a:ext cx="31259" cy="37256"/>
          </a:xfrm>
          <a:custGeom xmlns:a="http://schemas.openxmlformats.org/drawingml/2006/main">
            <a:pathLst>
              <a:path w="31259" h="37256">
                <a:moveTo>
                  <a:pt x="0" y="0"/>
                </a:moveTo>
                <a:lnTo>
                  <a:pt x="5089" y="37256"/>
                </a:lnTo>
                <a:lnTo>
                  <a:pt x="31259" y="2090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52AAACD-D5B3-4320-B807-CB8F5630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3309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84E9D2-1632-414E-B401-49686D19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BF7792-2A29-4866-ADC9-FAF6EA33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65" y="5767388"/>
            <a:ext cx="64775" cy="90684"/>
          </a:xfrm>
          <a:custGeom xmlns:a="http://schemas.openxmlformats.org/drawingml/2006/main">
            <a:pathLst>
              <a:path w="64775" h="90684">
                <a:moveTo>
                  <a:pt x="64775" y="0"/>
                </a:moveTo>
                <a:lnTo>
                  <a:pt x="0" y="9068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5B8DB7-84D5-40A1-8F9E-5E5A567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65" y="5821200"/>
            <a:ext cx="32487" cy="36872"/>
          </a:xfrm>
          <a:custGeom xmlns:a="http://schemas.openxmlformats.org/drawingml/2006/main">
            <a:pathLst>
              <a:path w="32487" h="36872">
                <a:moveTo>
                  <a:pt x="0" y="36872"/>
                </a:moveTo>
                <a:lnTo>
                  <a:pt x="32487" y="17938"/>
                </a:lnTo>
                <a:lnTo>
                  <a:pt x="7374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358BBE-998C-4629-8333-C2C63EF2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33098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BD8477-2133-46CE-B1D3-4A2C18D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D7E52A-B72D-4F61-90E6-06C5D5DA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317" y="5767388"/>
            <a:ext cx="24698" cy="108671"/>
          </a:xfrm>
          <a:custGeom xmlns:a="http://schemas.openxmlformats.org/drawingml/2006/main">
            <a:pathLst>
              <a:path w="24698" h="108671">
                <a:moveTo>
                  <a:pt x="24698" y="0"/>
                </a:moveTo>
                <a:lnTo>
                  <a:pt x="0" y="10867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A61765-63BF-4344-916C-D53A9A44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70" y="5839202"/>
            <a:ext cx="30094" cy="36857"/>
          </a:xfrm>
          <a:custGeom xmlns:a="http://schemas.openxmlformats.org/drawingml/2006/main">
            <a:pathLst>
              <a:path w="30094" h="36857">
                <a:moveTo>
                  <a:pt x="7447" y="36857"/>
                </a:moveTo>
                <a:lnTo>
                  <a:pt x="30094" y="68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D96AB8-3F02-4C9D-AE75-A38656E0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33098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AA4D23-9F3C-43E6-BF9F-DEF901E2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746D94-9F36-4E78-AC1E-4028CFB2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266" y="5767388"/>
            <a:ext cx="14924" cy="110439"/>
          </a:xfrm>
          <a:custGeom xmlns:a="http://schemas.openxmlformats.org/drawingml/2006/main">
            <a:pathLst>
              <a:path w="14924" h="110439">
                <a:moveTo>
                  <a:pt x="14924" y="0"/>
                </a:moveTo>
                <a:lnTo>
                  <a:pt x="0" y="11043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194873-B3D2-4720-9D22-0F2DFB0F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566" y="5841779"/>
            <a:ext cx="30583" cy="36048"/>
          </a:xfrm>
          <a:custGeom xmlns:a="http://schemas.openxmlformats.org/drawingml/2006/main">
            <a:pathLst>
              <a:path w="30583" h="36048">
                <a:moveTo>
                  <a:pt x="10699" y="36048"/>
                </a:moveTo>
                <a:lnTo>
                  <a:pt x="30583" y="41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58032FE-7B94-4AB3-A955-057670B0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33098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9A38BF-5143-4C1A-A7B4-D9EFD632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2DE623F-B1E4-4E55-AB7B-DB66B80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699" y="5767388"/>
            <a:ext cx="10666" cy="110931"/>
          </a:xfrm>
          <a:custGeom xmlns:a="http://schemas.openxmlformats.org/drawingml/2006/main">
            <a:pathLst>
              <a:path w="10666" h="110931">
                <a:moveTo>
                  <a:pt x="10666" y="0"/>
                </a:moveTo>
                <a:lnTo>
                  <a:pt x="0" y="11093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ADC65C-4817-44CA-B6A3-A67E794F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621" y="5842709"/>
            <a:ext cx="30719" cy="35609"/>
          </a:xfrm>
          <a:custGeom xmlns:a="http://schemas.openxmlformats.org/drawingml/2006/main">
            <a:pathLst>
              <a:path w="30719" h="35609">
                <a:moveTo>
                  <a:pt x="12078" y="35609"/>
                </a:moveTo>
                <a:lnTo>
                  <a:pt x="30719" y="29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753D49-B8F6-44D1-A7A6-3020DACB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33098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0BD216-553A-4B21-8376-F7865939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9AB573-2A50-4EB4-A7FA-DCD4C07C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46" y="5767388"/>
            <a:ext cx="8294" cy="111133"/>
          </a:xfrm>
          <a:custGeom xmlns:a="http://schemas.openxmlformats.org/drawingml/2006/main">
            <a:pathLst>
              <a:path w="8294" h="111133">
                <a:moveTo>
                  <a:pt x="8294" y="0"/>
                </a:moveTo>
                <a:lnTo>
                  <a:pt x="0" y="11113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42758C4-D569-488E-84EE-CCB480DC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411" y="5843178"/>
            <a:ext cx="30775" cy="35343"/>
          </a:xfrm>
          <a:custGeom xmlns:a="http://schemas.openxmlformats.org/drawingml/2006/main">
            <a:pathLst>
              <a:path w="30775" h="35343">
                <a:moveTo>
                  <a:pt x="12836" y="35343"/>
                </a:moveTo>
                <a:lnTo>
                  <a:pt x="30775" y="2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83DE78-D81A-4A54-82AC-FDC3A73C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73309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57D48D9-0493-4F90-A5E9-7557DD37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7BBAEE-E7C8-426A-9D28-16A67B35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932" y="5767388"/>
            <a:ext cx="6783" cy="111236"/>
          </a:xfrm>
          <a:custGeom xmlns:a="http://schemas.openxmlformats.org/drawingml/2006/main">
            <a:pathLst>
              <a:path w="6783" h="111236">
                <a:moveTo>
                  <a:pt x="6783" y="0"/>
                </a:moveTo>
                <a:lnTo>
                  <a:pt x="0" y="11123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151927-B663-4B16-93AE-F7357CFB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17" y="5843458"/>
            <a:ext cx="30804" cy="35166"/>
          </a:xfrm>
          <a:custGeom xmlns:a="http://schemas.openxmlformats.org/drawingml/2006/main">
            <a:pathLst>
              <a:path w="30804" h="35166">
                <a:moveTo>
                  <a:pt x="13315" y="35166"/>
                </a:moveTo>
                <a:lnTo>
                  <a:pt x="30804" y="18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31DD02-810C-4305-8820-91DA8CE3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3309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186A8D-A8C2-48E7-8C7C-FD0F0523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F2BFC1-7A58-4F7F-8EDA-49007C48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53" y="5767388"/>
            <a:ext cx="5737" cy="111295"/>
          </a:xfrm>
          <a:custGeom xmlns:a="http://schemas.openxmlformats.org/drawingml/2006/main">
            <a:pathLst>
              <a:path w="5737" h="111295">
                <a:moveTo>
                  <a:pt x="5737" y="0"/>
                </a:moveTo>
                <a:lnTo>
                  <a:pt x="0" y="11129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04E1D30-119A-4B75-88D7-163A200A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508" y="5843643"/>
            <a:ext cx="30820" cy="35039"/>
          </a:xfrm>
          <a:custGeom xmlns:a="http://schemas.openxmlformats.org/drawingml/2006/main">
            <a:pathLst>
              <a:path w="30820" h="35039">
                <a:moveTo>
                  <a:pt x="13645" y="35039"/>
                </a:moveTo>
                <a:lnTo>
                  <a:pt x="30820" y="15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40E539-82D1-4C7E-8619-DCC98533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33098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E71A62-D682-4D9D-80BE-885A7343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5800735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1A29AD-EF9E-4902-8349-CB218510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198" y="5875877"/>
            <a:ext cx="34942" cy="105823"/>
          </a:xfrm>
          <a:custGeom xmlns:a="http://schemas.openxmlformats.org/drawingml/2006/main">
            <a:pathLst>
              <a:path w="34942" h="105823">
                <a:moveTo>
                  <a:pt x="34942" y="1058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0E3335-8E87-4988-815B-28521ADF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297" y="5875877"/>
            <a:ext cx="29305" cy="37399"/>
          </a:xfrm>
          <a:custGeom xmlns:a="http://schemas.openxmlformats.org/drawingml/2006/main">
            <a:pathLst>
              <a:path w="29305" h="37399">
                <a:moveTo>
                  <a:pt x="3901" y="0"/>
                </a:moveTo>
                <a:lnTo>
                  <a:pt x="0" y="37399"/>
                </a:lnTo>
                <a:lnTo>
                  <a:pt x="29305" y="2772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F8E2A7-9192-4F82-9A17-90DEF7B7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9474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B60421-D593-4BAE-B48B-E6581BFD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7F19C2-E4E7-4FEC-A83B-8A41FFD0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99" y="5880476"/>
            <a:ext cx="46616" cy="101224"/>
          </a:xfrm>
          <a:custGeom xmlns:a="http://schemas.openxmlformats.org/drawingml/2006/main">
            <a:pathLst>
              <a:path w="46616" h="101224">
                <a:moveTo>
                  <a:pt x="46616" y="1012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F4E452-09C7-412A-B6C8-8573977F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99" y="5880476"/>
            <a:ext cx="28359" cy="37600"/>
          </a:xfrm>
          <a:custGeom xmlns:a="http://schemas.openxmlformats.org/drawingml/2006/main">
            <a:pathLst>
              <a:path w="28359" h="37600">
                <a:moveTo>
                  <a:pt x="0" y="0"/>
                </a:moveTo>
                <a:lnTo>
                  <a:pt x="328" y="37600"/>
                </a:lnTo>
                <a:lnTo>
                  <a:pt x="28359" y="24691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BB3E75-07E7-458F-A8BB-D314F3B7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474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83E96D-FB56-44F5-A6F0-D5AE6CC6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B6389F-A252-4455-9233-43441049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09" y="5893011"/>
            <a:ext cx="67481" cy="88689"/>
          </a:xfrm>
          <a:custGeom xmlns:a="http://schemas.openxmlformats.org/drawingml/2006/main">
            <a:pathLst>
              <a:path w="67481" h="88689">
                <a:moveTo>
                  <a:pt x="67481" y="886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5F61BF-E9F4-4F88-A6DE-AD484E5F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09" y="5893011"/>
            <a:ext cx="33043" cy="36632"/>
          </a:xfrm>
          <a:custGeom xmlns:a="http://schemas.openxmlformats.org/drawingml/2006/main">
            <a:pathLst>
              <a:path w="33043" h="36632">
                <a:moveTo>
                  <a:pt x="0" y="0"/>
                </a:moveTo>
                <a:lnTo>
                  <a:pt x="8483" y="36632"/>
                </a:lnTo>
                <a:lnTo>
                  <a:pt x="33043" y="1794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D346B8-288B-4BDC-9B70-58530FB6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474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D9FB2F-9B51-4713-A815-C03814A5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C60B706-29FA-4E1B-B1C8-FEBC1E5D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311" y="5935367"/>
            <a:ext cx="101354" cy="46333"/>
          </a:xfrm>
          <a:custGeom xmlns:a="http://schemas.openxmlformats.org/drawingml/2006/main">
            <a:pathLst>
              <a:path w="101354" h="46333">
                <a:moveTo>
                  <a:pt x="101354" y="463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BF28A4F-84A3-42B3-A7D8-5397BC8B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311" y="5935367"/>
            <a:ext cx="37601" cy="28290"/>
          </a:xfrm>
          <a:custGeom xmlns:a="http://schemas.openxmlformats.org/drawingml/2006/main">
            <a:pathLst>
              <a:path w="37601" h="28290">
                <a:moveTo>
                  <a:pt x="0" y="0"/>
                </a:moveTo>
                <a:lnTo>
                  <a:pt x="24770" y="28290"/>
                </a:lnTo>
                <a:lnTo>
                  <a:pt x="37601" y="22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9FBE55-8D76-4EA3-9078-1550A3CD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9474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F29E00-CFC9-4F76-973C-17BDF2BB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418724-A2B9-4BE7-990A-A626571B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368" y="5981700"/>
            <a:ext cx="103472" cy="41389"/>
          </a:xfrm>
          <a:custGeom xmlns:a="http://schemas.openxmlformats.org/drawingml/2006/main">
            <a:pathLst>
              <a:path w="103472" h="41389">
                <a:moveTo>
                  <a:pt x="103472" y="0"/>
                </a:moveTo>
                <a:lnTo>
                  <a:pt x="0" y="41389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0432EB-54CA-4557-B45E-B617FBA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368" y="5996027"/>
            <a:ext cx="37568" cy="28654"/>
          </a:xfrm>
          <a:custGeom xmlns:a="http://schemas.openxmlformats.org/drawingml/2006/main">
            <a:pathLst>
              <a:path w="37568" h="28654">
                <a:moveTo>
                  <a:pt x="0" y="27062"/>
                </a:moveTo>
                <a:lnTo>
                  <a:pt x="37568" y="28654"/>
                </a:lnTo>
                <a:lnTo>
                  <a:pt x="26107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1BEF7CF-85EC-4957-A0E1-20F5786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94741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27F78A7-FF64-4B63-963F-9A9BFA24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EB9125-A563-4476-9841-1A3ACD11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39" y="5981700"/>
            <a:ext cx="69376" cy="87215"/>
          </a:xfrm>
          <a:custGeom xmlns:a="http://schemas.openxmlformats.org/drawingml/2006/main">
            <a:pathLst>
              <a:path w="69376" h="87215">
                <a:moveTo>
                  <a:pt x="69376" y="0"/>
                </a:moveTo>
                <a:lnTo>
                  <a:pt x="0" y="8721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7DEA1F-9308-4C90-8EFE-2CF3ABA3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39" y="6032474"/>
            <a:ext cx="33422" cy="36441"/>
          </a:xfrm>
          <a:custGeom xmlns:a="http://schemas.openxmlformats.org/drawingml/2006/main">
            <a:pathLst>
              <a:path w="33422" h="36441">
                <a:moveTo>
                  <a:pt x="0" y="36441"/>
                </a:moveTo>
                <a:lnTo>
                  <a:pt x="33422" y="19212"/>
                </a:lnTo>
                <a:lnTo>
                  <a:pt x="927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C15158-9D0A-42E0-BF37-2815A9F0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4741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C4CAAB-7C1E-4AC3-9F9F-ABE02A4E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39D8A0A-21C0-4BAE-8A82-0814E805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2" y="5981700"/>
            <a:ext cx="47648" cy="100743"/>
          </a:xfrm>
          <a:custGeom xmlns:a="http://schemas.openxmlformats.org/drawingml/2006/main">
            <a:pathLst>
              <a:path w="47648" h="100743">
                <a:moveTo>
                  <a:pt x="47648" y="0"/>
                </a:moveTo>
                <a:lnTo>
                  <a:pt x="0" y="10074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464120F-EDC7-4C70-A1E0-2CC3B43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2" y="6044847"/>
            <a:ext cx="28610" cy="37595"/>
          </a:xfrm>
          <a:custGeom xmlns:a="http://schemas.openxmlformats.org/drawingml/2006/main">
            <a:pathLst>
              <a:path w="28610" h="37595">
                <a:moveTo>
                  <a:pt x="0" y="37595"/>
                </a:moveTo>
                <a:lnTo>
                  <a:pt x="28610" y="13195"/>
                </a:lnTo>
                <a:lnTo>
                  <a:pt x="712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085644-C4A4-494E-9E25-5708AEDD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94741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3B7EB5-5EB6-4B05-9430-B868973A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D281F2-493C-48CA-A688-06BC2F17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819" y="5981700"/>
            <a:ext cx="35546" cy="105622"/>
          </a:xfrm>
          <a:custGeom xmlns:a="http://schemas.openxmlformats.org/drawingml/2006/main">
            <a:pathLst>
              <a:path w="35546" h="105622">
                <a:moveTo>
                  <a:pt x="35546" y="0"/>
                </a:moveTo>
                <a:lnTo>
                  <a:pt x="0" y="10562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0DF2220-36B0-4D30-9610-CDD8E20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132" y="6049901"/>
            <a:ext cx="29249" cy="37421"/>
          </a:xfrm>
          <a:custGeom xmlns:a="http://schemas.openxmlformats.org/drawingml/2006/main">
            <a:pathLst>
              <a:path w="29249" h="37421">
                <a:moveTo>
                  <a:pt x="3687" y="37421"/>
                </a:moveTo>
                <a:lnTo>
                  <a:pt x="29249" y="98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54DCC3-F3C4-4AA4-B5B8-91356526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47410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4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BC0357-C295-4753-8369-3C4BC173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B3A830-7FB3-4BA2-9C51-E24A4A0A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77" y="5981700"/>
            <a:ext cx="28163" cy="107825"/>
          </a:xfrm>
          <a:custGeom xmlns:a="http://schemas.openxmlformats.org/drawingml/2006/main">
            <a:pathLst>
              <a:path w="28163" h="107825">
                <a:moveTo>
                  <a:pt x="28163" y="0"/>
                </a:moveTo>
                <a:lnTo>
                  <a:pt x="0" y="10782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4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7B9E36-88B1-4FD0-A685-CA1EE606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113" y="6052449"/>
            <a:ext cx="29859" cy="37076"/>
          </a:xfrm>
          <a:custGeom xmlns:a="http://schemas.openxmlformats.org/drawingml/2006/main">
            <a:pathLst>
              <a:path w="29859" h="37076">
                <a:moveTo>
                  <a:pt x="6264" y="37076"/>
                </a:moveTo>
                <a:lnTo>
                  <a:pt x="29859" y="77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CF5FEF-6241-4A26-82D9-D96B18B5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474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8B8E20-4104-489A-ACBC-27C126A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6FA46C2-9267-4467-8255-6C93E8BF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455" y="5981700"/>
            <a:ext cx="23260" cy="108988"/>
          </a:xfrm>
          <a:custGeom xmlns:a="http://schemas.openxmlformats.org/drawingml/2006/main">
            <a:pathLst>
              <a:path w="23260" h="108988">
                <a:moveTo>
                  <a:pt x="23260" y="0"/>
                </a:moveTo>
                <a:lnTo>
                  <a:pt x="0" y="10898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243CE6E-6BED-474C-8ADD-E8919BA1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521" y="6053933"/>
            <a:ext cx="30181" cy="36755"/>
          </a:xfrm>
          <a:custGeom xmlns:a="http://schemas.openxmlformats.org/drawingml/2006/main">
            <a:pathLst>
              <a:path w="30181" h="36755">
                <a:moveTo>
                  <a:pt x="7934" y="36755"/>
                </a:moveTo>
                <a:lnTo>
                  <a:pt x="30181" y="64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54B35C-0144-4A6B-8975-0D7061CF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9474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AC3BD0-AF82-42EE-886C-9A223665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E4BA02-EC7E-484C-9323-7DA79A37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104" y="5981700"/>
            <a:ext cx="19786" cy="109672"/>
          </a:xfrm>
          <a:custGeom xmlns:a="http://schemas.openxmlformats.org/drawingml/2006/main">
            <a:pathLst>
              <a:path w="19786" h="109672">
                <a:moveTo>
                  <a:pt x="19786" y="0"/>
                </a:moveTo>
                <a:lnTo>
                  <a:pt x="0" y="10967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BA43E22-6940-47D2-8947-8211AC86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007" y="6054887"/>
            <a:ext cx="30371" cy="36485"/>
          </a:xfrm>
          <a:custGeom xmlns:a="http://schemas.openxmlformats.org/drawingml/2006/main">
            <a:pathLst>
              <a:path w="30371" h="36485">
                <a:moveTo>
                  <a:pt x="9097" y="36485"/>
                </a:moveTo>
                <a:lnTo>
                  <a:pt x="30371" y="54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29DBC1-FDFD-42E5-BD85-302B8F67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947410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AA4564-3201-47B4-B289-E11A9FDC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6015048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C2624B0-E3E3-4F59-8E3A-186DF969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44" y="6099029"/>
            <a:ext cx="54896" cy="96984"/>
          </a:xfrm>
          <a:custGeom xmlns:a="http://schemas.openxmlformats.org/drawingml/2006/main">
            <a:pathLst>
              <a:path w="54896" h="96984">
                <a:moveTo>
                  <a:pt x="54896" y="96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82923E-03C6-4F55-A7BB-E7481DD2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44" y="6099029"/>
            <a:ext cx="30320" cy="37442"/>
          </a:xfrm>
          <a:custGeom xmlns:a="http://schemas.openxmlformats.org/drawingml/2006/main">
            <a:pathLst>
              <a:path w="30320" h="37442">
                <a:moveTo>
                  <a:pt x="0" y="0"/>
                </a:moveTo>
                <a:lnTo>
                  <a:pt x="3463" y="37442"/>
                </a:lnTo>
                <a:lnTo>
                  <a:pt x="30320" y="2224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CECA45-086D-4942-B887-D1DCA0AE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1617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C71999-E980-4FEA-A8B7-0B37D7B0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94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7CC052-F39E-4E66-A0C2-E8AE3C7B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260" y="6108543"/>
            <a:ext cx="69055" cy="87469"/>
          </a:xfrm>
          <a:custGeom xmlns:a="http://schemas.openxmlformats.org/drawingml/2006/main">
            <a:pathLst>
              <a:path w="69055" h="87469">
                <a:moveTo>
                  <a:pt x="69055" y="874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F13270-2250-4701-94FF-3B7F5BE9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260" y="6108543"/>
            <a:ext cx="33359" cy="36475"/>
          </a:xfrm>
          <a:custGeom xmlns:a="http://schemas.openxmlformats.org/drawingml/2006/main">
            <a:pathLst>
              <a:path w="33359" h="36475">
                <a:moveTo>
                  <a:pt x="0" y="0"/>
                </a:moveTo>
                <a:lnTo>
                  <a:pt x="9136" y="36475"/>
                </a:lnTo>
                <a:lnTo>
                  <a:pt x="33359" y="17352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045877-4523-4277-BD48-9B9D41BD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617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8F398F5-7C20-49A7-855B-1DFE601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469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E7778C-D826-45B5-9F5F-94F9A43C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049" y="6128207"/>
            <a:ext cx="88441" cy="67805"/>
          </a:xfrm>
          <a:custGeom xmlns:a="http://schemas.openxmlformats.org/drawingml/2006/main">
            <a:pathLst>
              <a:path w="88441" h="67805">
                <a:moveTo>
                  <a:pt x="88441" y="678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9C798C-3F7A-4309-AB3E-1724771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049" y="6128207"/>
            <a:ext cx="36601" cy="33109"/>
          </a:xfrm>
          <a:custGeom xmlns:a="http://schemas.openxmlformats.org/drawingml/2006/main">
            <a:pathLst>
              <a:path w="36601" h="33109">
                <a:moveTo>
                  <a:pt x="0" y="0"/>
                </a:moveTo>
                <a:lnTo>
                  <a:pt x="17824" y="33109"/>
                </a:lnTo>
                <a:lnTo>
                  <a:pt x="36601" y="861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F8A052D-6DB6-4740-8691-14B4E592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617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09BA74-F2A1-40AA-A8CC-D353A31A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44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C38EA23-E843-44BB-8EBD-05F3ECCE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85" y="6167298"/>
            <a:ext cx="107680" cy="28715"/>
          </a:xfrm>
          <a:custGeom xmlns:a="http://schemas.openxmlformats.org/drawingml/2006/main">
            <a:pathLst>
              <a:path w="107680" h="28715">
                <a:moveTo>
                  <a:pt x="107680" y="287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A97188-D06C-466B-94B1-C88953FB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85" y="6161224"/>
            <a:ext cx="37108" cy="29819"/>
          </a:xfrm>
          <a:custGeom xmlns:a="http://schemas.openxmlformats.org/drawingml/2006/main">
            <a:pathLst>
              <a:path w="37108" h="29819">
                <a:moveTo>
                  <a:pt x="0" y="6074"/>
                </a:moveTo>
                <a:lnTo>
                  <a:pt x="29156" y="29819"/>
                </a:lnTo>
                <a:lnTo>
                  <a:pt x="37108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00E788-8E07-43EE-BF0E-01A31FCD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1617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3AEC02-16DE-48BC-9AD3-D0FCAAA5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819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C4257B-CA97-4E68-8E16-63B23C0A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313" y="6196013"/>
            <a:ext cx="108527" cy="25323"/>
          </a:xfrm>
          <a:custGeom xmlns:a="http://schemas.openxmlformats.org/drawingml/2006/main">
            <a:pathLst>
              <a:path w="108527" h="25323">
                <a:moveTo>
                  <a:pt x="108527" y="0"/>
                </a:moveTo>
                <a:lnTo>
                  <a:pt x="0" y="2532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B091CD-E01E-4116-9D20-AB8CF675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313" y="6198517"/>
            <a:ext cx="36899" cy="30054"/>
          </a:xfrm>
          <a:custGeom xmlns:a="http://schemas.openxmlformats.org/drawingml/2006/main">
            <a:pathLst>
              <a:path w="36899" h="30054">
                <a:moveTo>
                  <a:pt x="0" y="22819"/>
                </a:moveTo>
                <a:lnTo>
                  <a:pt x="36899" y="30054"/>
                </a:lnTo>
                <a:lnTo>
                  <a:pt x="29887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054CB7-EC47-464D-AFA3-12BC4846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616172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507D4F-72FB-42F9-AC52-60A610E6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994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E302AA-AA1B-439B-BC9B-87EDF928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147" y="6196013"/>
            <a:ext cx="89868" cy="65903"/>
          </a:xfrm>
          <a:custGeom xmlns:a="http://schemas.openxmlformats.org/drawingml/2006/main">
            <a:pathLst>
              <a:path w="89868" h="65903">
                <a:moveTo>
                  <a:pt x="89868" y="0"/>
                </a:moveTo>
                <a:lnTo>
                  <a:pt x="0" y="6590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33B2E8-D929-49E0-AEC1-9EF25B5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147" y="6229194"/>
            <a:ext cx="36777" cy="32721"/>
          </a:xfrm>
          <a:custGeom xmlns:a="http://schemas.openxmlformats.org/drawingml/2006/main">
            <a:pathLst>
              <a:path w="36777" h="32721">
                <a:moveTo>
                  <a:pt x="0" y="32721"/>
                </a:moveTo>
                <a:lnTo>
                  <a:pt x="36777" y="24886"/>
                </a:lnTo>
                <a:lnTo>
                  <a:pt x="18527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16C9C0-C816-44AB-9069-AFD7E76A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16172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35AC85-3A6B-4F26-8397-ADA86838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169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09253F6-CD8B-4DD8-8D47-EF19B3AE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003" y="6196013"/>
            <a:ext cx="70187" cy="86564"/>
          </a:xfrm>
          <a:custGeom xmlns:a="http://schemas.openxmlformats.org/drawingml/2006/main">
            <a:pathLst>
              <a:path w="70187" h="86564">
                <a:moveTo>
                  <a:pt x="70187" y="0"/>
                </a:moveTo>
                <a:lnTo>
                  <a:pt x="0" y="8656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852536-6FC3-4780-951D-33E0539F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003" y="6246223"/>
            <a:ext cx="33582" cy="36353"/>
          </a:xfrm>
          <a:custGeom xmlns:a="http://schemas.openxmlformats.org/drawingml/2006/main">
            <a:pathLst>
              <a:path w="33582" h="36353">
                <a:moveTo>
                  <a:pt x="0" y="36353"/>
                </a:moveTo>
                <a:lnTo>
                  <a:pt x="33582" y="19436"/>
                </a:lnTo>
                <a:lnTo>
                  <a:pt x="961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C64D7E-E093-4E61-BC72-148EB752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16172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53972B0-8B60-4BD6-8630-F0ECB6B7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344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34C2BF-3BC7-4A31-A7D9-78D4C43D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75" y="6196013"/>
            <a:ext cx="55690" cy="96530"/>
          </a:xfrm>
          <a:custGeom xmlns:a="http://schemas.openxmlformats.org/drawingml/2006/main">
            <a:pathLst>
              <a:path w="55690" h="96530">
                <a:moveTo>
                  <a:pt x="55690" y="0"/>
                </a:moveTo>
                <a:lnTo>
                  <a:pt x="0" y="9653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ECD7C6-B7A8-4288-BB1F-0326DA8D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75" y="6255130"/>
            <a:ext cx="30501" cy="37412"/>
          </a:xfrm>
          <a:custGeom xmlns:a="http://schemas.openxmlformats.org/drawingml/2006/main">
            <a:pathLst>
              <a:path w="30501" h="37412">
                <a:moveTo>
                  <a:pt x="0" y="37412"/>
                </a:moveTo>
                <a:lnTo>
                  <a:pt x="30501" y="15422"/>
                </a:lnTo>
                <a:lnTo>
                  <a:pt x="377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FF3161-1397-4D0D-AB4C-CF3B14B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161723"/>
            <a:ext cx="8572" cy="94297"/>
          </a:xfrm>
          <a:custGeom xmlns:a="http://schemas.openxmlformats.org/drawingml/2006/main">
            <a:pathLst>
              <a:path w="8572" h="94297">
                <a:moveTo>
                  <a:pt x="0" y="0"/>
                </a:moveTo>
                <a:lnTo>
                  <a:pt x="8572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E2C43E-D1D0-4324-8410-DF73E38A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519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61F0BC-5BC2-4540-8088-7976C0E0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97" y="6196013"/>
            <a:ext cx="45543" cy="101712"/>
          </a:xfrm>
          <a:custGeom xmlns:a="http://schemas.openxmlformats.org/drawingml/2006/main">
            <a:pathLst>
              <a:path w="45543" h="101712">
                <a:moveTo>
                  <a:pt x="45543" y="0"/>
                </a:moveTo>
                <a:lnTo>
                  <a:pt x="0" y="101712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65CEAD-8545-433F-B179-ED3C891C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27" y="6260122"/>
            <a:ext cx="28166" cy="37602"/>
          </a:xfrm>
          <a:custGeom xmlns:a="http://schemas.openxmlformats.org/drawingml/2006/main">
            <a:pathLst>
              <a:path w="28166" h="37602">
                <a:moveTo>
                  <a:pt x="70" y="37602"/>
                </a:moveTo>
                <a:lnTo>
                  <a:pt x="28166" y="126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6687F5-D80E-4FE2-A799-C4EB06F0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1617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F24800F-B675-43C6-94EA-C6B3D19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694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0CB947-A338-4C08-BB97-6292FCA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425" y="6196013"/>
            <a:ext cx="38290" cy="104658"/>
          </a:xfrm>
          <a:custGeom xmlns:a="http://schemas.openxmlformats.org/drawingml/2006/main">
            <a:pathLst>
              <a:path w="38290" h="104658">
                <a:moveTo>
                  <a:pt x="38290" y="0"/>
                </a:moveTo>
                <a:lnTo>
                  <a:pt x="0" y="10465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B3BA5EF-57D8-401B-94E7-3971DF7F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16" y="6263167"/>
            <a:ext cx="28982" cy="37504"/>
          </a:xfrm>
          <a:custGeom xmlns:a="http://schemas.openxmlformats.org/drawingml/2006/main">
            <a:pathLst>
              <a:path w="28982" h="37504">
                <a:moveTo>
                  <a:pt x="2710" y="37504"/>
                </a:moveTo>
                <a:lnTo>
                  <a:pt x="28982" y="10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C21EAD-31DA-4DD0-B891-9170380A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617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6A69C3-19A6-43ED-A737-5B9F7B0D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69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1118CD-0CAE-41EB-9CE8-3FF3CBC7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962" y="6196013"/>
            <a:ext cx="32928" cy="106467"/>
          </a:xfrm>
          <a:custGeom xmlns:a="http://schemas.openxmlformats.org/drawingml/2006/main">
            <a:pathLst>
              <a:path w="32928" h="106467">
                <a:moveTo>
                  <a:pt x="32928" y="0"/>
                </a:moveTo>
                <a:lnTo>
                  <a:pt x="0" y="106467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8696"/>
            </a:solidFill>
            <a:prstDash val="solid"/>
          </a:ln>
        </p:spPr>
      </p:sp>
      <p:sp>
        <p:nvSpPr>
          <p:cNvPr id="5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7923A5-0CFE-4365-BFC0-9F9BCD4A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352" y="6265161"/>
            <a:ext cx="29483" cy="37318"/>
          </a:xfrm>
          <a:custGeom xmlns:a="http://schemas.openxmlformats.org/drawingml/2006/main">
            <a:pathLst>
              <a:path w="29483" h="37318">
                <a:moveTo>
                  <a:pt x="4610" y="37318"/>
                </a:moveTo>
                <a:lnTo>
                  <a:pt x="29483" y="9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05EF9C-05F9-469F-AAF6-80A8798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6161723"/>
            <a:ext cx="8573" cy="94297"/>
          </a:xfrm>
          <a:custGeom xmlns:a="http://schemas.openxmlformats.org/drawingml/2006/main">
            <a:pathLst>
              <a:path w="8573" h="94297">
                <a:moveTo>
                  <a:pt x="0" y="0"/>
                </a:moveTo>
                <a:lnTo>
                  <a:pt x="8573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7287">
            <a:solidFill>
              <a:srgbClr val="0768C5"/>
            </a:solidFill>
            <a:prstDash val="solid"/>
          </a:ln>
        </p:spPr>
      </p:sp>
      <p:sp>
        <p:nvSpPr>
          <p:cNvPr id="5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6CBCAC-D181-4B58-B7F1-DDD63281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4" y="6229360"/>
            <a:ext cx="23051" cy="26660"/>
          </a:xfrm>
          <a:custGeom xmlns:a="http://schemas.openxmlformats.org/drawingml/2006/main">
            <a:pathLst>
              <a:path w="23051" h="26660">
                <a:moveTo>
                  <a:pt x="13854" y="26660"/>
                </a:moveTo>
                <a:lnTo>
                  <a:pt x="23051" y="0"/>
                </a:lnTo>
                <a:lnTo>
                  <a:pt x="0" y="209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1E3AF6-D42C-4C4E-BD59-097880FF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657" y="5465767"/>
            <a:ext cx="719213" cy="431791"/>
          </a:xfrm>
          <a:custGeom xmlns:a="http://schemas.openxmlformats.org/drawingml/2006/main">
            <a:pathLst>
              <a:path w="719213" h="431791">
                <a:moveTo>
                  <a:pt x="719213" y="215895"/>
                </a:moveTo>
                <a:lnTo>
                  <a:pt x="715709" y="245961"/>
                </a:lnTo>
                <a:lnTo>
                  <a:pt x="705265" y="275441"/>
                </a:lnTo>
                <a:lnTo>
                  <a:pt x="688085" y="303761"/>
                </a:lnTo>
                <a:lnTo>
                  <a:pt x="664503" y="330372"/>
                </a:lnTo>
                <a:lnTo>
                  <a:pt x="634978" y="354755"/>
                </a:lnTo>
                <a:lnTo>
                  <a:pt x="600085" y="376435"/>
                </a:lnTo>
                <a:lnTo>
                  <a:pt x="560503" y="394990"/>
                </a:lnTo>
                <a:lnTo>
                  <a:pt x="517001" y="410059"/>
                </a:lnTo>
                <a:lnTo>
                  <a:pt x="470428" y="421349"/>
                </a:lnTo>
                <a:lnTo>
                  <a:pt x="421689" y="428640"/>
                </a:lnTo>
                <a:lnTo>
                  <a:pt x="371733" y="431791"/>
                </a:lnTo>
                <a:lnTo>
                  <a:pt x="321533" y="430739"/>
                </a:lnTo>
                <a:lnTo>
                  <a:pt x="272065" y="425505"/>
                </a:lnTo>
                <a:lnTo>
                  <a:pt x="224293" y="416192"/>
                </a:lnTo>
                <a:lnTo>
                  <a:pt x="179145" y="402980"/>
                </a:lnTo>
                <a:lnTo>
                  <a:pt x="137502" y="386127"/>
                </a:lnTo>
                <a:lnTo>
                  <a:pt x="100173" y="365960"/>
                </a:lnTo>
                <a:lnTo>
                  <a:pt x="67885" y="342873"/>
                </a:lnTo>
                <a:lnTo>
                  <a:pt x="41267" y="317314"/>
                </a:lnTo>
                <a:lnTo>
                  <a:pt x="20836" y="289781"/>
                </a:lnTo>
                <a:lnTo>
                  <a:pt x="6991" y="260810"/>
                </a:lnTo>
                <a:lnTo>
                  <a:pt x="0" y="230965"/>
                </a:lnTo>
                <a:lnTo>
                  <a:pt x="0" y="200826"/>
                </a:lnTo>
                <a:lnTo>
                  <a:pt x="6991" y="170981"/>
                </a:lnTo>
                <a:lnTo>
                  <a:pt x="20836" y="142010"/>
                </a:lnTo>
                <a:lnTo>
                  <a:pt x="41267" y="114477"/>
                </a:lnTo>
                <a:lnTo>
                  <a:pt x="67885" y="88918"/>
                </a:lnTo>
                <a:lnTo>
                  <a:pt x="100173" y="65830"/>
                </a:lnTo>
                <a:lnTo>
                  <a:pt x="137502" y="45664"/>
                </a:lnTo>
                <a:lnTo>
                  <a:pt x="179145" y="28811"/>
                </a:lnTo>
                <a:lnTo>
                  <a:pt x="224293" y="15599"/>
                </a:lnTo>
                <a:lnTo>
                  <a:pt x="272065" y="6285"/>
                </a:lnTo>
                <a:lnTo>
                  <a:pt x="321533" y="1052"/>
                </a:lnTo>
                <a:lnTo>
                  <a:pt x="371733" y="0"/>
                </a:lnTo>
                <a:lnTo>
                  <a:pt x="421689" y="3150"/>
                </a:lnTo>
                <a:lnTo>
                  <a:pt x="470428" y="10442"/>
                </a:lnTo>
                <a:lnTo>
                  <a:pt x="517001" y="21732"/>
                </a:lnTo>
                <a:lnTo>
                  <a:pt x="560503" y="36801"/>
                </a:lnTo>
                <a:lnTo>
                  <a:pt x="600085" y="55356"/>
                </a:lnTo>
                <a:lnTo>
                  <a:pt x="634978" y="77036"/>
                </a:lnTo>
                <a:lnTo>
                  <a:pt x="664503" y="101419"/>
                </a:lnTo>
                <a:lnTo>
                  <a:pt x="688085" y="128029"/>
                </a:lnTo>
                <a:lnTo>
                  <a:pt x="705265" y="156350"/>
                </a:lnTo>
                <a:lnTo>
                  <a:pt x="715709" y="185830"/>
                </a:lnTo>
                <a:lnTo>
                  <a:pt x="719213" y="215895"/>
                </a:lnTo>
              </a:path>
            </a:pathLst>
          </a:custGeom>
          <a:noFill xmlns:a="http://schemas.openxmlformats.org/drawingml/2006/main"/>
          <a:ln xmlns:a="http://schemas.openxmlformats.org/drawingml/2006/main" w="6001">
            <a:solidFill>
              <a:srgbClr val="A9B1B8"/>
            </a:solidFill>
            <a:prstDash val="solid"/>
          </a:ln>
        </p:spPr>
      </p:sp>
      <p:sp>
        <p:nvSpPr>
          <p:cNvPr id="5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58EB66-AF87-41FD-B4AA-062863F0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970" y="5347539"/>
            <a:ext cx="1113068" cy="668248"/>
          </a:xfrm>
          <a:custGeom xmlns:a="http://schemas.openxmlformats.org/drawingml/2006/main">
            <a:pathLst>
              <a:path w="1113068" h="668248">
                <a:moveTo>
                  <a:pt x="1113068" y="334124"/>
                </a:moveTo>
                <a:lnTo>
                  <a:pt x="1107645" y="380653"/>
                </a:lnTo>
                <a:lnTo>
                  <a:pt x="1091482" y="426277"/>
                </a:lnTo>
                <a:lnTo>
                  <a:pt x="1064894" y="470107"/>
                </a:lnTo>
                <a:lnTo>
                  <a:pt x="1028398" y="511290"/>
                </a:lnTo>
                <a:lnTo>
                  <a:pt x="982705" y="549025"/>
                </a:lnTo>
                <a:lnTo>
                  <a:pt x="928703" y="582578"/>
                </a:lnTo>
                <a:lnTo>
                  <a:pt x="867444" y="611294"/>
                </a:lnTo>
                <a:lnTo>
                  <a:pt x="800121" y="634615"/>
                </a:lnTo>
                <a:lnTo>
                  <a:pt x="728043" y="652088"/>
                </a:lnTo>
                <a:lnTo>
                  <a:pt x="652614" y="663372"/>
                </a:lnTo>
                <a:lnTo>
                  <a:pt x="575302" y="668248"/>
                </a:lnTo>
                <a:lnTo>
                  <a:pt x="497611" y="666620"/>
                </a:lnTo>
                <a:lnTo>
                  <a:pt x="421053" y="658520"/>
                </a:lnTo>
                <a:lnTo>
                  <a:pt x="347120" y="644107"/>
                </a:lnTo>
                <a:lnTo>
                  <a:pt x="277249" y="623660"/>
                </a:lnTo>
                <a:lnTo>
                  <a:pt x="212801" y="597578"/>
                </a:lnTo>
                <a:lnTo>
                  <a:pt x="155030" y="566367"/>
                </a:lnTo>
                <a:lnTo>
                  <a:pt x="105061" y="530637"/>
                </a:lnTo>
                <a:lnTo>
                  <a:pt x="63866" y="491081"/>
                </a:lnTo>
                <a:lnTo>
                  <a:pt x="32247" y="448471"/>
                </a:lnTo>
                <a:lnTo>
                  <a:pt x="10819" y="403634"/>
                </a:lnTo>
                <a:lnTo>
                  <a:pt x="0" y="357445"/>
                </a:lnTo>
                <a:lnTo>
                  <a:pt x="0" y="310802"/>
                </a:lnTo>
                <a:lnTo>
                  <a:pt x="10819" y="264613"/>
                </a:lnTo>
                <a:lnTo>
                  <a:pt x="32247" y="219777"/>
                </a:lnTo>
                <a:lnTo>
                  <a:pt x="63866" y="177167"/>
                </a:lnTo>
                <a:lnTo>
                  <a:pt x="105061" y="137611"/>
                </a:lnTo>
                <a:lnTo>
                  <a:pt x="155030" y="101880"/>
                </a:lnTo>
                <a:lnTo>
                  <a:pt x="212801" y="70670"/>
                </a:lnTo>
                <a:lnTo>
                  <a:pt x="277249" y="44588"/>
                </a:lnTo>
                <a:lnTo>
                  <a:pt x="347120" y="24141"/>
                </a:lnTo>
                <a:lnTo>
                  <a:pt x="421053" y="9727"/>
                </a:lnTo>
                <a:lnTo>
                  <a:pt x="497611" y="1628"/>
                </a:lnTo>
                <a:lnTo>
                  <a:pt x="575302" y="0"/>
                </a:lnTo>
                <a:lnTo>
                  <a:pt x="652614" y="4876"/>
                </a:lnTo>
                <a:lnTo>
                  <a:pt x="728043" y="16159"/>
                </a:lnTo>
                <a:lnTo>
                  <a:pt x="800121" y="33632"/>
                </a:lnTo>
                <a:lnTo>
                  <a:pt x="867444" y="56954"/>
                </a:lnTo>
                <a:lnTo>
                  <a:pt x="928703" y="85670"/>
                </a:lnTo>
                <a:lnTo>
                  <a:pt x="982705" y="119222"/>
                </a:lnTo>
                <a:lnTo>
                  <a:pt x="1028398" y="156957"/>
                </a:lnTo>
                <a:lnTo>
                  <a:pt x="1064894" y="198141"/>
                </a:lnTo>
                <a:lnTo>
                  <a:pt x="1091482" y="241971"/>
                </a:lnTo>
                <a:lnTo>
                  <a:pt x="1107645" y="287594"/>
                </a:lnTo>
                <a:lnTo>
                  <a:pt x="1113068" y="334124"/>
                </a:lnTo>
              </a:path>
            </a:pathLst>
          </a:custGeom>
          <a:noFill xmlns:a="http://schemas.openxmlformats.org/drawingml/2006/main"/>
          <a:ln xmlns:a="http://schemas.openxmlformats.org/drawingml/2006/main" w="6001">
            <a:solidFill>
              <a:srgbClr val="A9B1B8"/>
            </a:solidFill>
            <a:prstDash val="solid"/>
          </a:ln>
        </p:spPr>
      </p:sp>
      <p:sp>
        <p:nvSpPr>
          <p:cNvPr id="5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D0A63F-D09E-4E43-B73E-84A93715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179" y="5219029"/>
            <a:ext cx="1541171" cy="925266"/>
          </a:xfrm>
          <a:custGeom xmlns:a="http://schemas.openxmlformats.org/drawingml/2006/main">
            <a:pathLst>
              <a:path w="1541171" h="925266">
                <a:moveTo>
                  <a:pt x="1541171" y="462633"/>
                </a:moveTo>
                <a:lnTo>
                  <a:pt x="1533662" y="527058"/>
                </a:lnTo>
                <a:lnTo>
                  <a:pt x="1511283" y="590230"/>
                </a:lnTo>
                <a:lnTo>
                  <a:pt x="1474469" y="650917"/>
                </a:lnTo>
                <a:lnTo>
                  <a:pt x="1423936" y="707941"/>
                </a:lnTo>
                <a:lnTo>
                  <a:pt x="1360668" y="760189"/>
                </a:lnTo>
                <a:lnTo>
                  <a:pt x="1285897" y="806646"/>
                </a:lnTo>
                <a:lnTo>
                  <a:pt x="1201077" y="846407"/>
                </a:lnTo>
                <a:lnTo>
                  <a:pt x="1107860" y="878698"/>
                </a:lnTo>
                <a:lnTo>
                  <a:pt x="1008060" y="902891"/>
                </a:lnTo>
                <a:lnTo>
                  <a:pt x="903620" y="918515"/>
                </a:lnTo>
                <a:lnTo>
                  <a:pt x="796571" y="925266"/>
                </a:lnTo>
                <a:lnTo>
                  <a:pt x="688999" y="923012"/>
                </a:lnTo>
                <a:lnTo>
                  <a:pt x="582997" y="911797"/>
                </a:lnTo>
                <a:lnTo>
                  <a:pt x="480627" y="891840"/>
                </a:lnTo>
                <a:lnTo>
                  <a:pt x="383883" y="863529"/>
                </a:lnTo>
                <a:lnTo>
                  <a:pt x="294647" y="827415"/>
                </a:lnTo>
                <a:lnTo>
                  <a:pt x="214657" y="784201"/>
                </a:lnTo>
                <a:lnTo>
                  <a:pt x="145469" y="734728"/>
                </a:lnTo>
                <a:lnTo>
                  <a:pt x="88429" y="679958"/>
                </a:lnTo>
                <a:lnTo>
                  <a:pt x="44649" y="620959"/>
                </a:lnTo>
                <a:lnTo>
                  <a:pt x="14980" y="558878"/>
                </a:lnTo>
                <a:lnTo>
                  <a:pt x="0" y="494924"/>
                </a:lnTo>
                <a:lnTo>
                  <a:pt x="0" y="430342"/>
                </a:lnTo>
                <a:lnTo>
                  <a:pt x="14980" y="366388"/>
                </a:lnTo>
                <a:lnTo>
                  <a:pt x="44649" y="304307"/>
                </a:lnTo>
                <a:lnTo>
                  <a:pt x="88429" y="245308"/>
                </a:lnTo>
                <a:lnTo>
                  <a:pt x="145469" y="190538"/>
                </a:lnTo>
                <a:lnTo>
                  <a:pt x="214657" y="141065"/>
                </a:lnTo>
                <a:lnTo>
                  <a:pt x="294647" y="97851"/>
                </a:lnTo>
                <a:lnTo>
                  <a:pt x="383883" y="61737"/>
                </a:lnTo>
                <a:lnTo>
                  <a:pt x="480627" y="33426"/>
                </a:lnTo>
                <a:lnTo>
                  <a:pt x="582997" y="13469"/>
                </a:lnTo>
                <a:lnTo>
                  <a:pt x="688999" y="2254"/>
                </a:lnTo>
                <a:lnTo>
                  <a:pt x="796571" y="0"/>
                </a:lnTo>
                <a:lnTo>
                  <a:pt x="903620" y="6751"/>
                </a:lnTo>
                <a:lnTo>
                  <a:pt x="1008060" y="22375"/>
                </a:lnTo>
                <a:lnTo>
                  <a:pt x="1107860" y="46568"/>
                </a:lnTo>
                <a:lnTo>
                  <a:pt x="1201077" y="78859"/>
                </a:lnTo>
                <a:lnTo>
                  <a:pt x="1285897" y="118620"/>
                </a:lnTo>
                <a:lnTo>
                  <a:pt x="1360668" y="165077"/>
                </a:lnTo>
                <a:lnTo>
                  <a:pt x="1423936" y="217325"/>
                </a:lnTo>
                <a:lnTo>
                  <a:pt x="1474469" y="274349"/>
                </a:lnTo>
                <a:lnTo>
                  <a:pt x="1511283" y="335036"/>
                </a:lnTo>
                <a:lnTo>
                  <a:pt x="1533662" y="398208"/>
                </a:lnTo>
                <a:lnTo>
                  <a:pt x="1541171" y="462633"/>
                </a:lnTo>
              </a:path>
            </a:pathLst>
          </a:custGeom>
          <a:noFill xmlns:a="http://schemas.openxmlformats.org/drawingml/2006/main"/>
          <a:ln xmlns:a="http://schemas.openxmlformats.org/drawingml/2006/main" w="6001">
            <a:solidFill>
              <a:srgbClr val="A9B1B8"/>
            </a:solidFill>
            <a:prstDash val="solid"/>
          </a:ln>
        </p:spPr>
      </p:sp>
      <p:sp>
        <p:nvSpPr>
          <p:cNvPr id="5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F1ACC4-02AC-4EF5-8141-3E1D0BB9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767013"/>
            <a:ext cx="814388" cy="214313"/>
          </a:xfrm>
          <a:custGeom xmlns:a="http://schemas.openxmlformats.org/drawingml/2006/main">
            <a:pathLst>
              <a:path w="814388" h="214313">
                <a:moveTo>
                  <a:pt x="0" y="214313"/>
                </a:moveTo>
                <a:lnTo>
                  <a:pt x="814388" y="214313"/>
                </a:ln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70">
            <a:solidFill>
              <a:srgbClr val="112D50"/>
            </a:solidFill>
            <a:prstDash val="solid"/>
          </a:ln>
        </p:spPr>
      </p:sp>
      <p:sp>
        <p:nvSpPr>
          <p:cNvPr id="5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1D182B-87C3-4BBD-A20F-1182BEB1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767013"/>
            <a:ext cx="2871788" cy="3900488"/>
          </a:xfrm>
          <a:custGeom xmlns:a="http://schemas.openxmlformats.org/drawingml/2006/main">
            <a:pathLst>
              <a:path w="2871788" h="3900488">
                <a:moveTo>
                  <a:pt x="1671638" y="0"/>
                </a:moveTo>
                <a:lnTo>
                  <a:pt x="1671638" y="857250"/>
                </a:lnTo>
                <a:lnTo>
                  <a:pt x="2871788" y="857250"/>
                </a:lnTo>
                <a:lnTo>
                  <a:pt x="2871788" y="3900488"/>
                </a:lnTo>
                <a:lnTo>
                  <a:pt x="0" y="3900488"/>
                </a:lnTo>
              </a:path>
            </a:pathLst>
          </a:custGeom>
          <a:noFill xmlns:a="http://schemas.openxmlformats.org/drawingml/2006/main"/>
          <a:ln xmlns:a="http://schemas.openxmlformats.org/drawingml/2006/main" w="102870">
            <a:solidFill>
              <a:srgbClr val="112D50"/>
            </a:solidFill>
            <a:prstDash val="solid"/>
          </a:ln>
        </p:spPr>
      </p:sp>
      <p:sp>
        <p:nvSpPr>
          <p:cNvPr id="5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B7EAC3-8262-43D4-9F45-AEF3AA2F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767013"/>
            <a:ext cx="814388" cy="214313"/>
          </a:xfrm>
          <a:custGeom xmlns:a="http://schemas.openxmlformats.org/drawingml/2006/main">
            <a:pathLst>
              <a:path w="814388" h="214313">
                <a:moveTo>
                  <a:pt x="0" y="214313"/>
                </a:moveTo>
                <a:lnTo>
                  <a:pt x="814388" y="214313"/>
                </a:ln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580">
            <a:solidFill>
              <a:srgbClr val="B8BFC4"/>
            </a:solidFill>
            <a:prstDash val="solid"/>
          </a:ln>
        </p:spPr>
      </p:sp>
      <p:sp>
        <p:nvSpPr>
          <p:cNvPr id="5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4B0606-D17E-4CE9-9748-84FD5635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767013"/>
            <a:ext cx="2871788" cy="3900488"/>
          </a:xfrm>
          <a:custGeom xmlns:a="http://schemas.openxmlformats.org/drawingml/2006/main">
            <a:pathLst>
              <a:path w="2871788" h="3900488">
                <a:moveTo>
                  <a:pt x="1671638" y="0"/>
                </a:moveTo>
                <a:lnTo>
                  <a:pt x="1671638" y="857250"/>
                </a:lnTo>
                <a:lnTo>
                  <a:pt x="2871788" y="857250"/>
                </a:lnTo>
                <a:lnTo>
                  <a:pt x="2871788" y="3900488"/>
                </a:lnTo>
                <a:lnTo>
                  <a:pt x="0" y="3900488"/>
                </a:lnTo>
              </a:path>
            </a:pathLst>
          </a:custGeom>
          <a:noFill xmlns:a="http://schemas.openxmlformats.org/drawingml/2006/main"/>
          <a:ln xmlns:a="http://schemas.openxmlformats.org/drawingml/2006/main" w="68580">
            <a:solidFill>
              <a:srgbClr val="B8BFC4"/>
            </a:solidFill>
            <a:prstDash val="solid"/>
          </a:ln>
        </p:spPr>
      </p:sp>
      <p:sp>
        <p:nvSpPr>
          <p:cNvPr id="5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832CAD-BFE9-4820-A581-90AB4A7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638425"/>
            <a:ext cx="95" cy="4029075"/>
          </a:xfrm>
          <a:custGeom xmlns:a="http://schemas.openxmlformats.org/drawingml/2006/main">
            <a:pathLst>
              <a:path w="95" h="4029075">
                <a:moveTo>
                  <a:pt x="0" y="0"/>
                </a:moveTo>
                <a:lnTo>
                  <a:pt x="0" y="402907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dash"/>
          </a:ln>
        </p:spPr>
      </p:sp>
      <p:sp>
        <p:nvSpPr>
          <p:cNvPr id="5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0AB81D-5976-4869-952E-57526BDE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492693"/>
            <a:ext cx="95" cy="402908"/>
          </a:xfrm>
          <a:custGeom xmlns:a="http://schemas.openxmlformats.org/drawingml/2006/main">
            <a:pathLst>
              <a:path w="95" h="402908">
                <a:moveTo>
                  <a:pt x="0" y="4029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5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648C63-E44E-49A1-9F9D-CD1D89CA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959" y="2492693"/>
            <a:ext cx="54007" cy="60008"/>
          </a:xfrm>
          <a:custGeom xmlns:a="http://schemas.openxmlformats.org/drawingml/2006/main">
            <a:pathLst>
              <a:path w="54007" h="60008">
                <a:moveTo>
                  <a:pt x="27003" y="0"/>
                </a:moveTo>
                <a:lnTo>
                  <a:pt x="0" y="60008"/>
                </a:lnTo>
                <a:lnTo>
                  <a:pt x="54007" y="60008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5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0D3902-E595-45F8-B671-B4B70AE0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6710363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5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D2DB23-1791-4148-B18D-3581AE6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505" y="6683359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565" name="z">
            <a:extLst xmlns:a="http://schemas.openxmlformats.org/drawingml/2006/main">
              <a:ext uri="{FF2B5EF4-FFF2-40B4-BE49-F238E27FC236}">
                <a16:creationId xmlns:a16="http://schemas.microsoft.com/office/drawing/2014/main" id="{9E7349C9-1E51-4F52-B5FE-9AAC614C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2406968"/>
            <a:ext cx="25717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566" name="r">
            <a:extLst xmlns:a="http://schemas.openxmlformats.org/drawingml/2006/main">
              <a:ext uri="{FF2B5EF4-FFF2-40B4-BE49-F238E27FC236}">
                <a16:creationId xmlns:a16="http://schemas.microsoft.com/office/drawing/2014/main" id="{05AF30BB-7E30-4FCD-A9F7-36FF175B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368" y="6598920"/>
            <a:ext cx="3429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</a:t>
            </a:r>
          </a:p>
        </p:txBody>
      </p:sp>
      <p:sp>
        <p:nvSpPr>
          <p:cNvPr id="567" name="r = 0">
            <a:extLst xmlns:a="http://schemas.openxmlformats.org/drawingml/2006/main">
              <a:ext uri="{FF2B5EF4-FFF2-40B4-BE49-F238E27FC236}">
                <a16:creationId xmlns:a16="http://schemas.microsoft.com/office/drawing/2014/main" id="{F73C2C12-D43B-428E-882E-6CE244B9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193" y="3127058"/>
            <a:ext cx="8572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 = 0</a:t>
            </a:r>
          </a:p>
        </p:txBody>
      </p:sp>
      <p:sp>
        <p:nvSpPr>
          <p:cNvPr id="568" name="ウェハー（z = 0）">
            <a:extLst xmlns:a="http://schemas.openxmlformats.org/drawingml/2006/main">
              <a:ext uri="{FF2B5EF4-FFF2-40B4-BE49-F238E27FC236}">
                <a16:creationId xmlns:a16="http://schemas.microsoft.com/office/drawing/2014/main" id="{D1864D95-9E6D-4074-B4C1-1D70B4D1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856095"/>
            <a:ext cx="2700338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ウェハー（z = 0）</a:t>
            </a:r>
          </a:p>
        </p:txBody>
      </p:sp>
      <p:sp>
        <p:nvSpPr>
          <p:cNvPr id="5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CF33B0-EA49-4BFF-8D80-4B59ECC4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09838"/>
            <a:ext cx="95" cy="342900"/>
          </a:xfrm>
          <a:custGeom xmlns:a="http://schemas.openxmlformats.org/drawingml/2006/main">
            <a:pathLst>
              <a:path w="95" h="342900">
                <a:moveTo>
                  <a:pt x="0" y="342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5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98FEE1-E8E8-4A5F-ACC3-1A28912E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399" y="2509838"/>
            <a:ext cx="77152" cy="85725"/>
          </a:xfrm>
          <a:custGeom xmlns:a="http://schemas.openxmlformats.org/drawingml/2006/main">
            <a:pathLst>
              <a:path w="77152" h="85725">
                <a:moveTo>
                  <a:pt x="38576" y="0"/>
                </a:moveTo>
                <a:lnTo>
                  <a:pt x="0" y="85725"/>
                </a:lnTo>
                <a:lnTo>
                  <a:pt x="77152" y="8572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571" name="出口">
            <a:extLst xmlns:a="http://schemas.openxmlformats.org/drawingml/2006/main">
              <a:ext uri="{FF2B5EF4-FFF2-40B4-BE49-F238E27FC236}">
                <a16:creationId xmlns:a16="http://schemas.microsoft.com/office/drawing/2014/main" id="{D9B01133-2891-4F1D-97F5-36D9FCAA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18373"/>
            <a:ext cx="6858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出口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C650A85-A4FE-4C5F-9148-E59C7C8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35" y="395001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7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BA13264E-75B2-4749-9E8D-BA2D7F1A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2809875"/>
            <a:ext cx="1585913" cy="1212793"/>
          </a:xfrm>
          <a:custGeom xmlns:a="http://schemas.openxmlformats.org/drawingml/2006/main">
            <a:pathLst>
              <a:path w="1585913" h="1212793">
                <a:moveTo>
                  <a:pt x="1585913" y="1200150"/>
                </a:moveTo>
                <a:lnTo>
                  <a:pt x="1533611" y="1204948"/>
                </a:lnTo>
                <a:lnTo>
                  <a:pt x="1481737" y="1208621"/>
                </a:lnTo>
                <a:lnTo>
                  <a:pt x="1430316" y="1211159"/>
                </a:lnTo>
                <a:lnTo>
                  <a:pt x="1379374" y="1212552"/>
                </a:lnTo>
                <a:lnTo>
                  <a:pt x="1328936" y="1212793"/>
                </a:lnTo>
                <a:lnTo>
                  <a:pt x="1279027" y="1211870"/>
                </a:lnTo>
                <a:lnTo>
                  <a:pt x="1229674" y="1209776"/>
                </a:lnTo>
                <a:lnTo>
                  <a:pt x="1180902" y="1206500"/>
                </a:lnTo>
                <a:lnTo>
                  <a:pt x="1132736" y="1202034"/>
                </a:lnTo>
                <a:lnTo>
                  <a:pt x="1085202" y="1196367"/>
                </a:lnTo>
                <a:lnTo>
                  <a:pt x="1038326" y="1189492"/>
                </a:lnTo>
                <a:lnTo>
                  <a:pt x="992133" y="1181398"/>
                </a:lnTo>
                <a:lnTo>
                  <a:pt x="946649" y="1172076"/>
                </a:lnTo>
                <a:lnTo>
                  <a:pt x="901899" y="1161517"/>
                </a:lnTo>
                <a:lnTo>
                  <a:pt x="857909" y="1149711"/>
                </a:lnTo>
                <a:lnTo>
                  <a:pt x="814705" y="1136650"/>
                </a:lnTo>
                <a:lnTo>
                  <a:pt x="772312" y="1122324"/>
                </a:lnTo>
                <a:lnTo>
                  <a:pt x="730755" y="1106723"/>
                </a:lnTo>
                <a:lnTo>
                  <a:pt x="690061" y="1089839"/>
                </a:lnTo>
                <a:lnTo>
                  <a:pt x="650255" y="1071662"/>
                </a:lnTo>
                <a:lnTo>
                  <a:pt x="611362" y="1052182"/>
                </a:lnTo>
                <a:lnTo>
                  <a:pt x="573408" y="1031391"/>
                </a:lnTo>
                <a:lnTo>
                  <a:pt x="536419" y="1009279"/>
                </a:lnTo>
                <a:lnTo>
                  <a:pt x="500420" y="985838"/>
                </a:lnTo>
                <a:lnTo>
                  <a:pt x="465436" y="961056"/>
                </a:lnTo>
                <a:lnTo>
                  <a:pt x="431494" y="934926"/>
                </a:lnTo>
                <a:lnTo>
                  <a:pt x="398619" y="907438"/>
                </a:lnTo>
                <a:lnTo>
                  <a:pt x="366837" y="878582"/>
                </a:lnTo>
                <a:lnTo>
                  <a:pt x="336172" y="848350"/>
                </a:lnTo>
                <a:lnTo>
                  <a:pt x="306651" y="816732"/>
                </a:lnTo>
                <a:lnTo>
                  <a:pt x="278299" y="783718"/>
                </a:lnTo>
                <a:lnTo>
                  <a:pt x="251142" y="749300"/>
                </a:lnTo>
                <a:lnTo>
                  <a:pt x="225206" y="713468"/>
                </a:lnTo>
                <a:lnTo>
                  <a:pt x="200516" y="676213"/>
                </a:lnTo>
                <a:lnTo>
                  <a:pt x="177097" y="637525"/>
                </a:lnTo>
                <a:lnTo>
                  <a:pt x="154975" y="597396"/>
                </a:lnTo>
                <a:lnTo>
                  <a:pt x="134176" y="555816"/>
                </a:lnTo>
                <a:lnTo>
                  <a:pt x="114725" y="512775"/>
                </a:lnTo>
                <a:lnTo>
                  <a:pt x="96648" y="468264"/>
                </a:lnTo>
                <a:lnTo>
                  <a:pt x="79970" y="422275"/>
                </a:lnTo>
                <a:lnTo>
                  <a:pt x="64718" y="374797"/>
                </a:lnTo>
                <a:lnTo>
                  <a:pt x="50916" y="325822"/>
                </a:lnTo>
                <a:lnTo>
                  <a:pt x="38590" y="275340"/>
                </a:lnTo>
                <a:lnTo>
                  <a:pt x="27766" y="223341"/>
                </a:lnTo>
                <a:lnTo>
                  <a:pt x="18470" y="169818"/>
                </a:lnTo>
                <a:lnTo>
                  <a:pt x="10726" y="114759"/>
                </a:lnTo>
                <a:lnTo>
                  <a:pt x="4561" y="581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E2DD9A3-682A-47A3-BCF1-2FC9C43E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927" y="3447400"/>
            <a:ext cx="48109" cy="75943"/>
          </a:xfrm>
          <a:custGeom xmlns:a="http://schemas.openxmlformats.org/drawingml/2006/main">
            <a:pathLst>
              <a:path w="48109" h="75943">
                <a:moveTo>
                  <a:pt x="48109" y="759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A7C2689-D1E5-4A1F-A2C0-496DA1E6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927" y="3447400"/>
            <a:ext cx="87182" cy="103401"/>
          </a:xfrm>
          <a:custGeom xmlns:a="http://schemas.openxmlformats.org/drawingml/2006/main">
            <a:pathLst>
              <a:path w="87182" h="103401">
                <a:moveTo>
                  <a:pt x="0" y="0"/>
                </a:moveTo>
                <a:lnTo>
                  <a:pt x="14765" y="103401"/>
                </a:lnTo>
                <a:lnTo>
                  <a:pt x="87182" y="57525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B2FEFDA-4176-4E39-8F8C-25A50EF5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35" y="410432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7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4F4D4E40-4924-423D-AEE1-9B5D9D63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88" y="2809875"/>
            <a:ext cx="1697355" cy="1363821"/>
          </a:xfrm>
          <a:custGeom xmlns:a="http://schemas.openxmlformats.org/drawingml/2006/main">
            <a:pathLst>
              <a:path w="1697355" h="1363821">
                <a:moveTo>
                  <a:pt x="1697355" y="1354455"/>
                </a:moveTo>
                <a:lnTo>
                  <a:pt x="1645053" y="1359055"/>
                </a:lnTo>
                <a:lnTo>
                  <a:pt x="1593172" y="1362144"/>
                </a:lnTo>
                <a:lnTo>
                  <a:pt x="1541731" y="1363731"/>
                </a:lnTo>
                <a:lnTo>
                  <a:pt x="1490752" y="1363821"/>
                </a:lnTo>
                <a:lnTo>
                  <a:pt x="1440252" y="1362424"/>
                </a:lnTo>
                <a:lnTo>
                  <a:pt x="1390252" y="1359545"/>
                </a:lnTo>
                <a:lnTo>
                  <a:pt x="1340771" y="1355193"/>
                </a:lnTo>
                <a:lnTo>
                  <a:pt x="1291828" y="1349375"/>
                </a:lnTo>
                <a:lnTo>
                  <a:pt x="1243444" y="1342099"/>
                </a:lnTo>
                <a:lnTo>
                  <a:pt x="1195637" y="1333371"/>
                </a:lnTo>
                <a:lnTo>
                  <a:pt x="1148427" y="1323200"/>
                </a:lnTo>
                <a:lnTo>
                  <a:pt x="1101834" y="1311593"/>
                </a:lnTo>
                <a:lnTo>
                  <a:pt x="1055877" y="1298556"/>
                </a:lnTo>
                <a:lnTo>
                  <a:pt x="1010576" y="1284099"/>
                </a:lnTo>
                <a:lnTo>
                  <a:pt x="965951" y="1268228"/>
                </a:lnTo>
                <a:lnTo>
                  <a:pt x="922020" y="1250950"/>
                </a:lnTo>
                <a:lnTo>
                  <a:pt x="878804" y="1232273"/>
                </a:lnTo>
                <a:lnTo>
                  <a:pt x="836321" y="1212205"/>
                </a:lnTo>
                <a:lnTo>
                  <a:pt x="794592" y="1190753"/>
                </a:lnTo>
                <a:lnTo>
                  <a:pt x="753636" y="1167924"/>
                </a:lnTo>
                <a:lnTo>
                  <a:pt x="713472" y="1143726"/>
                </a:lnTo>
                <a:lnTo>
                  <a:pt x="674121" y="1118166"/>
                </a:lnTo>
                <a:lnTo>
                  <a:pt x="635601" y="1091251"/>
                </a:lnTo>
                <a:lnTo>
                  <a:pt x="597932" y="1062990"/>
                </a:lnTo>
                <a:lnTo>
                  <a:pt x="561134" y="1033389"/>
                </a:lnTo>
                <a:lnTo>
                  <a:pt x="525226" y="1002457"/>
                </a:lnTo>
                <a:lnTo>
                  <a:pt x="490227" y="970199"/>
                </a:lnTo>
                <a:lnTo>
                  <a:pt x="456158" y="936625"/>
                </a:lnTo>
                <a:lnTo>
                  <a:pt x="423038" y="901741"/>
                </a:lnTo>
                <a:lnTo>
                  <a:pt x="390886" y="865555"/>
                </a:lnTo>
                <a:lnTo>
                  <a:pt x="359722" y="828073"/>
                </a:lnTo>
                <a:lnTo>
                  <a:pt x="329565" y="789305"/>
                </a:lnTo>
                <a:lnTo>
                  <a:pt x="300435" y="749257"/>
                </a:lnTo>
                <a:lnTo>
                  <a:pt x="272352" y="707936"/>
                </a:lnTo>
                <a:lnTo>
                  <a:pt x="245334" y="665350"/>
                </a:lnTo>
                <a:lnTo>
                  <a:pt x="219402" y="621506"/>
                </a:lnTo>
                <a:lnTo>
                  <a:pt x="194576" y="576413"/>
                </a:lnTo>
                <a:lnTo>
                  <a:pt x="170873" y="530076"/>
                </a:lnTo>
                <a:lnTo>
                  <a:pt x="148315" y="482505"/>
                </a:lnTo>
                <a:lnTo>
                  <a:pt x="126921" y="433705"/>
                </a:lnTo>
                <a:lnTo>
                  <a:pt x="106709" y="383685"/>
                </a:lnTo>
                <a:lnTo>
                  <a:pt x="87701" y="332452"/>
                </a:lnTo>
                <a:lnTo>
                  <a:pt x="69914" y="280014"/>
                </a:lnTo>
                <a:lnTo>
                  <a:pt x="53370" y="226377"/>
                </a:lnTo>
                <a:lnTo>
                  <a:pt x="38087" y="171550"/>
                </a:lnTo>
                <a:lnTo>
                  <a:pt x="24084" y="115540"/>
                </a:lnTo>
                <a:lnTo>
                  <a:pt x="11382" y="5835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579585-A1EA-4BAB-9CB2-2FEDDD5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722" y="3475225"/>
            <a:ext cx="55101" cy="83907"/>
          </a:xfrm>
          <a:custGeom xmlns:a="http://schemas.openxmlformats.org/drawingml/2006/main">
            <a:pathLst>
              <a:path w="55101" h="83907">
                <a:moveTo>
                  <a:pt x="55101" y="839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CEC1D9-C863-481D-A3DA-1B2EB1C6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722" y="3475225"/>
            <a:ext cx="88112" cy="103145"/>
          </a:xfrm>
          <a:custGeom xmlns:a="http://schemas.openxmlformats.org/drawingml/2006/main">
            <a:pathLst>
              <a:path w="88112" h="103145">
                <a:moveTo>
                  <a:pt x="0" y="0"/>
                </a:moveTo>
                <a:lnTo>
                  <a:pt x="16456" y="103145"/>
                </a:lnTo>
                <a:lnTo>
                  <a:pt x="88112" y="5609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00C680C1-587E-415C-926D-71B8993A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35" y="425862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8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8C28EC7-1CAA-445B-BBE5-287E276A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718" y="4318635"/>
            <a:ext cx="2486025" cy="2288858"/>
          </a:xfrm>
          <a:custGeom xmlns:a="http://schemas.openxmlformats.org/drawingml/2006/main">
            <a:pathLst>
              <a:path w="2486025" h="2288858">
                <a:moveTo>
                  <a:pt x="2486025" y="0"/>
                </a:moveTo>
                <a:lnTo>
                  <a:pt x="2432513" y="12306"/>
                </a:lnTo>
                <a:lnTo>
                  <a:pt x="2377078" y="27721"/>
                </a:lnTo>
                <a:lnTo>
                  <a:pt x="2319849" y="46142"/>
                </a:lnTo>
                <a:lnTo>
                  <a:pt x="2260957" y="67464"/>
                </a:lnTo>
                <a:lnTo>
                  <a:pt x="2200532" y="91582"/>
                </a:lnTo>
                <a:lnTo>
                  <a:pt x="2138705" y="118391"/>
                </a:lnTo>
                <a:lnTo>
                  <a:pt x="2075605" y="147787"/>
                </a:lnTo>
                <a:lnTo>
                  <a:pt x="2011363" y="179665"/>
                </a:lnTo>
                <a:lnTo>
                  <a:pt x="1946108" y="213921"/>
                </a:lnTo>
                <a:lnTo>
                  <a:pt x="1879972" y="250450"/>
                </a:lnTo>
                <a:lnTo>
                  <a:pt x="1813084" y="289147"/>
                </a:lnTo>
                <a:lnTo>
                  <a:pt x="1745575" y="329907"/>
                </a:lnTo>
                <a:lnTo>
                  <a:pt x="1677575" y="372627"/>
                </a:lnTo>
                <a:lnTo>
                  <a:pt x="1609214" y="417201"/>
                </a:lnTo>
                <a:lnTo>
                  <a:pt x="1540622" y="463524"/>
                </a:lnTo>
                <a:lnTo>
                  <a:pt x="1471930" y="511493"/>
                </a:lnTo>
                <a:lnTo>
                  <a:pt x="1403268" y="561001"/>
                </a:lnTo>
                <a:lnTo>
                  <a:pt x="1334765" y="611946"/>
                </a:lnTo>
                <a:lnTo>
                  <a:pt x="1266553" y="664222"/>
                </a:lnTo>
                <a:lnTo>
                  <a:pt x="1198761" y="717724"/>
                </a:lnTo>
                <a:lnTo>
                  <a:pt x="1131520" y="772348"/>
                </a:lnTo>
                <a:lnTo>
                  <a:pt x="1064959" y="827989"/>
                </a:lnTo>
                <a:lnTo>
                  <a:pt x="999210" y="884542"/>
                </a:lnTo>
                <a:lnTo>
                  <a:pt x="934402" y="941903"/>
                </a:lnTo>
                <a:lnTo>
                  <a:pt x="870666" y="999968"/>
                </a:lnTo>
                <a:lnTo>
                  <a:pt x="808132" y="1058631"/>
                </a:lnTo>
                <a:lnTo>
                  <a:pt x="746929" y="1117788"/>
                </a:lnTo>
                <a:lnTo>
                  <a:pt x="687189" y="1177335"/>
                </a:lnTo>
                <a:lnTo>
                  <a:pt x="629041" y="1237166"/>
                </a:lnTo>
                <a:lnTo>
                  <a:pt x="572616" y="1297177"/>
                </a:lnTo>
                <a:lnTo>
                  <a:pt x="518044" y="1357263"/>
                </a:lnTo>
                <a:lnTo>
                  <a:pt x="465455" y="1417320"/>
                </a:lnTo>
                <a:lnTo>
                  <a:pt x="414979" y="1477243"/>
                </a:lnTo>
                <a:lnTo>
                  <a:pt x="366747" y="1536928"/>
                </a:lnTo>
                <a:lnTo>
                  <a:pt x="320889" y="1596269"/>
                </a:lnTo>
                <a:lnTo>
                  <a:pt x="277535" y="1655162"/>
                </a:lnTo>
                <a:lnTo>
                  <a:pt x="236815" y="1713503"/>
                </a:lnTo>
                <a:lnTo>
                  <a:pt x="198859" y="1771187"/>
                </a:lnTo>
                <a:lnTo>
                  <a:pt x="163798" y="1828109"/>
                </a:lnTo>
                <a:lnTo>
                  <a:pt x="131762" y="1884164"/>
                </a:lnTo>
                <a:lnTo>
                  <a:pt x="102882" y="1939248"/>
                </a:lnTo>
                <a:lnTo>
                  <a:pt x="77286" y="1993257"/>
                </a:lnTo>
                <a:lnTo>
                  <a:pt x="55107" y="2046085"/>
                </a:lnTo>
                <a:lnTo>
                  <a:pt x="36473" y="2097628"/>
                </a:lnTo>
                <a:lnTo>
                  <a:pt x="21515" y="2147782"/>
                </a:lnTo>
                <a:lnTo>
                  <a:pt x="10363" y="2196441"/>
                </a:lnTo>
                <a:lnTo>
                  <a:pt x="3148" y="2243501"/>
                </a:lnTo>
                <a:lnTo>
                  <a:pt x="0" y="2288858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AC549C-36F1-4C2A-B7D2-9601AF3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606" y="5795878"/>
            <a:ext cx="94090" cy="119026"/>
          </a:xfrm>
          <a:custGeom xmlns:a="http://schemas.openxmlformats.org/drawingml/2006/main">
            <a:pathLst>
              <a:path w="94090" h="119026">
                <a:moveTo>
                  <a:pt x="94090" y="0"/>
                </a:moveTo>
                <a:lnTo>
                  <a:pt x="0" y="119026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F1CD1D-04F7-4C23-8F17-59755F32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606" y="5813600"/>
            <a:ext cx="92694" cy="101303"/>
          </a:xfrm>
          <a:custGeom xmlns:a="http://schemas.openxmlformats.org/drawingml/2006/main">
            <a:pathLst>
              <a:path w="92694" h="101303">
                <a:moveTo>
                  <a:pt x="0" y="101303"/>
                </a:moveTo>
                <a:lnTo>
                  <a:pt x="92694" y="53162"/>
                </a:lnTo>
                <a:lnTo>
                  <a:pt x="25443" y="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06EDE3AA-257B-464E-974F-58F1C080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35" y="441293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8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556C591-A304-4C00-B3A0-401389D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4472940"/>
            <a:ext cx="1843088" cy="2134553"/>
          </a:xfrm>
          <a:custGeom xmlns:a="http://schemas.openxmlformats.org/drawingml/2006/main">
            <a:pathLst>
              <a:path w="1843088" h="2134553">
                <a:moveTo>
                  <a:pt x="1843088" y="0"/>
                </a:moveTo>
                <a:lnTo>
                  <a:pt x="1790401" y="12107"/>
                </a:lnTo>
                <a:lnTo>
                  <a:pt x="1737396" y="26940"/>
                </a:lnTo>
                <a:lnTo>
                  <a:pt x="1684132" y="44409"/>
                </a:lnTo>
                <a:lnTo>
                  <a:pt x="1630670" y="64428"/>
                </a:lnTo>
                <a:lnTo>
                  <a:pt x="1577070" y="86907"/>
                </a:lnTo>
                <a:lnTo>
                  <a:pt x="1523394" y="111761"/>
                </a:lnTo>
                <a:lnTo>
                  <a:pt x="1469700" y="138899"/>
                </a:lnTo>
                <a:lnTo>
                  <a:pt x="1416050" y="168235"/>
                </a:lnTo>
                <a:lnTo>
                  <a:pt x="1362504" y="199681"/>
                </a:lnTo>
                <a:lnTo>
                  <a:pt x="1309123" y="233149"/>
                </a:lnTo>
                <a:lnTo>
                  <a:pt x="1255967" y="268550"/>
                </a:lnTo>
                <a:lnTo>
                  <a:pt x="1203097" y="305797"/>
                </a:lnTo>
                <a:lnTo>
                  <a:pt x="1150572" y="344802"/>
                </a:lnTo>
                <a:lnTo>
                  <a:pt x="1098455" y="385478"/>
                </a:lnTo>
                <a:lnTo>
                  <a:pt x="1046804" y="427736"/>
                </a:lnTo>
                <a:lnTo>
                  <a:pt x="995680" y="471488"/>
                </a:lnTo>
                <a:lnTo>
                  <a:pt x="945144" y="516646"/>
                </a:lnTo>
                <a:lnTo>
                  <a:pt x="895257" y="563123"/>
                </a:lnTo>
                <a:lnTo>
                  <a:pt x="846078" y="610830"/>
                </a:lnTo>
                <a:lnTo>
                  <a:pt x="797669" y="659681"/>
                </a:lnTo>
                <a:lnTo>
                  <a:pt x="750090" y="709586"/>
                </a:lnTo>
                <a:lnTo>
                  <a:pt x="703400" y="760458"/>
                </a:lnTo>
                <a:lnTo>
                  <a:pt x="657661" y="812209"/>
                </a:lnTo>
                <a:lnTo>
                  <a:pt x="612934" y="864751"/>
                </a:lnTo>
                <a:lnTo>
                  <a:pt x="569278" y="917996"/>
                </a:lnTo>
                <a:lnTo>
                  <a:pt x="526754" y="971857"/>
                </a:lnTo>
                <a:lnTo>
                  <a:pt x="485422" y="1026245"/>
                </a:lnTo>
                <a:lnTo>
                  <a:pt x="445343" y="1081073"/>
                </a:lnTo>
                <a:lnTo>
                  <a:pt x="406578" y="1136252"/>
                </a:lnTo>
                <a:lnTo>
                  <a:pt x="369187" y="1191695"/>
                </a:lnTo>
                <a:lnTo>
                  <a:pt x="333230" y="1247313"/>
                </a:lnTo>
                <a:lnTo>
                  <a:pt x="298767" y="1303020"/>
                </a:lnTo>
                <a:lnTo>
                  <a:pt x="265861" y="1358727"/>
                </a:lnTo>
                <a:lnTo>
                  <a:pt x="234569" y="1414345"/>
                </a:lnTo>
                <a:lnTo>
                  <a:pt x="204954" y="1469788"/>
                </a:lnTo>
                <a:lnTo>
                  <a:pt x="177076" y="1524967"/>
                </a:lnTo>
                <a:lnTo>
                  <a:pt x="150994" y="1579795"/>
                </a:lnTo>
                <a:lnTo>
                  <a:pt x="126771" y="1634183"/>
                </a:lnTo>
                <a:lnTo>
                  <a:pt x="104465" y="1688044"/>
                </a:lnTo>
                <a:lnTo>
                  <a:pt x="84137" y="1741289"/>
                </a:lnTo>
                <a:lnTo>
                  <a:pt x="65849" y="1793831"/>
                </a:lnTo>
                <a:lnTo>
                  <a:pt x="49660" y="1845582"/>
                </a:lnTo>
                <a:lnTo>
                  <a:pt x="35631" y="1896454"/>
                </a:lnTo>
                <a:lnTo>
                  <a:pt x="23822" y="1946359"/>
                </a:lnTo>
                <a:lnTo>
                  <a:pt x="14294" y="1995210"/>
                </a:lnTo>
                <a:lnTo>
                  <a:pt x="7108" y="2042917"/>
                </a:lnTo>
                <a:lnTo>
                  <a:pt x="2323" y="2089394"/>
                </a:lnTo>
                <a:lnTo>
                  <a:pt x="0" y="2134553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8032A2-B61F-42EE-BE93-D1AD87B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609" y="5831667"/>
            <a:ext cx="60906" cy="111062"/>
          </a:xfrm>
          <a:custGeom xmlns:a="http://schemas.openxmlformats.org/drawingml/2006/main">
            <a:pathLst>
              <a:path w="60906" h="111062">
                <a:moveTo>
                  <a:pt x="60906" y="0"/>
                </a:moveTo>
                <a:lnTo>
                  <a:pt x="0" y="111062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A55E72-9AAE-4833-AEF3-61DFB19F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609" y="5838602"/>
            <a:ext cx="83382" cy="104126"/>
          </a:xfrm>
          <a:custGeom xmlns:a="http://schemas.openxmlformats.org/drawingml/2006/main">
            <a:pathLst>
              <a:path w="83382" h="104126">
                <a:moveTo>
                  <a:pt x="0" y="104126"/>
                </a:moveTo>
                <a:lnTo>
                  <a:pt x="83382" y="41220"/>
                </a:lnTo>
                <a:lnTo>
                  <a:pt x="8218" y="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D5E07AA6-6BF8-4FFB-83A9-65D3170D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35" y="456723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89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ED04E1C-6D78-4A6B-BECD-F242BF6E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593" y="4627245"/>
            <a:ext cx="1200150" cy="1980248"/>
          </a:xfrm>
          <a:custGeom xmlns:a="http://schemas.openxmlformats.org/drawingml/2006/main">
            <a:pathLst>
              <a:path w="1200150" h="1980248">
                <a:moveTo>
                  <a:pt x="1200150" y="0"/>
                </a:moveTo>
                <a:lnTo>
                  <a:pt x="1148289" y="11909"/>
                </a:lnTo>
                <a:lnTo>
                  <a:pt x="1097714" y="26158"/>
                </a:lnTo>
                <a:lnTo>
                  <a:pt x="1048415" y="42676"/>
                </a:lnTo>
                <a:lnTo>
                  <a:pt x="1000383" y="61392"/>
                </a:lnTo>
                <a:lnTo>
                  <a:pt x="953608" y="82233"/>
                </a:lnTo>
                <a:lnTo>
                  <a:pt x="908082" y="105130"/>
                </a:lnTo>
                <a:lnTo>
                  <a:pt x="863795" y="130011"/>
                </a:lnTo>
                <a:lnTo>
                  <a:pt x="820738" y="156805"/>
                </a:lnTo>
                <a:lnTo>
                  <a:pt x="778900" y="185441"/>
                </a:lnTo>
                <a:lnTo>
                  <a:pt x="738274" y="215847"/>
                </a:lnTo>
                <a:lnTo>
                  <a:pt x="698850" y="247953"/>
                </a:lnTo>
                <a:lnTo>
                  <a:pt x="660618" y="281687"/>
                </a:lnTo>
                <a:lnTo>
                  <a:pt x="623570" y="316978"/>
                </a:lnTo>
                <a:lnTo>
                  <a:pt x="587695" y="353755"/>
                </a:lnTo>
                <a:lnTo>
                  <a:pt x="552985" y="391947"/>
                </a:lnTo>
                <a:lnTo>
                  <a:pt x="519430" y="431483"/>
                </a:lnTo>
                <a:lnTo>
                  <a:pt x="487021" y="472290"/>
                </a:lnTo>
                <a:lnTo>
                  <a:pt x="455749" y="514300"/>
                </a:lnTo>
                <a:lnTo>
                  <a:pt x="425604" y="557439"/>
                </a:lnTo>
                <a:lnTo>
                  <a:pt x="396577" y="601638"/>
                </a:lnTo>
                <a:lnTo>
                  <a:pt x="368659" y="646824"/>
                </a:lnTo>
                <a:lnTo>
                  <a:pt x="341841" y="692927"/>
                </a:lnTo>
                <a:lnTo>
                  <a:pt x="316112" y="739876"/>
                </a:lnTo>
                <a:lnTo>
                  <a:pt x="291465" y="787598"/>
                </a:lnTo>
                <a:lnTo>
                  <a:pt x="267889" y="836025"/>
                </a:lnTo>
                <a:lnTo>
                  <a:pt x="245375" y="885083"/>
                </a:lnTo>
                <a:lnTo>
                  <a:pt x="223915" y="934702"/>
                </a:lnTo>
                <a:lnTo>
                  <a:pt x="203498" y="984811"/>
                </a:lnTo>
                <a:lnTo>
                  <a:pt x="184115" y="1035338"/>
                </a:lnTo>
                <a:lnTo>
                  <a:pt x="165757" y="1086213"/>
                </a:lnTo>
                <a:lnTo>
                  <a:pt x="148415" y="1137364"/>
                </a:lnTo>
                <a:lnTo>
                  <a:pt x="132080" y="1188720"/>
                </a:lnTo>
                <a:lnTo>
                  <a:pt x="116742" y="1240210"/>
                </a:lnTo>
                <a:lnTo>
                  <a:pt x="102391" y="1291763"/>
                </a:lnTo>
                <a:lnTo>
                  <a:pt x="89019" y="1343308"/>
                </a:lnTo>
                <a:lnTo>
                  <a:pt x="76617" y="1394773"/>
                </a:lnTo>
                <a:lnTo>
                  <a:pt x="65174" y="1446087"/>
                </a:lnTo>
                <a:lnTo>
                  <a:pt x="54682" y="1497179"/>
                </a:lnTo>
                <a:lnTo>
                  <a:pt x="45131" y="1547979"/>
                </a:lnTo>
                <a:lnTo>
                  <a:pt x="36512" y="1598414"/>
                </a:lnTo>
                <a:lnTo>
                  <a:pt x="28817" y="1648414"/>
                </a:lnTo>
                <a:lnTo>
                  <a:pt x="22034" y="1697908"/>
                </a:lnTo>
                <a:lnTo>
                  <a:pt x="16156" y="1746823"/>
                </a:lnTo>
                <a:lnTo>
                  <a:pt x="11172" y="1795090"/>
                </a:lnTo>
                <a:lnTo>
                  <a:pt x="7074" y="1842638"/>
                </a:lnTo>
                <a:lnTo>
                  <a:pt x="3852" y="1889394"/>
                </a:lnTo>
                <a:lnTo>
                  <a:pt x="1497" y="1935287"/>
                </a:lnTo>
                <a:lnTo>
                  <a:pt x="0" y="1980248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31B615-6ACB-4138-8099-BF428E75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612" y="5867455"/>
            <a:ext cx="27722" cy="103097"/>
          </a:xfrm>
          <a:custGeom xmlns:a="http://schemas.openxmlformats.org/drawingml/2006/main">
            <a:pathLst>
              <a:path w="27722" h="103097">
                <a:moveTo>
                  <a:pt x="27722" y="0"/>
                </a:moveTo>
                <a:lnTo>
                  <a:pt x="0" y="103097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88B4B4-F3BC-4E7E-A13A-694EFAB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53" y="5867440"/>
            <a:ext cx="82784" cy="103113"/>
          </a:xfrm>
          <a:custGeom xmlns:a="http://schemas.openxmlformats.org/drawingml/2006/main">
            <a:pathLst>
              <a:path w="82784" h="103113">
                <a:moveTo>
                  <a:pt x="16659" y="103113"/>
                </a:moveTo>
                <a:lnTo>
                  <a:pt x="82784" y="22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319BC4C7-6D3A-41AC-8815-347F4BAA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35" y="47215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9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94D5D86-EC47-4ECD-84B0-5C421B55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182" y="4781550"/>
            <a:ext cx="595561" cy="1825943"/>
          </a:xfrm>
          <a:custGeom xmlns:a="http://schemas.openxmlformats.org/drawingml/2006/main">
            <a:pathLst>
              <a:path w="595561" h="1825943">
                <a:moveTo>
                  <a:pt x="595561" y="0"/>
                </a:moveTo>
                <a:lnTo>
                  <a:pt x="544526" y="11711"/>
                </a:lnTo>
                <a:lnTo>
                  <a:pt x="496380" y="25377"/>
                </a:lnTo>
                <a:lnTo>
                  <a:pt x="451046" y="40943"/>
                </a:lnTo>
                <a:lnTo>
                  <a:pt x="408444" y="58356"/>
                </a:lnTo>
                <a:lnTo>
                  <a:pt x="368495" y="77559"/>
                </a:lnTo>
                <a:lnTo>
                  <a:pt x="331119" y="98500"/>
                </a:lnTo>
                <a:lnTo>
                  <a:pt x="296238" y="121124"/>
                </a:lnTo>
                <a:lnTo>
                  <a:pt x="263773" y="145375"/>
                </a:lnTo>
                <a:lnTo>
                  <a:pt x="233645" y="171201"/>
                </a:lnTo>
                <a:lnTo>
                  <a:pt x="205774" y="198546"/>
                </a:lnTo>
                <a:lnTo>
                  <a:pt x="180081" y="227356"/>
                </a:lnTo>
                <a:lnTo>
                  <a:pt x="156488" y="257577"/>
                </a:lnTo>
                <a:lnTo>
                  <a:pt x="134915" y="289154"/>
                </a:lnTo>
                <a:lnTo>
                  <a:pt x="115284" y="322032"/>
                </a:lnTo>
                <a:lnTo>
                  <a:pt x="97514" y="356158"/>
                </a:lnTo>
                <a:lnTo>
                  <a:pt x="81528" y="391478"/>
                </a:lnTo>
                <a:lnTo>
                  <a:pt x="67246" y="427935"/>
                </a:lnTo>
                <a:lnTo>
                  <a:pt x="54589" y="465477"/>
                </a:lnTo>
                <a:lnTo>
                  <a:pt x="43478" y="504048"/>
                </a:lnTo>
                <a:lnTo>
                  <a:pt x="33834" y="543595"/>
                </a:lnTo>
                <a:lnTo>
                  <a:pt x="25577" y="584062"/>
                </a:lnTo>
                <a:lnTo>
                  <a:pt x="18630" y="625396"/>
                </a:lnTo>
                <a:lnTo>
                  <a:pt x="12912" y="667542"/>
                </a:lnTo>
                <a:lnTo>
                  <a:pt x="8344" y="710446"/>
                </a:lnTo>
                <a:lnTo>
                  <a:pt x="4849" y="754053"/>
                </a:lnTo>
                <a:lnTo>
                  <a:pt x="2345" y="798308"/>
                </a:lnTo>
                <a:lnTo>
                  <a:pt x="756" y="843159"/>
                </a:lnTo>
                <a:lnTo>
                  <a:pt x="0" y="888549"/>
                </a:lnTo>
                <a:lnTo>
                  <a:pt x="0" y="934424"/>
                </a:lnTo>
                <a:lnTo>
                  <a:pt x="676" y="980731"/>
                </a:lnTo>
                <a:lnTo>
                  <a:pt x="1949" y="1027414"/>
                </a:lnTo>
                <a:lnTo>
                  <a:pt x="3741" y="1074420"/>
                </a:lnTo>
                <a:lnTo>
                  <a:pt x="5971" y="1121694"/>
                </a:lnTo>
                <a:lnTo>
                  <a:pt x="8561" y="1169181"/>
                </a:lnTo>
                <a:lnTo>
                  <a:pt x="11433" y="1216827"/>
                </a:lnTo>
                <a:lnTo>
                  <a:pt x="14506" y="1264578"/>
                </a:lnTo>
                <a:lnTo>
                  <a:pt x="17702" y="1312379"/>
                </a:lnTo>
                <a:lnTo>
                  <a:pt x="20942" y="1360176"/>
                </a:lnTo>
                <a:lnTo>
                  <a:pt x="24146" y="1407914"/>
                </a:lnTo>
                <a:lnTo>
                  <a:pt x="27236" y="1455539"/>
                </a:lnTo>
                <a:lnTo>
                  <a:pt x="30132" y="1502997"/>
                </a:lnTo>
                <a:lnTo>
                  <a:pt x="32756" y="1550233"/>
                </a:lnTo>
                <a:lnTo>
                  <a:pt x="35028" y="1597193"/>
                </a:lnTo>
                <a:lnTo>
                  <a:pt x="36870" y="1643822"/>
                </a:lnTo>
                <a:lnTo>
                  <a:pt x="38202" y="1690065"/>
                </a:lnTo>
                <a:lnTo>
                  <a:pt x="38945" y="1735870"/>
                </a:lnTo>
                <a:lnTo>
                  <a:pt x="39020" y="1781180"/>
                </a:lnTo>
                <a:lnTo>
                  <a:pt x="38348" y="1825943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6227461-2F33-41A9-866C-AB885046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153" y="5903244"/>
            <a:ext cx="5462" cy="95133"/>
          </a:xfrm>
          <a:custGeom xmlns:a="http://schemas.openxmlformats.org/drawingml/2006/main">
            <a:pathLst>
              <a:path w="5462" h="95133">
                <a:moveTo>
                  <a:pt x="0" y="0"/>
                </a:moveTo>
                <a:lnTo>
                  <a:pt x="5462" y="95133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5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9F28F16-1D41-4C20-BA33-30C4E58F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363" y="5900827"/>
            <a:ext cx="85584" cy="97550"/>
          </a:xfrm>
          <a:custGeom xmlns:a="http://schemas.openxmlformats.org/drawingml/2006/main">
            <a:pathLst>
              <a:path w="85584" h="97550">
                <a:moveTo>
                  <a:pt x="48251" y="97550"/>
                </a:moveTo>
                <a:lnTo>
                  <a:pt x="85584" y="0"/>
                </a:lnTo>
                <a:lnTo>
                  <a:pt x="0" y="4913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5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3826D87-F658-40BF-9F0A-37315FE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7013"/>
            <a:ext cx="814388" cy="214313"/>
          </a:xfrm>
          <a:custGeom xmlns:a="http://schemas.openxmlformats.org/drawingml/2006/main">
            <a:pathLst>
              <a:path w="814388" h="214313">
                <a:moveTo>
                  <a:pt x="0" y="214313"/>
                </a:moveTo>
                <a:lnTo>
                  <a:pt x="814388" y="214313"/>
                </a:ln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70">
            <a:solidFill>
              <a:srgbClr val="112D50"/>
            </a:solidFill>
            <a:prstDash val="solid"/>
          </a:ln>
        </p:spPr>
      </p:sp>
      <p:sp>
        <p:nvSpPr>
          <p:cNvPr id="5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D8D4B5-DC0B-435E-A1DC-9FD7065A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7013"/>
            <a:ext cx="2871788" cy="3900488"/>
          </a:xfrm>
          <a:custGeom xmlns:a="http://schemas.openxmlformats.org/drawingml/2006/main">
            <a:pathLst>
              <a:path w="2871788" h="3900488">
                <a:moveTo>
                  <a:pt x="1671638" y="0"/>
                </a:moveTo>
                <a:lnTo>
                  <a:pt x="1671638" y="857250"/>
                </a:lnTo>
                <a:lnTo>
                  <a:pt x="2871788" y="857250"/>
                </a:lnTo>
                <a:lnTo>
                  <a:pt x="2871788" y="3900488"/>
                </a:lnTo>
                <a:lnTo>
                  <a:pt x="0" y="3900488"/>
                </a:lnTo>
              </a:path>
            </a:pathLst>
          </a:custGeom>
          <a:noFill xmlns:a="http://schemas.openxmlformats.org/drawingml/2006/main"/>
          <a:ln xmlns:a="http://schemas.openxmlformats.org/drawingml/2006/main" w="102870">
            <a:solidFill>
              <a:srgbClr val="112D50"/>
            </a:solidFill>
            <a:prstDash val="solid"/>
          </a:ln>
        </p:spPr>
      </p:sp>
      <p:sp>
        <p:nvSpPr>
          <p:cNvPr id="5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9178FF7-8E6F-4711-B5DE-E4672A56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7013"/>
            <a:ext cx="814388" cy="214313"/>
          </a:xfrm>
          <a:custGeom xmlns:a="http://schemas.openxmlformats.org/drawingml/2006/main">
            <a:pathLst>
              <a:path w="814388" h="214313">
                <a:moveTo>
                  <a:pt x="0" y="214313"/>
                </a:moveTo>
                <a:lnTo>
                  <a:pt x="814388" y="214313"/>
                </a:ln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580">
            <a:solidFill>
              <a:srgbClr val="B8BFC4"/>
            </a:solidFill>
            <a:prstDash val="solid"/>
          </a:ln>
        </p:spPr>
      </p:sp>
      <p:sp>
        <p:nvSpPr>
          <p:cNvPr id="5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032FB4-9A4A-426E-98F9-DBA58139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7013"/>
            <a:ext cx="2871788" cy="3900488"/>
          </a:xfrm>
          <a:custGeom xmlns:a="http://schemas.openxmlformats.org/drawingml/2006/main">
            <a:pathLst>
              <a:path w="2871788" h="3900488">
                <a:moveTo>
                  <a:pt x="1671638" y="0"/>
                </a:moveTo>
                <a:lnTo>
                  <a:pt x="1671638" y="857250"/>
                </a:lnTo>
                <a:lnTo>
                  <a:pt x="2871788" y="857250"/>
                </a:lnTo>
                <a:lnTo>
                  <a:pt x="2871788" y="3900488"/>
                </a:lnTo>
                <a:lnTo>
                  <a:pt x="0" y="3900488"/>
                </a:lnTo>
              </a:path>
            </a:pathLst>
          </a:custGeom>
          <a:noFill xmlns:a="http://schemas.openxmlformats.org/drawingml/2006/main"/>
          <a:ln xmlns:a="http://schemas.openxmlformats.org/drawingml/2006/main" w="68580">
            <a:solidFill>
              <a:srgbClr val="B8BFC4"/>
            </a:solidFill>
            <a:prstDash val="solid"/>
          </a:ln>
        </p:spPr>
      </p:sp>
      <p:sp>
        <p:nvSpPr>
          <p:cNvPr id="6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00F7EC-03BC-4F25-B5C3-7EC9F83A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38425"/>
            <a:ext cx="95" cy="4029075"/>
          </a:xfrm>
          <a:custGeom xmlns:a="http://schemas.openxmlformats.org/drawingml/2006/main">
            <a:pathLst>
              <a:path w="95" h="4029075">
                <a:moveTo>
                  <a:pt x="0" y="0"/>
                </a:moveTo>
                <a:lnTo>
                  <a:pt x="0" y="402907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dash"/>
          </a:ln>
        </p:spPr>
      </p:sp>
      <p:sp>
        <p:nvSpPr>
          <p:cNvPr id="6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46793F-7869-4F0A-8375-C908EA19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92693"/>
            <a:ext cx="95" cy="402908"/>
          </a:xfrm>
          <a:custGeom xmlns:a="http://schemas.openxmlformats.org/drawingml/2006/main">
            <a:pathLst>
              <a:path w="95" h="402908">
                <a:moveTo>
                  <a:pt x="0" y="4029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6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81C6B1-40EA-4B53-90CA-BC6B6197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797" y="2492693"/>
            <a:ext cx="54007" cy="60008"/>
          </a:xfrm>
          <a:custGeom xmlns:a="http://schemas.openxmlformats.org/drawingml/2006/main">
            <a:pathLst>
              <a:path w="54007" h="60008">
                <a:moveTo>
                  <a:pt x="27003" y="0"/>
                </a:moveTo>
                <a:lnTo>
                  <a:pt x="0" y="60008"/>
                </a:lnTo>
                <a:lnTo>
                  <a:pt x="54007" y="60008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0134C4-9E04-4467-95D3-A25429AC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710363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6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217FDA8-0588-454D-AD8F-36D6DE6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343" y="6683359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05" name="z">
            <a:extLst xmlns:a="http://schemas.openxmlformats.org/drawingml/2006/main">
              <a:ext uri="{FF2B5EF4-FFF2-40B4-BE49-F238E27FC236}">
                <a16:creationId xmlns:a16="http://schemas.microsoft.com/office/drawing/2014/main" id="{FC96E134-BBAE-425E-B4E5-16A55FB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06968"/>
            <a:ext cx="25717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606" name="r">
            <a:extLst xmlns:a="http://schemas.openxmlformats.org/drawingml/2006/main">
              <a:ext uri="{FF2B5EF4-FFF2-40B4-BE49-F238E27FC236}">
                <a16:creationId xmlns:a16="http://schemas.microsoft.com/office/drawing/2014/main" id="{261539C5-065F-49A5-9AA2-1D37FFC1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205" y="6598920"/>
            <a:ext cx="3429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</a:t>
            </a:r>
          </a:p>
        </p:txBody>
      </p:sp>
      <p:sp>
        <p:nvSpPr>
          <p:cNvPr id="607" name="r = 0">
            <a:extLst xmlns:a="http://schemas.openxmlformats.org/drawingml/2006/main">
              <a:ext uri="{FF2B5EF4-FFF2-40B4-BE49-F238E27FC236}">
                <a16:creationId xmlns:a16="http://schemas.microsoft.com/office/drawing/2014/main" id="{274D9008-4581-4575-A27D-BC5D2A0F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30" y="3127058"/>
            <a:ext cx="8572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 = 0</a:t>
            </a:r>
          </a:p>
        </p:txBody>
      </p:sp>
      <p:sp>
        <p:nvSpPr>
          <p:cNvPr id="608" name="ウェハー（z = 0）">
            <a:extLst xmlns:a="http://schemas.openxmlformats.org/drawingml/2006/main">
              <a:ext uri="{FF2B5EF4-FFF2-40B4-BE49-F238E27FC236}">
                <a16:creationId xmlns:a16="http://schemas.microsoft.com/office/drawing/2014/main" id="{F91C7372-F6A9-43A2-A0DA-86CC3B3E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838" y="6856095"/>
            <a:ext cx="2700338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ウェハー（z = 0）</a:t>
            </a:r>
          </a:p>
        </p:txBody>
      </p:sp>
      <p:sp>
        <p:nvSpPr>
          <p:cNvPr id="6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59665F-F574-4AFD-8769-425C7A99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813" y="2509838"/>
            <a:ext cx="95" cy="342900"/>
          </a:xfrm>
          <a:custGeom xmlns:a="http://schemas.openxmlformats.org/drawingml/2006/main">
            <a:pathLst>
              <a:path w="95" h="342900">
                <a:moveTo>
                  <a:pt x="0" y="342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6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801A0A-E87A-4E48-9852-E95B494D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236" y="2509838"/>
            <a:ext cx="77152" cy="85725"/>
          </a:xfrm>
          <a:custGeom xmlns:a="http://schemas.openxmlformats.org/drawingml/2006/main">
            <a:pathLst>
              <a:path w="77152" h="85725">
                <a:moveTo>
                  <a:pt x="38576" y="0"/>
                </a:moveTo>
                <a:lnTo>
                  <a:pt x="0" y="85725"/>
                </a:lnTo>
                <a:lnTo>
                  <a:pt x="77152" y="8572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11" name="出口">
            <a:extLst xmlns:a="http://schemas.openxmlformats.org/drawingml/2006/main">
              <a:ext uri="{FF2B5EF4-FFF2-40B4-BE49-F238E27FC236}">
                <a16:creationId xmlns:a16="http://schemas.microsoft.com/office/drawing/2014/main" id="{851A3A81-B0CC-4AE9-8DCC-EE5CAADF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2218373"/>
            <a:ext cx="6858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出口</a:t>
            </a:r>
          </a:p>
        </p:txBody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BBF69096-E065-4D9B-8930-D9C24419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2573" y="395001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1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A1725827-A355-4ADB-9DC4-4F989E93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668" y="2809875"/>
            <a:ext cx="1585913" cy="1212793"/>
          </a:xfrm>
          <a:custGeom xmlns:a="http://schemas.openxmlformats.org/drawingml/2006/main">
            <a:pathLst>
              <a:path w="1585913" h="1212793">
                <a:moveTo>
                  <a:pt x="1585913" y="1200150"/>
                </a:moveTo>
                <a:lnTo>
                  <a:pt x="1533611" y="1204948"/>
                </a:lnTo>
                <a:lnTo>
                  <a:pt x="1481737" y="1208621"/>
                </a:lnTo>
                <a:lnTo>
                  <a:pt x="1430316" y="1211159"/>
                </a:lnTo>
                <a:lnTo>
                  <a:pt x="1379374" y="1212552"/>
                </a:lnTo>
                <a:lnTo>
                  <a:pt x="1328936" y="1212793"/>
                </a:lnTo>
                <a:lnTo>
                  <a:pt x="1279027" y="1211870"/>
                </a:lnTo>
                <a:lnTo>
                  <a:pt x="1229674" y="1209776"/>
                </a:lnTo>
                <a:lnTo>
                  <a:pt x="1180902" y="1206500"/>
                </a:lnTo>
                <a:lnTo>
                  <a:pt x="1132736" y="1202034"/>
                </a:lnTo>
                <a:lnTo>
                  <a:pt x="1085202" y="1196367"/>
                </a:lnTo>
                <a:lnTo>
                  <a:pt x="1038326" y="1189492"/>
                </a:lnTo>
                <a:lnTo>
                  <a:pt x="992133" y="1181398"/>
                </a:lnTo>
                <a:lnTo>
                  <a:pt x="946649" y="1172076"/>
                </a:lnTo>
                <a:lnTo>
                  <a:pt x="901899" y="1161517"/>
                </a:lnTo>
                <a:lnTo>
                  <a:pt x="857909" y="1149711"/>
                </a:lnTo>
                <a:lnTo>
                  <a:pt x="814705" y="1136650"/>
                </a:lnTo>
                <a:lnTo>
                  <a:pt x="772312" y="1122324"/>
                </a:lnTo>
                <a:lnTo>
                  <a:pt x="730755" y="1106723"/>
                </a:lnTo>
                <a:lnTo>
                  <a:pt x="690061" y="1089839"/>
                </a:lnTo>
                <a:lnTo>
                  <a:pt x="650255" y="1071662"/>
                </a:lnTo>
                <a:lnTo>
                  <a:pt x="611362" y="1052182"/>
                </a:lnTo>
                <a:lnTo>
                  <a:pt x="573408" y="1031391"/>
                </a:lnTo>
                <a:lnTo>
                  <a:pt x="536419" y="1009279"/>
                </a:lnTo>
                <a:lnTo>
                  <a:pt x="500420" y="985838"/>
                </a:lnTo>
                <a:lnTo>
                  <a:pt x="465436" y="961056"/>
                </a:lnTo>
                <a:lnTo>
                  <a:pt x="431494" y="934926"/>
                </a:lnTo>
                <a:lnTo>
                  <a:pt x="398619" y="907438"/>
                </a:lnTo>
                <a:lnTo>
                  <a:pt x="366837" y="878582"/>
                </a:lnTo>
                <a:lnTo>
                  <a:pt x="336172" y="848350"/>
                </a:lnTo>
                <a:lnTo>
                  <a:pt x="306651" y="816732"/>
                </a:lnTo>
                <a:lnTo>
                  <a:pt x="278299" y="783718"/>
                </a:lnTo>
                <a:lnTo>
                  <a:pt x="251142" y="749300"/>
                </a:lnTo>
                <a:lnTo>
                  <a:pt x="225206" y="713468"/>
                </a:lnTo>
                <a:lnTo>
                  <a:pt x="200516" y="676213"/>
                </a:lnTo>
                <a:lnTo>
                  <a:pt x="177097" y="637525"/>
                </a:lnTo>
                <a:lnTo>
                  <a:pt x="154975" y="597396"/>
                </a:lnTo>
                <a:lnTo>
                  <a:pt x="134176" y="555816"/>
                </a:lnTo>
                <a:lnTo>
                  <a:pt x="114725" y="512775"/>
                </a:lnTo>
                <a:lnTo>
                  <a:pt x="96648" y="468264"/>
                </a:lnTo>
                <a:lnTo>
                  <a:pt x="79970" y="422275"/>
                </a:lnTo>
                <a:lnTo>
                  <a:pt x="64718" y="374797"/>
                </a:lnTo>
                <a:lnTo>
                  <a:pt x="50916" y="325822"/>
                </a:lnTo>
                <a:lnTo>
                  <a:pt x="38590" y="275340"/>
                </a:lnTo>
                <a:lnTo>
                  <a:pt x="27766" y="223341"/>
                </a:lnTo>
                <a:lnTo>
                  <a:pt x="18470" y="169818"/>
                </a:lnTo>
                <a:lnTo>
                  <a:pt x="10726" y="114759"/>
                </a:lnTo>
                <a:lnTo>
                  <a:pt x="4561" y="581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32DF4C4-3994-4E4F-8B92-FDA31078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3764" y="3447400"/>
            <a:ext cx="48109" cy="75943"/>
          </a:xfrm>
          <a:custGeom xmlns:a="http://schemas.openxmlformats.org/drawingml/2006/main">
            <a:pathLst>
              <a:path w="48109" h="75943">
                <a:moveTo>
                  <a:pt x="48109" y="759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0298058-4B30-4ED6-A9BE-710430F4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3764" y="3447400"/>
            <a:ext cx="87182" cy="103401"/>
          </a:xfrm>
          <a:custGeom xmlns:a="http://schemas.openxmlformats.org/drawingml/2006/main">
            <a:pathLst>
              <a:path w="87182" h="103401">
                <a:moveTo>
                  <a:pt x="0" y="0"/>
                </a:moveTo>
                <a:lnTo>
                  <a:pt x="14765" y="103401"/>
                </a:lnTo>
                <a:lnTo>
                  <a:pt x="87182" y="57525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A707C419-5617-4AC4-B499-C2C246E0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2573" y="410432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1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4A46183-31B5-4FD8-9F8B-5960D26B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809875"/>
            <a:ext cx="1697355" cy="1363821"/>
          </a:xfrm>
          <a:custGeom xmlns:a="http://schemas.openxmlformats.org/drawingml/2006/main">
            <a:pathLst>
              <a:path w="1697355" h="1363821">
                <a:moveTo>
                  <a:pt x="1697355" y="1354455"/>
                </a:moveTo>
                <a:lnTo>
                  <a:pt x="1645053" y="1359055"/>
                </a:lnTo>
                <a:lnTo>
                  <a:pt x="1593172" y="1362144"/>
                </a:lnTo>
                <a:lnTo>
                  <a:pt x="1541731" y="1363731"/>
                </a:lnTo>
                <a:lnTo>
                  <a:pt x="1490752" y="1363821"/>
                </a:lnTo>
                <a:lnTo>
                  <a:pt x="1440252" y="1362424"/>
                </a:lnTo>
                <a:lnTo>
                  <a:pt x="1390252" y="1359545"/>
                </a:lnTo>
                <a:lnTo>
                  <a:pt x="1340771" y="1355193"/>
                </a:lnTo>
                <a:lnTo>
                  <a:pt x="1291828" y="1349375"/>
                </a:lnTo>
                <a:lnTo>
                  <a:pt x="1243444" y="1342099"/>
                </a:lnTo>
                <a:lnTo>
                  <a:pt x="1195637" y="1333371"/>
                </a:lnTo>
                <a:lnTo>
                  <a:pt x="1148427" y="1323200"/>
                </a:lnTo>
                <a:lnTo>
                  <a:pt x="1101834" y="1311593"/>
                </a:lnTo>
                <a:lnTo>
                  <a:pt x="1055877" y="1298556"/>
                </a:lnTo>
                <a:lnTo>
                  <a:pt x="1010576" y="1284099"/>
                </a:lnTo>
                <a:lnTo>
                  <a:pt x="965951" y="1268228"/>
                </a:lnTo>
                <a:lnTo>
                  <a:pt x="922020" y="1250950"/>
                </a:lnTo>
                <a:lnTo>
                  <a:pt x="878804" y="1232273"/>
                </a:lnTo>
                <a:lnTo>
                  <a:pt x="836321" y="1212205"/>
                </a:lnTo>
                <a:lnTo>
                  <a:pt x="794592" y="1190753"/>
                </a:lnTo>
                <a:lnTo>
                  <a:pt x="753636" y="1167924"/>
                </a:lnTo>
                <a:lnTo>
                  <a:pt x="713472" y="1143726"/>
                </a:lnTo>
                <a:lnTo>
                  <a:pt x="674121" y="1118166"/>
                </a:lnTo>
                <a:lnTo>
                  <a:pt x="635601" y="1091251"/>
                </a:lnTo>
                <a:lnTo>
                  <a:pt x="597932" y="1062990"/>
                </a:lnTo>
                <a:lnTo>
                  <a:pt x="561134" y="1033389"/>
                </a:lnTo>
                <a:lnTo>
                  <a:pt x="525226" y="1002457"/>
                </a:lnTo>
                <a:lnTo>
                  <a:pt x="490227" y="970199"/>
                </a:lnTo>
                <a:lnTo>
                  <a:pt x="456158" y="936625"/>
                </a:lnTo>
                <a:lnTo>
                  <a:pt x="423038" y="901741"/>
                </a:lnTo>
                <a:lnTo>
                  <a:pt x="390886" y="865555"/>
                </a:lnTo>
                <a:lnTo>
                  <a:pt x="359722" y="828073"/>
                </a:lnTo>
                <a:lnTo>
                  <a:pt x="329565" y="789305"/>
                </a:lnTo>
                <a:lnTo>
                  <a:pt x="300435" y="749257"/>
                </a:lnTo>
                <a:lnTo>
                  <a:pt x="272352" y="707936"/>
                </a:lnTo>
                <a:lnTo>
                  <a:pt x="245334" y="665350"/>
                </a:lnTo>
                <a:lnTo>
                  <a:pt x="219402" y="621506"/>
                </a:lnTo>
                <a:lnTo>
                  <a:pt x="194576" y="576413"/>
                </a:lnTo>
                <a:lnTo>
                  <a:pt x="170873" y="530076"/>
                </a:lnTo>
                <a:lnTo>
                  <a:pt x="148315" y="482505"/>
                </a:lnTo>
                <a:lnTo>
                  <a:pt x="126921" y="433705"/>
                </a:lnTo>
                <a:lnTo>
                  <a:pt x="106709" y="383685"/>
                </a:lnTo>
                <a:lnTo>
                  <a:pt x="87701" y="332452"/>
                </a:lnTo>
                <a:lnTo>
                  <a:pt x="69914" y="280014"/>
                </a:lnTo>
                <a:lnTo>
                  <a:pt x="53370" y="226377"/>
                </a:lnTo>
                <a:lnTo>
                  <a:pt x="38087" y="171550"/>
                </a:lnTo>
                <a:lnTo>
                  <a:pt x="24084" y="115540"/>
                </a:lnTo>
                <a:lnTo>
                  <a:pt x="11382" y="5835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E8EA76-2839-4FEA-A6CA-97D7F3D8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559" y="3475225"/>
            <a:ext cx="55101" cy="83907"/>
          </a:xfrm>
          <a:custGeom xmlns:a="http://schemas.openxmlformats.org/drawingml/2006/main">
            <a:pathLst>
              <a:path w="55101" h="83907">
                <a:moveTo>
                  <a:pt x="55101" y="839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E156EC-01EE-42E7-AA97-807F2030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559" y="3475225"/>
            <a:ext cx="88112" cy="103145"/>
          </a:xfrm>
          <a:custGeom xmlns:a="http://schemas.openxmlformats.org/drawingml/2006/main">
            <a:pathLst>
              <a:path w="88112" h="103145">
                <a:moveTo>
                  <a:pt x="0" y="0"/>
                </a:moveTo>
                <a:lnTo>
                  <a:pt x="16456" y="103145"/>
                </a:lnTo>
                <a:lnTo>
                  <a:pt x="88112" y="5609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75533EC8-F054-4322-A0AF-B7506B69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2573" y="425862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2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B59CE6E-1C53-4CF2-BF31-9EAFC211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555" y="4318635"/>
            <a:ext cx="2486025" cy="2288858"/>
          </a:xfrm>
          <a:custGeom xmlns:a="http://schemas.openxmlformats.org/drawingml/2006/main">
            <a:pathLst>
              <a:path w="2486025" h="2288858">
                <a:moveTo>
                  <a:pt x="2486025" y="0"/>
                </a:moveTo>
                <a:lnTo>
                  <a:pt x="2432513" y="12306"/>
                </a:lnTo>
                <a:lnTo>
                  <a:pt x="2377078" y="27721"/>
                </a:lnTo>
                <a:lnTo>
                  <a:pt x="2319849" y="46142"/>
                </a:lnTo>
                <a:lnTo>
                  <a:pt x="2260957" y="67464"/>
                </a:lnTo>
                <a:lnTo>
                  <a:pt x="2200532" y="91582"/>
                </a:lnTo>
                <a:lnTo>
                  <a:pt x="2138705" y="118391"/>
                </a:lnTo>
                <a:lnTo>
                  <a:pt x="2075605" y="147787"/>
                </a:lnTo>
                <a:lnTo>
                  <a:pt x="2011363" y="179665"/>
                </a:lnTo>
                <a:lnTo>
                  <a:pt x="1946108" y="213921"/>
                </a:lnTo>
                <a:lnTo>
                  <a:pt x="1879972" y="250450"/>
                </a:lnTo>
                <a:lnTo>
                  <a:pt x="1813084" y="289147"/>
                </a:lnTo>
                <a:lnTo>
                  <a:pt x="1745575" y="329907"/>
                </a:lnTo>
                <a:lnTo>
                  <a:pt x="1677575" y="372627"/>
                </a:lnTo>
                <a:lnTo>
                  <a:pt x="1609214" y="417201"/>
                </a:lnTo>
                <a:lnTo>
                  <a:pt x="1540622" y="463524"/>
                </a:lnTo>
                <a:lnTo>
                  <a:pt x="1471930" y="511493"/>
                </a:lnTo>
                <a:lnTo>
                  <a:pt x="1403268" y="561001"/>
                </a:lnTo>
                <a:lnTo>
                  <a:pt x="1334765" y="611946"/>
                </a:lnTo>
                <a:lnTo>
                  <a:pt x="1266553" y="664222"/>
                </a:lnTo>
                <a:lnTo>
                  <a:pt x="1198761" y="717724"/>
                </a:lnTo>
                <a:lnTo>
                  <a:pt x="1131520" y="772348"/>
                </a:lnTo>
                <a:lnTo>
                  <a:pt x="1064959" y="827989"/>
                </a:lnTo>
                <a:lnTo>
                  <a:pt x="999210" y="884542"/>
                </a:lnTo>
                <a:lnTo>
                  <a:pt x="934403" y="941903"/>
                </a:lnTo>
                <a:lnTo>
                  <a:pt x="870666" y="999968"/>
                </a:lnTo>
                <a:lnTo>
                  <a:pt x="808132" y="1058631"/>
                </a:lnTo>
                <a:lnTo>
                  <a:pt x="746929" y="1117788"/>
                </a:lnTo>
                <a:lnTo>
                  <a:pt x="687189" y="1177335"/>
                </a:lnTo>
                <a:lnTo>
                  <a:pt x="629041" y="1237166"/>
                </a:lnTo>
                <a:lnTo>
                  <a:pt x="572616" y="1297177"/>
                </a:lnTo>
                <a:lnTo>
                  <a:pt x="518044" y="1357263"/>
                </a:lnTo>
                <a:lnTo>
                  <a:pt x="465455" y="1417320"/>
                </a:lnTo>
                <a:lnTo>
                  <a:pt x="414979" y="1477243"/>
                </a:lnTo>
                <a:lnTo>
                  <a:pt x="366747" y="1536928"/>
                </a:lnTo>
                <a:lnTo>
                  <a:pt x="320889" y="1596269"/>
                </a:lnTo>
                <a:lnTo>
                  <a:pt x="277535" y="1655162"/>
                </a:lnTo>
                <a:lnTo>
                  <a:pt x="236815" y="1713503"/>
                </a:lnTo>
                <a:lnTo>
                  <a:pt x="198859" y="1771187"/>
                </a:lnTo>
                <a:lnTo>
                  <a:pt x="163798" y="1828109"/>
                </a:lnTo>
                <a:lnTo>
                  <a:pt x="131762" y="1884164"/>
                </a:lnTo>
                <a:lnTo>
                  <a:pt x="102882" y="1939248"/>
                </a:lnTo>
                <a:lnTo>
                  <a:pt x="77286" y="1993257"/>
                </a:lnTo>
                <a:lnTo>
                  <a:pt x="55107" y="2046085"/>
                </a:lnTo>
                <a:lnTo>
                  <a:pt x="36473" y="2097628"/>
                </a:lnTo>
                <a:lnTo>
                  <a:pt x="21515" y="2147782"/>
                </a:lnTo>
                <a:lnTo>
                  <a:pt x="10363" y="2196441"/>
                </a:lnTo>
                <a:lnTo>
                  <a:pt x="3148" y="2243501"/>
                </a:lnTo>
                <a:lnTo>
                  <a:pt x="0" y="2288858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102715-D508-4943-9C8D-E63ED294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444" y="5795878"/>
            <a:ext cx="94090" cy="119026"/>
          </a:xfrm>
          <a:custGeom xmlns:a="http://schemas.openxmlformats.org/drawingml/2006/main">
            <a:pathLst>
              <a:path w="94090" h="119026">
                <a:moveTo>
                  <a:pt x="94090" y="0"/>
                </a:moveTo>
                <a:lnTo>
                  <a:pt x="0" y="119026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52F9533-0BBF-463F-B2CE-67BB521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444" y="5813600"/>
            <a:ext cx="92694" cy="101303"/>
          </a:xfrm>
          <a:custGeom xmlns:a="http://schemas.openxmlformats.org/drawingml/2006/main">
            <a:pathLst>
              <a:path w="92694" h="101303">
                <a:moveTo>
                  <a:pt x="0" y="101303"/>
                </a:moveTo>
                <a:lnTo>
                  <a:pt x="92694" y="53162"/>
                </a:lnTo>
                <a:lnTo>
                  <a:pt x="25443" y="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A59AD466-DC46-4A7B-8D7D-1F726A8E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53891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2D3DC96D-7602-4D2A-AD37-5F28EF6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2573" y="441293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2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5315E5E7-3DFE-4999-A02B-8EA39755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493" y="4472940"/>
            <a:ext cx="1843088" cy="2134553"/>
          </a:xfrm>
          <a:custGeom xmlns:a="http://schemas.openxmlformats.org/drawingml/2006/main">
            <a:pathLst>
              <a:path w="1843088" h="2134553">
                <a:moveTo>
                  <a:pt x="1843088" y="0"/>
                </a:moveTo>
                <a:lnTo>
                  <a:pt x="1790401" y="12107"/>
                </a:lnTo>
                <a:lnTo>
                  <a:pt x="1737396" y="26940"/>
                </a:lnTo>
                <a:lnTo>
                  <a:pt x="1684132" y="44409"/>
                </a:lnTo>
                <a:lnTo>
                  <a:pt x="1630670" y="64428"/>
                </a:lnTo>
                <a:lnTo>
                  <a:pt x="1577070" y="86907"/>
                </a:lnTo>
                <a:lnTo>
                  <a:pt x="1523394" y="111761"/>
                </a:lnTo>
                <a:lnTo>
                  <a:pt x="1469700" y="138899"/>
                </a:lnTo>
                <a:lnTo>
                  <a:pt x="1416050" y="168235"/>
                </a:lnTo>
                <a:lnTo>
                  <a:pt x="1362504" y="199681"/>
                </a:lnTo>
                <a:lnTo>
                  <a:pt x="1309123" y="233149"/>
                </a:lnTo>
                <a:lnTo>
                  <a:pt x="1255967" y="268550"/>
                </a:lnTo>
                <a:lnTo>
                  <a:pt x="1203097" y="305797"/>
                </a:lnTo>
                <a:lnTo>
                  <a:pt x="1150572" y="344802"/>
                </a:lnTo>
                <a:lnTo>
                  <a:pt x="1098455" y="385478"/>
                </a:lnTo>
                <a:lnTo>
                  <a:pt x="1046804" y="427736"/>
                </a:lnTo>
                <a:lnTo>
                  <a:pt x="995680" y="471488"/>
                </a:lnTo>
                <a:lnTo>
                  <a:pt x="945144" y="516646"/>
                </a:lnTo>
                <a:lnTo>
                  <a:pt x="895257" y="563123"/>
                </a:lnTo>
                <a:lnTo>
                  <a:pt x="846078" y="610830"/>
                </a:lnTo>
                <a:lnTo>
                  <a:pt x="797669" y="659681"/>
                </a:lnTo>
                <a:lnTo>
                  <a:pt x="750090" y="709586"/>
                </a:lnTo>
                <a:lnTo>
                  <a:pt x="703400" y="760458"/>
                </a:lnTo>
                <a:lnTo>
                  <a:pt x="657661" y="812209"/>
                </a:lnTo>
                <a:lnTo>
                  <a:pt x="612934" y="864751"/>
                </a:lnTo>
                <a:lnTo>
                  <a:pt x="569278" y="917996"/>
                </a:lnTo>
                <a:lnTo>
                  <a:pt x="526754" y="971857"/>
                </a:lnTo>
                <a:lnTo>
                  <a:pt x="485422" y="1026245"/>
                </a:lnTo>
                <a:lnTo>
                  <a:pt x="445343" y="1081073"/>
                </a:lnTo>
                <a:lnTo>
                  <a:pt x="406578" y="1136252"/>
                </a:lnTo>
                <a:lnTo>
                  <a:pt x="369187" y="1191695"/>
                </a:lnTo>
                <a:lnTo>
                  <a:pt x="333230" y="1247313"/>
                </a:lnTo>
                <a:lnTo>
                  <a:pt x="298767" y="1303020"/>
                </a:lnTo>
                <a:lnTo>
                  <a:pt x="265861" y="1358727"/>
                </a:lnTo>
                <a:lnTo>
                  <a:pt x="234569" y="1414345"/>
                </a:lnTo>
                <a:lnTo>
                  <a:pt x="204954" y="1469788"/>
                </a:lnTo>
                <a:lnTo>
                  <a:pt x="177076" y="1524967"/>
                </a:lnTo>
                <a:lnTo>
                  <a:pt x="150994" y="1579795"/>
                </a:lnTo>
                <a:lnTo>
                  <a:pt x="126771" y="1634183"/>
                </a:lnTo>
                <a:lnTo>
                  <a:pt x="104465" y="1688044"/>
                </a:lnTo>
                <a:lnTo>
                  <a:pt x="84137" y="1741289"/>
                </a:lnTo>
                <a:lnTo>
                  <a:pt x="65849" y="1793831"/>
                </a:lnTo>
                <a:lnTo>
                  <a:pt x="49660" y="1845582"/>
                </a:lnTo>
                <a:lnTo>
                  <a:pt x="35631" y="1896454"/>
                </a:lnTo>
                <a:lnTo>
                  <a:pt x="23822" y="1946359"/>
                </a:lnTo>
                <a:lnTo>
                  <a:pt x="14294" y="1995210"/>
                </a:lnTo>
                <a:lnTo>
                  <a:pt x="7108" y="2042917"/>
                </a:lnTo>
                <a:lnTo>
                  <a:pt x="2323" y="2089394"/>
                </a:lnTo>
                <a:lnTo>
                  <a:pt x="0" y="2134553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45DBDD-0CA7-4057-A292-E9BC3E72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447" y="5831667"/>
            <a:ext cx="60906" cy="111062"/>
          </a:xfrm>
          <a:custGeom xmlns:a="http://schemas.openxmlformats.org/drawingml/2006/main">
            <a:pathLst>
              <a:path w="60906" h="111062">
                <a:moveTo>
                  <a:pt x="60906" y="0"/>
                </a:moveTo>
                <a:lnTo>
                  <a:pt x="0" y="111062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CC3C8D-8E05-4A9B-AAAB-414ECE72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447" y="5838602"/>
            <a:ext cx="83382" cy="104126"/>
          </a:xfrm>
          <a:custGeom xmlns:a="http://schemas.openxmlformats.org/drawingml/2006/main">
            <a:pathLst>
              <a:path w="83382" h="104126">
                <a:moveTo>
                  <a:pt x="0" y="104126"/>
                </a:moveTo>
                <a:lnTo>
                  <a:pt x="83382" y="41220"/>
                </a:lnTo>
                <a:lnTo>
                  <a:pt x="8218" y="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83A2E25-3CE1-4D03-A4B3-DD3C5904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913" y="653891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8BEAAB30-72B5-4FF6-80C6-FD923FA3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2573" y="456723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A59AA94C-F07D-4ABF-95A4-5D9071CD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2430" y="4627245"/>
            <a:ext cx="1200150" cy="1980248"/>
          </a:xfrm>
          <a:custGeom xmlns:a="http://schemas.openxmlformats.org/drawingml/2006/main">
            <a:pathLst>
              <a:path w="1200150" h="1980248">
                <a:moveTo>
                  <a:pt x="1200150" y="0"/>
                </a:moveTo>
                <a:lnTo>
                  <a:pt x="1148289" y="11909"/>
                </a:lnTo>
                <a:lnTo>
                  <a:pt x="1097714" y="26158"/>
                </a:lnTo>
                <a:lnTo>
                  <a:pt x="1048415" y="42676"/>
                </a:lnTo>
                <a:lnTo>
                  <a:pt x="1000383" y="61392"/>
                </a:lnTo>
                <a:lnTo>
                  <a:pt x="953608" y="82233"/>
                </a:lnTo>
                <a:lnTo>
                  <a:pt x="908082" y="105130"/>
                </a:lnTo>
                <a:lnTo>
                  <a:pt x="863795" y="130011"/>
                </a:lnTo>
                <a:lnTo>
                  <a:pt x="820738" y="156805"/>
                </a:lnTo>
                <a:lnTo>
                  <a:pt x="778900" y="185441"/>
                </a:lnTo>
                <a:lnTo>
                  <a:pt x="738274" y="215847"/>
                </a:lnTo>
                <a:lnTo>
                  <a:pt x="698850" y="247953"/>
                </a:lnTo>
                <a:lnTo>
                  <a:pt x="660618" y="281687"/>
                </a:lnTo>
                <a:lnTo>
                  <a:pt x="623570" y="316978"/>
                </a:lnTo>
                <a:lnTo>
                  <a:pt x="587695" y="353755"/>
                </a:lnTo>
                <a:lnTo>
                  <a:pt x="552985" y="391947"/>
                </a:lnTo>
                <a:lnTo>
                  <a:pt x="519430" y="431483"/>
                </a:lnTo>
                <a:lnTo>
                  <a:pt x="487021" y="472290"/>
                </a:lnTo>
                <a:lnTo>
                  <a:pt x="455749" y="514300"/>
                </a:lnTo>
                <a:lnTo>
                  <a:pt x="425604" y="557439"/>
                </a:lnTo>
                <a:lnTo>
                  <a:pt x="396577" y="601638"/>
                </a:lnTo>
                <a:lnTo>
                  <a:pt x="368659" y="646824"/>
                </a:lnTo>
                <a:lnTo>
                  <a:pt x="341841" y="692927"/>
                </a:lnTo>
                <a:lnTo>
                  <a:pt x="316112" y="739876"/>
                </a:lnTo>
                <a:lnTo>
                  <a:pt x="291465" y="787598"/>
                </a:lnTo>
                <a:lnTo>
                  <a:pt x="267889" y="836025"/>
                </a:lnTo>
                <a:lnTo>
                  <a:pt x="245375" y="885083"/>
                </a:lnTo>
                <a:lnTo>
                  <a:pt x="223915" y="934702"/>
                </a:lnTo>
                <a:lnTo>
                  <a:pt x="203498" y="984811"/>
                </a:lnTo>
                <a:lnTo>
                  <a:pt x="184115" y="1035338"/>
                </a:lnTo>
                <a:lnTo>
                  <a:pt x="165757" y="1086213"/>
                </a:lnTo>
                <a:lnTo>
                  <a:pt x="148415" y="1137364"/>
                </a:lnTo>
                <a:lnTo>
                  <a:pt x="132080" y="1188720"/>
                </a:lnTo>
                <a:lnTo>
                  <a:pt x="116742" y="1240210"/>
                </a:lnTo>
                <a:lnTo>
                  <a:pt x="102391" y="1291763"/>
                </a:lnTo>
                <a:lnTo>
                  <a:pt x="89019" y="1343308"/>
                </a:lnTo>
                <a:lnTo>
                  <a:pt x="76617" y="1394773"/>
                </a:lnTo>
                <a:lnTo>
                  <a:pt x="65174" y="1446087"/>
                </a:lnTo>
                <a:lnTo>
                  <a:pt x="54682" y="1497179"/>
                </a:lnTo>
                <a:lnTo>
                  <a:pt x="45131" y="1547979"/>
                </a:lnTo>
                <a:lnTo>
                  <a:pt x="36512" y="1598414"/>
                </a:lnTo>
                <a:lnTo>
                  <a:pt x="28817" y="1648414"/>
                </a:lnTo>
                <a:lnTo>
                  <a:pt x="22034" y="1697908"/>
                </a:lnTo>
                <a:lnTo>
                  <a:pt x="16156" y="1746823"/>
                </a:lnTo>
                <a:lnTo>
                  <a:pt x="11172" y="1795090"/>
                </a:lnTo>
                <a:lnTo>
                  <a:pt x="7074" y="1842638"/>
                </a:lnTo>
                <a:lnTo>
                  <a:pt x="3852" y="1889394"/>
                </a:lnTo>
                <a:lnTo>
                  <a:pt x="1497" y="1935287"/>
                </a:lnTo>
                <a:lnTo>
                  <a:pt x="0" y="1980248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E8FB69C-35DE-4FA1-B286-75E28565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449" y="5867455"/>
            <a:ext cx="27722" cy="103097"/>
          </a:xfrm>
          <a:custGeom xmlns:a="http://schemas.openxmlformats.org/drawingml/2006/main">
            <a:pathLst>
              <a:path w="27722" h="103097">
                <a:moveTo>
                  <a:pt x="27722" y="0"/>
                </a:moveTo>
                <a:lnTo>
                  <a:pt x="0" y="103097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43BF6F3-00BE-421F-A825-3DE09B6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791" y="5867440"/>
            <a:ext cx="82784" cy="103113"/>
          </a:xfrm>
          <a:custGeom xmlns:a="http://schemas.openxmlformats.org/drawingml/2006/main">
            <a:pathLst>
              <a:path w="82784" h="103113">
                <a:moveTo>
                  <a:pt x="16659" y="103113"/>
                </a:moveTo>
                <a:lnTo>
                  <a:pt x="82784" y="22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7D7A5468-0A77-488E-A495-C5E2C6BE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3891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DDAD1B5C-3827-4C1C-91DE-5A23F1FC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2573" y="47215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67FAE0B-E99A-419F-99B3-1257247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7019" y="4781550"/>
            <a:ext cx="595561" cy="1825943"/>
          </a:xfrm>
          <a:custGeom xmlns:a="http://schemas.openxmlformats.org/drawingml/2006/main">
            <a:pathLst>
              <a:path w="595561" h="1825943">
                <a:moveTo>
                  <a:pt x="595561" y="0"/>
                </a:moveTo>
                <a:lnTo>
                  <a:pt x="544526" y="11711"/>
                </a:lnTo>
                <a:lnTo>
                  <a:pt x="496380" y="25377"/>
                </a:lnTo>
                <a:lnTo>
                  <a:pt x="451046" y="40943"/>
                </a:lnTo>
                <a:lnTo>
                  <a:pt x="408444" y="58356"/>
                </a:lnTo>
                <a:lnTo>
                  <a:pt x="368495" y="77559"/>
                </a:lnTo>
                <a:lnTo>
                  <a:pt x="331119" y="98500"/>
                </a:lnTo>
                <a:lnTo>
                  <a:pt x="296238" y="121124"/>
                </a:lnTo>
                <a:lnTo>
                  <a:pt x="263773" y="145375"/>
                </a:lnTo>
                <a:lnTo>
                  <a:pt x="233645" y="171201"/>
                </a:lnTo>
                <a:lnTo>
                  <a:pt x="205774" y="198546"/>
                </a:lnTo>
                <a:lnTo>
                  <a:pt x="180081" y="227356"/>
                </a:lnTo>
                <a:lnTo>
                  <a:pt x="156488" y="257577"/>
                </a:lnTo>
                <a:lnTo>
                  <a:pt x="134915" y="289154"/>
                </a:lnTo>
                <a:lnTo>
                  <a:pt x="115284" y="322032"/>
                </a:lnTo>
                <a:lnTo>
                  <a:pt x="97514" y="356158"/>
                </a:lnTo>
                <a:lnTo>
                  <a:pt x="81528" y="391478"/>
                </a:lnTo>
                <a:lnTo>
                  <a:pt x="67246" y="427935"/>
                </a:lnTo>
                <a:lnTo>
                  <a:pt x="54589" y="465477"/>
                </a:lnTo>
                <a:lnTo>
                  <a:pt x="43478" y="504048"/>
                </a:lnTo>
                <a:lnTo>
                  <a:pt x="33834" y="543595"/>
                </a:lnTo>
                <a:lnTo>
                  <a:pt x="25577" y="584062"/>
                </a:lnTo>
                <a:lnTo>
                  <a:pt x="18630" y="625396"/>
                </a:lnTo>
                <a:lnTo>
                  <a:pt x="12912" y="667542"/>
                </a:lnTo>
                <a:lnTo>
                  <a:pt x="8344" y="710446"/>
                </a:lnTo>
                <a:lnTo>
                  <a:pt x="4849" y="754053"/>
                </a:lnTo>
                <a:lnTo>
                  <a:pt x="2345" y="798308"/>
                </a:lnTo>
                <a:lnTo>
                  <a:pt x="756" y="843159"/>
                </a:lnTo>
                <a:lnTo>
                  <a:pt x="0" y="888549"/>
                </a:lnTo>
                <a:lnTo>
                  <a:pt x="0" y="934424"/>
                </a:lnTo>
                <a:lnTo>
                  <a:pt x="676" y="980731"/>
                </a:lnTo>
                <a:lnTo>
                  <a:pt x="1949" y="1027414"/>
                </a:lnTo>
                <a:lnTo>
                  <a:pt x="3741" y="1074420"/>
                </a:lnTo>
                <a:lnTo>
                  <a:pt x="5971" y="1121694"/>
                </a:lnTo>
                <a:lnTo>
                  <a:pt x="8561" y="1169181"/>
                </a:lnTo>
                <a:lnTo>
                  <a:pt x="11433" y="1216827"/>
                </a:lnTo>
                <a:lnTo>
                  <a:pt x="14506" y="1264578"/>
                </a:lnTo>
                <a:lnTo>
                  <a:pt x="17702" y="1312379"/>
                </a:lnTo>
                <a:lnTo>
                  <a:pt x="20942" y="1360176"/>
                </a:lnTo>
                <a:lnTo>
                  <a:pt x="24146" y="1407914"/>
                </a:lnTo>
                <a:lnTo>
                  <a:pt x="27236" y="1455539"/>
                </a:lnTo>
                <a:lnTo>
                  <a:pt x="30132" y="1502997"/>
                </a:lnTo>
                <a:lnTo>
                  <a:pt x="32756" y="1550233"/>
                </a:lnTo>
                <a:lnTo>
                  <a:pt x="35028" y="1597193"/>
                </a:lnTo>
                <a:lnTo>
                  <a:pt x="36870" y="1643822"/>
                </a:lnTo>
                <a:lnTo>
                  <a:pt x="38202" y="1690065"/>
                </a:lnTo>
                <a:lnTo>
                  <a:pt x="38945" y="1735870"/>
                </a:lnTo>
                <a:lnTo>
                  <a:pt x="39020" y="1781180"/>
                </a:lnTo>
                <a:lnTo>
                  <a:pt x="38348" y="1825943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96DE51-DF98-4265-A22B-9D7E7107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2990" y="5903244"/>
            <a:ext cx="5462" cy="95133"/>
          </a:xfrm>
          <a:custGeom xmlns:a="http://schemas.openxmlformats.org/drawingml/2006/main">
            <a:pathLst>
              <a:path w="5462" h="95133">
                <a:moveTo>
                  <a:pt x="0" y="0"/>
                </a:moveTo>
                <a:lnTo>
                  <a:pt x="5462" y="95133"/>
                </a:lnTo>
              </a:path>
            </a:pathLst>
          </a:custGeom>
          <a:noFill xmlns:a="http://schemas.openxmlformats.org/drawingml/2006/main"/>
          <a:ln xmlns:a="http://schemas.openxmlformats.org/drawingml/2006/main" w="20574">
            <a:solidFill>
              <a:srgbClr val="D78300"/>
            </a:solidFill>
            <a:prstDash val="solid"/>
          </a:ln>
        </p:spPr>
      </p:sp>
      <p:sp>
        <p:nvSpPr>
          <p:cNvPr id="6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3FDCE06-1485-4BF8-8387-C3A0920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201" y="5900827"/>
            <a:ext cx="85584" cy="97550"/>
          </a:xfrm>
          <a:custGeom xmlns:a="http://schemas.openxmlformats.org/drawingml/2006/main">
            <a:pathLst>
              <a:path w="85584" h="97550">
                <a:moveTo>
                  <a:pt x="48251" y="97550"/>
                </a:moveTo>
                <a:lnTo>
                  <a:pt x="85584" y="0"/>
                </a:lnTo>
                <a:lnTo>
                  <a:pt x="0" y="4913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F1257D3F-ECC6-495C-9F9E-F6961A9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788" y="653891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EE191ED4-49F7-47FC-9FE9-D90A329C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660" y="274986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1" name="排出">
            <a:extLst xmlns:a="http://schemas.openxmlformats.org/drawingml/2006/main">
              <a:ext uri="{FF2B5EF4-FFF2-40B4-BE49-F238E27FC236}">
                <a16:creationId xmlns:a16="http://schemas.microsoft.com/office/drawing/2014/main" id="{7802B6DA-084A-4BD0-B819-85F76DF1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263" y="2612708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排出</a:t>
            </a:r>
          </a:p>
        </p:txBody>
      </p:sp>
      <p:sp>
        <p:nvSpPr>
          <p:cNvPr id="6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123EE42-A1F5-4AD2-B90C-789F93D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2963"/>
            <a:ext cx="814388" cy="95"/>
          </a:xfrm>
          <a:custGeom xmlns:a="http://schemas.openxmlformats.org/drawingml/2006/main">
            <a:pathLst>
              <a:path w="814388" h="95">
                <a:moveTo>
                  <a:pt x="0" y="0"/>
                </a:move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112D50"/>
            </a:solidFill>
            <a:prstDash val="solid"/>
          </a:ln>
        </p:spPr>
      </p:sp>
      <p:sp>
        <p:nvSpPr>
          <p:cNvPr id="6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84E44D-DD43-4079-84AC-FAAC0DA0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4602813"/>
            <a:ext cx="111443" cy="100298"/>
          </a:xfrm>
          <a:custGeom xmlns:a="http://schemas.openxmlformats.org/drawingml/2006/main">
            <a:pathLst>
              <a:path w="111443" h="100298">
                <a:moveTo>
                  <a:pt x="111443" y="50149"/>
                </a:moveTo>
                <a:lnTo>
                  <a:pt x="0" y="0"/>
                </a:lnTo>
                <a:lnTo>
                  <a:pt x="0" y="100298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44" name="補間">
            <a:extLst xmlns:a="http://schemas.openxmlformats.org/drawingml/2006/main">
              <a:ext uri="{FF2B5EF4-FFF2-40B4-BE49-F238E27FC236}">
                <a16:creationId xmlns:a16="http://schemas.microsoft.com/office/drawing/2014/main" id="{33704217-5D0D-4B8B-BDC1-B8D7C351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248" y="4310063"/>
            <a:ext cx="857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補間</a:t>
            </a:r>
          </a:p>
        </p:txBody>
      </p:sp>
      <p:sp>
        <p:nvSpPr>
          <p:cNvPr id="6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82AFF4-2313-4720-BC2C-742D7B81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652963"/>
            <a:ext cx="814388" cy="95"/>
          </a:xfrm>
          <a:custGeom xmlns:a="http://schemas.openxmlformats.org/drawingml/2006/main">
            <a:pathLst>
              <a:path w="814388" h="95">
                <a:moveTo>
                  <a:pt x="0" y="0"/>
                </a:move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112D50"/>
            </a:solidFill>
            <a:prstDash val="solid"/>
          </a:ln>
        </p:spPr>
      </p:sp>
      <p:sp>
        <p:nvSpPr>
          <p:cNvPr id="6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2DA9BE-B95E-4FCB-AA49-48ABEFE9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4602813"/>
            <a:ext cx="111443" cy="100298"/>
          </a:xfrm>
          <a:custGeom xmlns:a="http://schemas.openxmlformats.org/drawingml/2006/main">
            <a:pathLst>
              <a:path w="111443" h="100298">
                <a:moveTo>
                  <a:pt x="111443" y="50149"/>
                </a:moveTo>
                <a:lnTo>
                  <a:pt x="0" y="0"/>
                </a:lnTo>
                <a:lnTo>
                  <a:pt x="0" y="100298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47" name="記録">
            <a:extLst xmlns:a="http://schemas.openxmlformats.org/drawingml/2006/main">
              <a:ext uri="{FF2B5EF4-FFF2-40B4-BE49-F238E27FC236}">
                <a16:creationId xmlns:a16="http://schemas.microsoft.com/office/drawing/2014/main" id="{349472D4-4D14-450B-9FEB-450D3721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30" y="4310063"/>
            <a:ext cx="857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記録</a:t>
            </a:r>
          </a:p>
        </p:txBody>
      </p:sp>
      <p:sp>
        <p:nvSpPr>
          <p:cNvPr id="6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651677-4EB0-44DF-B43A-72B5BDA5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3" y="3778996"/>
            <a:ext cx="1405890" cy="1405034"/>
          </a:xfrm>
          <a:custGeom xmlns:a="http://schemas.openxmlformats.org/drawingml/2006/main">
            <a:pathLst>
              <a:path w="1405890" h="1405034">
                <a:moveTo>
                  <a:pt x="1405890" y="702517"/>
                </a:moveTo>
                <a:lnTo>
                  <a:pt x="1404178" y="751552"/>
                </a:lnTo>
                <a:lnTo>
                  <a:pt x="1399049" y="800348"/>
                </a:lnTo>
                <a:lnTo>
                  <a:pt x="1390529" y="848667"/>
                </a:lnTo>
                <a:lnTo>
                  <a:pt x="1378659" y="896275"/>
                </a:lnTo>
                <a:lnTo>
                  <a:pt x="1363497" y="942938"/>
                </a:lnTo>
                <a:lnTo>
                  <a:pt x="1345117" y="988430"/>
                </a:lnTo>
                <a:lnTo>
                  <a:pt x="1323609" y="1032529"/>
                </a:lnTo>
                <a:lnTo>
                  <a:pt x="1299076" y="1075021"/>
                </a:lnTo>
                <a:lnTo>
                  <a:pt x="1271639" y="1115697"/>
                </a:lnTo>
                <a:lnTo>
                  <a:pt x="1241432" y="1154361"/>
                </a:lnTo>
                <a:lnTo>
                  <a:pt x="1208601" y="1190823"/>
                </a:lnTo>
                <a:lnTo>
                  <a:pt x="1173307" y="1224907"/>
                </a:lnTo>
                <a:lnTo>
                  <a:pt x="1135721" y="1256445"/>
                </a:lnTo>
                <a:lnTo>
                  <a:pt x="1096027" y="1285285"/>
                </a:lnTo>
                <a:lnTo>
                  <a:pt x="1054417" y="1311285"/>
                </a:lnTo>
                <a:lnTo>
                  <a:pt x="1011096" y="1334320"/>
                </a:lnTo>
                <a:lnTo>
                  <a:pt x="966273" y="1354276"/>
                </a:lnTo>
                <a:lnTo>
                  <a:pt x="920167" y="1371057"/>
                </a:lnTo>
                <a:lnTo>
                  <a:pt x="873003" y="1384581"/>
                </a:lnTo>
                <a:lnTo>
                  <a:pt x="825010" y="1394782"/>
                </a:lnTo>
                <a:lnTo>
                  <a:pt x="776423" y="1401611"/>
                </a:lnTo>
                <a:lnTo>
                  <a:pt x="727477" y="1405034"/>
                </a:lnTo>
                <a:lnTo>
                  <a:pt x="678413" y="1405034"/>
                </a:lnTo>
                <a:lnTo>
                  <a:pt x="629467" y="1401611"/>
                </a:lnTo>
                <a:lnTo>
                  <a:pt x="580880" y="1394782"/>
                </a:lnTo>
                <a:lnTo>
                  <a:pt x="532887" y="1384581"/>
                </a:lnTo>
                <a:lnTo>
                  <a:pt x="485723" y="1371057"/>
                </a:lnTo>
                <a:lnTo>
                  <a:pt x="439617" y="1354276"/>
                </a:lnTo>
                <a:lnTo>
                  <a:pt x="394794" y="1334320"/>
                </a:lnTo>
                <a:lnTo>
                  <a:pt x="351472" y="1311285"/>
                </a:lnTo>
                <a:lnTo>
                  <a:pt x="309863" y="1285285"/>
                </a:lnTo>
                <a:lnTo>
                  <a:pt x="270169" y="1256445"/>
                </a:lnTo>
                <a:lnTo>
                  <a:pt x="232583" y="1224907"/>
                </a:lnTo>
                <a:lnTo>
                  <a:pt x="197289" y="1190823"/>
                </a:lnTo>
                <a:lnTo>
                  <a:pt x="164458" y="1154361"/>
                </a:lnTo>
                <a:lnTo>
                  <a:pt x="134251" y="1115697"/>
                </a:lnTo>
                <a:lnTo>
                  <a:pt x="106814" y="1075021"/>
                </a:lnTo>
                <a:lnTo>
                  <a:pt x="82281" y="1032529"/>
                </a:lnTo>
                <a:lnTo>
                  <a:pt x="60773" y="988430"/>
                </a:lnTo>
                <a:lnTo>
                  <a:pt x="42393" y="942938"/>
                </a:lnTo>
                <a:lnTo>
                  <a:pt x="27231" y="896275"/>
                </a:lnTo>
                <a:lnTo>
                  <a:pt x="15361" y="848667"/>
                </a:lnTo>
                <a:lnTo>
                  <a:pt x="6841" y="800348"/>
                </a:lnTo>
                <a:lnTo>
                  <a:pt x="1712" y="751552"/>
                </a:lnTo>
                <a:lnTo>
                  <a:pt x="0" y="702517"/>
                </a:lnTo>
                <a:lnTo>
                  <a:pt x="1712" y="653482"/>
                </a:lnTo>
                <a:lnTo>
                  <a:pt x="6841" y="604686"/>
                </a:lnTo>
                <a:lnTo>
                  <a:pt x="15361" y="556366"/>
                </a:lnTo>
                <a:lnTo>
                  <a:pt x="27231" y="508759"/>
                </a:lnTo>
                <a:lnTo>
                  <a:pt x="42393" y="462095"/>
                </a:lnTo>
                <a:lnTo>
                  <a:pt x="60773" y="416603"/>
                </a:lnTo>
                <a:lnTo>
                  <a:pt x="82281" y="372504"/>
                </a:lnTo>
                <a:lnTo>
                  <a:pt x="106814" y="330013"/>
                </a:lnTo>
                <a:lnTo>
                  <a:pt x="134251" y="289336"/>
                </a:lnTo>
                <a:lnTo>
                  <a:pt x="164458" y="250672"/>
                </a:lnTo>
                <a:lnTo>
                  <a:pt x="197289" y="214210"/>
                </a:lnTo>
                <a:lnTo>
                  <a:pt x="232583" y="180127"/>
                </a:lnTo>
                <a:lnTo>
                  <a:pt x="270169" y="148589"/>
                </a:lnTo>
                <a:lnTo>
                  <a:pt x="309863" y="119749"/>
                </a:lnTo>
                <a:lnTo>
                  <a:pt x="351472" y="93749"/>
                </a:lnTo>
                <a:lnTo>
                  <a:pt x="394794" y="70714"/>
                </a:lnTo>
                <a:lnTo>
                  <a:pt x="439617" y="50758"/>
                </a:lnTo>
                <a:lnTo>
                  <a:pt x="485723" y="33976"/>
                </a:lnTo>
                <a:lnTo>
                  <a:pt x="532887" y="20452"/>
                </a:lnTo>
                <a:lnTo>
                  <a:pt x="580880" y="10251"/>
                </a:lnTo>
                <a:lnTo>
                  <a:pt x="629467" y="3423"/>
                </a:lnTo>
                <a:lnTo>
                  <a:pt x="678413" y="0"/>
                </a:lnTo>
                <a:lnTo>
                  <a:pt x="727477" y="0"/>
                </a:lnTo>
                <a:lnTo>
                  <a:pt x="776423" y="3423"/>
                </a:lnTo>
                <a:lnTo>
                  <a:pt x="825010" y="10251"/>
                </a:lnTo>
                <a:lnTo>
                  <a:pt x="873003" y="20452"/>
                </a:lnTo>
                <a:lnTo>
                  <a:pt x="920167" y="33976"/>
                </a:lnTo>
                <a:lnTo>
                  <a:pt x="966273" y="50758"/>
                </a:lnTo>
                <a:lnTo>
                  <a:pt x="1011096" y="70714"/>
                </a:lnTo>
                <a:lnTo>
                  <a:pt x="1054417" y="93749"/>
                </a:lnTo>
                <a:lnTo>
                  <a:pt x="1096027" y="119749"/>
                </a:lnTo>
                <a:lnTo>
                  <a:pt x="1135721" y="148589"/>
                </a:lnTo>
                <a:lnTo>
                  <a:pt x="1173307" y="180127"/>
                </a:lnTo>
                <a:lnTo>
                  <a:pt x="1208601" y="214210"/>
                </a:lnTo>
                <a:lnTo>
                  <a:pt x="1241432" y="250672"/>
                </a:lnTo>
                <a:lnTo>
                  <a:pt x="1271639" y="289336"/>
                </a:lnTo>
                <a:lnTo>
                  <a:pt x="1299076" y="330013"/>
                </a:lnTo>
                <a:lnTo>
                  <a:pt x="1323609" y="372504"/>
                </a:lnTo>
                <a:lnTo>
                  <a:pt x="1345117" y="416603"/>
                </a:lnTo>
                <a:lnTo>
                  <a:pt x="1363497" y="462095"/>
                </a:lnTo>
                <a:lnTo>
                  <a:pt x="1378659" y="508759"/>
                </a:lnTo>
                <a:lnTo>
                  <a:pt x="1390529" y="556366"/>
                </a:lnTo>
                <a:lnTo>
                  <a:pt x="1399049" y="604686"/>
                </a:lnTo>
                <a:lnTo>
                  <a:pt x="1404178" y="653482"/>
                </a:lnTo>
                <a:lnTo>
                  <a:pt x="1405890" y="702517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112D50"/>
            </a:solidFill>
            <a:prstDash val="dash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8014611D-53D7-4360-8AB2-2FA93555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068" y="437864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6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CBCA34A-85CD-4140-98F5-6FEDC01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95788"/>
            <a:ext cx="368618" cy="60008"/>
          </a:xfrm>
          <a:custGeom xmlns:a="http://schemas.openxmlformats.org/drawingml/2006/main">
            <a:pathLst>
              <a:path w="368618" h="60008">
                <a:moveTo>
                  <a:pt x="368618" y="60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768C5"/>
            </a:solidFill>
            <a:prstDash val="solid"/>
          </a:ln>
        </p:spPr>
      </p:sp>
      <p:sp>
        <p:nvSpPr>
          <p:cNvPr id="6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3B0B1C-F3BC-4AE8-B287-C50399CC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486"/>
            <a:ext cx="90809" cy="76150"/>
          </a:xfrm>
          <a:custGeom xmlns:a="http://schemas.openxmlformats.org/drawingml/2006/main">
            <a:pathLst>
              <a:path w="90809" h="76150">
                <a:moveTo>
                  <a:pt x="0" y="24301"/>
                </a:moveTo>
                <a:lnTo>
                  <a:pt x="78413" y="76150"/>
                </a:lnTo>
                <a:lnTo>
                  <a:pt x="90809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D1AEAD-80E0-4FBF-B66E-73111BFD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8665"/>
            <a:ext cx="240030" cy="291465"/>
          </a:xfrm>
          <a:custGeom xmlns:a="http://schemas.openxmlformats.org/drawingml/2006/main">
            <a:pathLst>
              <a:path w="240030" h="291465">
                <a:moveTo>
                  <a:pt x="240030" y="0"/>
                </a:moveTo>
                <a:lnTo>
                  <a:pt x="0" y="29146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6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4ABAAD-121F-4E28-BE26-F477F6E8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59433"/>
            <a:ext cx="84274" cy="90697"/>
          </a:xfrm>
          <a:custGeom xmlns:a="http://schemas.openxmlformats.org/drawingml/2006/main">
            <a:pathLst>
              <a:path w="84274" h="90697">
                <a:moveTo>
                  <a:pt x="0" y="90697"/>
                </a:moveTo>
                <a:lnTo>
                  <a:pt x="84274" y="49046"/>
                </a:lnTo>
                <a:lnTo>
                  <a:pt x="24718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6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4B3F00-5CD7-40E7-88F2-EDB59866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198" y="4035743"/>
            <a:ext cx="214313" cy="334327"/>
          </a:xfrm>
          <a:custGeom xmlns:a="http://schemas.openxmlformats.org/drawingml/2006/main">
            <a:pathLst>
              <a:path w="214313" h="334327">
                <a:moveTo>
                  <a:pt x="214313" y="3343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6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6B68D5-05E4-404E-836A-9FEB6BA3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198" y="4035743"/>
            <a:ext cx="78739" cy="92988"/>
          </a:xfrm>
          <a:custGeom xmlns:a="http://schemas.openxmlformats.org/drawingml/2006/main">
            <a:pathLst>
              <a:path w="78739" h="92988">
                <a:moveTo>
                  <a:pt x="0" y="0"/>
                </a:moveTo>
                <a:lnTo>
                  <a:pt x="13786" y="92988"/>
                </a:lnTo>
                <a:lnTo>
                  <a:pt x="78739" y="5135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56" name="F_E">
            <a:extLst xmlns:a="http://schemas.openxmlformats.org/drawingml/2006/main">
              <a:ext uri="{FF2B5EF4-FFF2-40B4-BE49-F238E27FC236}">
                <a16:creationId xmlns:a16="http://schemas.microsoft.com/office/drawing/2014/main" id="{05795E18-5D29-427D-81E7-F5AFFD47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52888"/>
            <a:ext cx="685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F_E</a:t>
            </a:r>
          </a:p>
        </p:txBody>
      </p:sp>
      <p:sp>
        <p:nvSpPr>
          <p:cNvPr id="657" name="F_d">
            <a:extLst xmlns:a="http://schemas.openxmlformats.org/drawingml/2006/main">
              <a:ext uri="{FF2B5EF4-FFF2-40B4-BE49-F238E27FC236}">
                <a16:creationId xmlns:a16="http://schemas.microsoft.com/office/drawing/2014/main" id="{A0CD40E3-61DE-4D0E-A967-C5D36075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5840"/>
            <a:ext cx="685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F_d</a:t>
            </a:r>
          </a:p>
        </p:txBody>
      </p:sp>
      <p:sp>
        <p:nvSpPr>
          <p:cNvPr id="658" name="Z">
            <a:extLst xmlns:a="http://schemas.openxmlformats.org/drawingml/2006/main">
              <a:ext uri="{FF2B5EF4-FFF2-40B4-BE49-F238E27FC236}">
                <a16:creationId xmlns:a16="http://schemas.microsoft.com/office/drawing/2014/main" id="{13AAFAA8-A1D4-494A-9BC6-B2CC78A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4395788"/>
            <a:ext cx="38576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6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717A44-A1FE-4F18-AA3E-999EAA5F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998" y="4944428"/>
            <a:ext cx="720090" cy="514350"/>
          </a:xfrm>
          <a:custGeom xmlns:a="http://schemas.openxmlformats.org/drawingml/2006/main">
            <a:pathLst>
              <a:path w="720090" h="514350">
                <a:moveTo>
                  <a:pt x="0" y="0"/>
                </a:moveTo>
                <a:lnTo>
                  <a:pt x="72009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7E8790"/>
            </a:solidFill>
            <a:prstDash val="dash"/>
          </a:ln>
        </p:spPr>
      </p:sp>
      <p:sp>
        <p:nvSpPr>
          <p:cNvPr id="6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C115BD3-BF60-4D24-B654-C983A864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5458856"/>
            <a:ext cx="257175" cy="257018"/>
          </a:xfrm>
          <a:custGeom xmlns:a="http://schemas.openxmlformats.org/drawingml/2006/main">
            <a:pathLst>
              <a:path w="257175" h="257018">
                <a:moveTo>
                  <a:pt x="257175" y="128509"/>
                </a:moveTo>
                <a:lnTo>
                  <a:pt x="256862" y="137479"/>
                </a:lnTo>
                <a:lnTo>
                  <a:pt x="255924" y="146405"/>
                </a:lnTo>
                <a:lnTo>
                  <a:pt x="254365" y="155244"/>
                </a:lnTo>
                <a:lnTo>
                  <a:pt x="252194" y="163953"/>
                </a:lnTo>
                <a:lnTo>
                  <a:pt x="249420" y="172489"/>
                </a:lnTo>
                <a:lnTo>
                  <a:pt x="246058" y="180810"/>
                </a:lnTo>
                <a:lnTo>
                  <a:pt x="242124" y="188877"/>
                </a:lnTo>
                <a:lnTo>
                  <a:pt x="237636" y="196650"/>
                </a:lnTo>
                <a:lnTo>
                  <a:pt x="232617" y="204091"/>
                </a:lnTo>
                <a:lnTo>
                  <a:pt x="227091" y="211164"/>
                </a:lnTo>
                <a:lnTo>
                  <a:pt x="221086" y="217834"/>
                </a:lnTo>
                <a:lnTo>
                  <a:pt x="214629" y="224068"/>
                </a:lnTo>
                <a:lnTo>
                  <a:pt x="207754" y="229838"/>
                </a:lnTo>
                <a:lnTo>
                  <a:pt x="200493" y="235113"/>
                </a:lnTo>
                <a:lnTo>
                  <a:pt x="192881" y="239869"/>
                </a:lnTo>
                <a:lnTo>
                  <a:pt x="184957" y="244083"/>
                </a:lnTo>
                <a:lnTo>
                  <a:pt x="176757" y="247733"/>
                </a:lnTo>
                <a:lnTo>
                  <a:pt x="168323" y="250803"/>
                </a:lnTo>
                <a:lnTo>
                  <a:pt x="159696" y="253277"/>
                </a:lnTo>
                <a:lnTo>
                  <a:pt x="150916" y="255143"/>
                </a:lnTo>
                <a:lnTo>
                  <a:pt x="142029" y="256392"/>
                </a:lnTo>
                <a:lnTo>
                  <a:pt x="133075" y="257018"/>
                </a:lnTo>
                <a:lnTo>
                  <a:pt x="124100" y="257018"/>
                </a:lnTo>
                <a:lnTo>
                  <a:pt x="115146" y="256392"/>
                </a:lnTo>
                <a:lnTo>
                  <a:pt x="106259" y="255143"/>
                </a:lnTo>
                <a:lnTo>
                  <a:pt x="97479" y="253277"/>
                </a:lnTo>
                <a:lnTo>
                  <a:pt x="88852" y="250803"/>
                </a:lnTo>
                <a:lnTo>
                  <a:pt x="80418" y="247733"/>
                </a:lnTo>
                <a:lnTo>
                  <a:pt x="72218" y="244083"/>
                </a:lnTo>
                <a:lnTo>
                  <a:pt x="64294" y="239869"/>
                </a:lnTo>
                <a:lnTo>
                  <a:pt x="56682" y="235113"/>
                </a:lnTo>
                <a:lnTo>
                  <a:pt x="49421" y="229838"/>
                </a:lnTo>
                <a:lnTo>
                  <a:pt x="42546" y="224068"/>
                </a:lnTo>
                <a:lnTo>
                  <a:pt x="36089" y="217834"/>
                </a:lnTo>
                <a:lnTo>
                  <a:pt x="30084" y="211164"/>
                </a:lnTo>
                <a:lnTo>
                  <a:pt x="24558" y="204091"/>
                </a:lnTo>
                <a:lnTo>
                  <a:pt x="19539" y="196650"/>
                </a:lnTo>
                <a:lnTo>
                  <a:pt x="15051" y="188877"/>
                </a:lnTo>
                <a:lnTo>
                  <a:pt x="11117" y="180810"/>
                </a:lnTo>
                <a:lnTo>
                  <a:pt x="7755" y="172489"/>
                </a:lnTo>
                <a:lnTo>
                  <a:pt x="4981" y="163953"/>
                </a:lnTo>
                <a:lnTo>
                  <a:pt x="2810" y="155244"/>
                </a:lnTo>
                <a:lnTo>
                  <a:pt x="1251" y="146405"/>
                </a:lnTo>
                <a:lnTo>
                  <a:pt x="313" y="137479"/>
                </a:lnTo>
                <a:lnTo>
                  <a:pt x="0" y="128509"/>
                </a:lnTo>
                <a:lnTo>
                  <a:pt x="313" y="119539"/>
                </a:lnTo>
                <a:lnTo>
                  <a:pt x="1251" y="110613"/>
                </a:lnTo>
                <a:lnTo>
                  <a:pt x="2810" y="101774"/>
                </a:lnTo>
                <a:lnTo>
                  <a:pt x="4981" y="93066"/>
                </a:lnTo>
                <a:lnTo>
                  <a:pt x="7755" y="84530"/>
                </a:lnTo>
                <a:lnTo>
                  <a:pt x="11117" y="76208"/>
                </a:lnTo>
                <a:lnTo>
                  <a:pt x="15051" y="68141"/>
                </a:lnTo>
                <a:lnTo>
                  <a:pt x="19539" y="60368"/>
                </a:lnTo>
                <a:lnTo>
                  <a:pt x="24558" y="52927"/>
                </a:lnTo>
                <a:lnTo>
                  <a:pt x="30084" y="45855"/>
                </a:lnTo>
                <a:lnTo>
                  <a:pt x="36089" y="39185"/>
                </a:lnTo>
                <a:lnTo>
                  <a:pt x="42546" y="32950"/>
                </a:lnTo>
                <a:lnTo>
                  <a:pt x="49421" y="27181"/>
                </a:lnTo>
                <a:lnTo>
                  <a:pt x="56682" y="21905"/>
                </a:lnTo>
                <a:lnTo>
                  <a:pt x="64294" y="17149"/>
                </a:lnTo>
                <a:lnTo>
                  <a:pt x="72218" y="12935"/>
                </a:lnTo>
                <a:lnTo>
                  <a:pt x="80418" y="9285"/>
                </a:lnTo>
                <a:lnTo>
                  <a:pt x="88852" y="6215"/>
                </a:lnTo>
                <a:lnTo>
                  <a:pt x="97479" y="3741"/>
                </a:lnTo>
                <a:lnTo>
                  <a:pt x="106259" y="1875"/>
                </a:lnTo>
                <a:lnTo>
                  <a:pt x="115146" y="626"/>
                </a:lnTo>
                <a:lnTo>
                  <a:pt x="124100" y="0"/>
                </a:lnTo>
                <a:lnTo>
                  <a:pt x="133075" y="0"/>
                </a:lnTo>
                <a:lnTo>
                  <a:pt x="142029" y="626"/>
                </a:lnTo>
                <a:lnTo>
                  <a:pt x="150916" y="1875"/>
                </a:lnTo>
                <a:lnTo>
                  <a:pt x="159696" y="3741"/>
                </a:lnTo>
                <a:lnTo>
                  <a:pt x="168323" y="6215"/>
                </a:lnTo>
                <a:lnTo>
                  <a:pt x="176757" y="9285"/>
                </a:lnTo>
                <a:lnTo>
                  <a:pt x="184957" y="12935"/>
                </a:lnTo>
                <a:lnTo>
                  <a:pt x="192881" y="17149"/>
                </a:lnTo>
                <a:lnTo>
                  <a:pt x="200493" y="21905"/>
                </a:lnTo>
                <a:lnTo>
                  <a:pt x="207754" y="27181"/>
                </a:lnTo>
                <a:lnTo>
                  <a:pt x="214629" y="32950"/>
                </a:lnTo>
                <a:lnTo>
                  <a:pt x="221086" y="39185"/>
                </a:lnTo>
                <a:lnTo>
                  <a:pt x="227091" y="45855"/>
                </a:lnTo>
                <a:lnTo>
                  <a:pt x="232617" y="52927"/>
                </a:lnTo>
                <a:lnTo>
                  <a:pt x="237636" y="60368"/>
                </a:lnTo>
                <a:lnTo>
                  <a:pt x="242124" y="68141"/>
                </a:lnTo>
                <a:lnTo>
                  <a:pt x="246058" y="76208"/>
                </a:lnTo>
                <a:lnTo>
                  <a:pt x="249420" y="84530"/>
                </a:lnTo>
                <a:lnTo>
                  <a:pt x="252194" y="93066"/>
                </a:lnTo>
                <a:lnTo>
                  <a:pt x="254365" y="101774"/>
                </a:lnTo>
                <a:lnTo>
                  <a:pt x="255924" y="110613"/>
                </a:lnTo>
                <a:lnTo>
                  <a:pt x="256862" y="119539"/>
                </a:lnTo>
                <a:lnTo>
                  <a:pt x="257175" y="128509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112D50"/>
            </a:solidFill>
            <a:prstDash val="dash"/>
          </a:ln>
        </p:spPr>
      </p:sp>
      <p:sp>
        <p:nvSpPr>
          <p:cNvPr id="661" name="電場 E(r,z)">
            <a:extLst xmlns:a="http://schemas.openxmlformats.org/drawingml/2006/main">
              <a:ext uri="{FF2B5EF4-FFF2-40B4-BE49-F238E27FC236}">
                <a16:creationId xmlns:a16="http://schemas.microsoft.com/office/drawing/2014/main" id="{7A104171-0764-409B-BA31-6BCACEA8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464743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電場 E(r,z)</a:t>
            </a:r>
          </a:p>
        </p:txBody>
      </p:sp>
      <p:sp>
        <p:nvSpPr>
          <p:cNvPr id="662" name="流速 u_g(r,z)">
            <a:extLst xmlns:a="http://schemas.openxmlformats.org/drawingml/2006/main">
              <a:ext uri="{FF2B5EF4-FFF2-40B4-BE49-F238E27FC236}">
                <a16:creationId xmlns:a16="http://schemas.microsoft.com/office/drawing/2014/main" id="{C8D3C283-FB63-4BBD-847B-AA9961DD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867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流速 u_g(r,z)</a:t>
            </a:r>
          </a:p>
        </p:txBody>
      </p:sp>
      <p:sp>
        <p:nvSpPr>
          <p:cNvPr id="663" name="密度 n_s ／ 温度 T_s">
            <a:extLst xmlns:a="http://schemas.openxmlformats.org/drawingml/2006/main">
              <a:ext uri="{FF2B5EF4-FFF2-40B4-BE49-F238E27FC236}">
                <a16:creationId xmlns:a16="http://schemas.microsoft.com/office/drawing/2014/main" id="{8F6AF6C6-A4B4-47D1-A35E-CBBC3CFB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270558"/>
            <a:ext cx="38147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rPr>
              <a:t>密度 n_s ／ 温度 T_s</a:t>
            </a:r>
          </a:p>
        </p:txBody>
      </p:sp>
      <p:sp>
        <p:nvSpPr>
          <p:cNvPr id="664" name="同じ評価位置で&#10;場・電荷・力を更新">
            <a:extLst xmlns:a="http://schemas.openxmlformats.org/drawingml/2006/main">
              <a:ext uri="{FF2B5EF4-FFF2-40B4-BE49-F238E27FC236}">
                <a16:creationId xmlns:a16="http://schemas.microsoft.com/office/drawing/2014/main" id="{85B4EBCE-431A-4346-86F2-7099B312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543" y="7696200"/>
            <a:ext cx="3557588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同じ評価位置で</a:t>
            </a:r>
          </a:p>
          <a:p xmlns:a="http://schemas.openxmlformats.org/drawingml/2006/main">
            <a:pPr algn="ctr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場・電荷・力を更新</a:t>
            </a:r>
          </a:p>
        </p:txBody>
      </p:sp>
      <p:sp>
        <p:nvSpPr>
          <p:cNvPr id="665" name="軌道 x(t) ／ 速度 v(t)&#10;電荷 Z(t) ／ 衝突event">
            <a:extLst xmlns:a="http://schemas.openxmlformats.org/drawingml/2006/main">
              <a:ext uri="{FF2B5EF4-FFF2-40B4-BE49-F238E27FC236}">
                <a16:creationId xmlns:a16="http://schemas.microsoft.com/office/drawing/2014/main" id="{46742037-B9EA-482C-B797-C95D1A11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7610475"/>
            <a:ext cx="3771900" cy="900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軌道 x(t) ／ 速度 v(t)</a:t>
            </a:r>
          </a:p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電荷 Z(t) ／ 衝突event</a:t>
            </a:r>
          </a:p>
        </p:txBody>
      </p:sp>
      <p:sp>
        <p:nvSpPr>
          <p:cNvPr id="666" name="背景場は固定。粒子から場へのフィードバックを省略した、静的2D XY / RZ子午面の輸送計算">
            <a:extLst xmlns:a="http://schemas.openxmlformats.org/drawingml/2006/main">
              <a:ext uri="{FF2B5EF4-FFF2-40B4-BE49-F238E27FC236}">
                <a16:creationId xmlns:a16="http://schemas.microsoft.com/office/drawing/2014/main" id="{4DE71FD2-403F-4DDD-8137-29CB1338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9119235"/>
            <a:ext cx="1200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rPr>
              <a:t>背景場は固定。粒子から場へのフィードバックを省略した、静的2D XY / RZ子午面の輸送計算</a:t>
            </a:r>
          </a:p>
        </p:txBody>
      </p:sp>
    </p:spTree>
    <p:extLst>
      <p:ext uri="{BB962C8B-B14F-4D97-AF65-F5344CB8AC3E}">
        <p14:creationId xmlns:p14="http://schemas.microsoft.com/office/powerpoint/2010/main" val="1639574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3" name="図02　中性気体抗力のモデル">
            <a:extLst xmlns:a="http://schemas.openxmlformats.org/drawingml/2006/main">
              <a:ext uri="{FF2B5EF4-FFF2-40B4-BE49-F238E27FC236}">
                <a16:creationId xmlns:a16="http://schemas.microsoft.com/office/drawing/2014/main" id="{A4205661-40BC-4B70-9352-03E5BF0C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図02　中性気体抗力のモデル</a:t>
            </a:r>
          </a:p>
        </p:txBody>
      </p:sp>
      <p:sp>
        <p:nvSpPr>
          <p:cNvPr id="2" name="分子運動・粒子との相対速度・すべり補正を使い、気流への追従と慣性を計算できる">
            <a:extLst xmlns:a="http://schemas.openxmlformats.org/drawingml/2006/main">
              <a:ext uri="{FF2B5EF4-FFF2-40B4-BE49-F238E27FC236}">
                <a16:creationId xmlns:a16="http://schemas.microsoft.com/office/drawing/2014/main" id="{CBF63A10-8887-440D-872D-CBD4AE0A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分子運動・粒子との相対速度・すべり補正を使い、気流への追従と慣性を計算できる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37D84AE-5A67-4391-AB8F-7790A96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39B76C31-C417-4ABC-A13C-770A8F5F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4B6180A1-E8F1-45B2-96A2-1E388BEB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54B31C6-FC62-46B3-94D6-E5BE984D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1738313"/>
            <a:ext cx="95" cy="7329488"/>
          </a:xfrm>
          <a:custGeom xmlns:a="http://schemas.openxmlformats.org/drawingml/2006/main">
            <a:pathLst>
              <a:path w="95" h="7329488">
                <a:moveTo>
                  <a:pt x="0" y="0"/>
                </a:moveTo>
                <a:lnTo>
                  <a:pt x="0" y="732948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AFB9C4"/>
            </a:solidFill>
            <a:prstDash val="solid"/>
          </a:ln>
        </p:spPr>
      </p:sp>
      <p:sp>
        <p:nvSpPr>
          <p:cNvPr id="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4251C0-6A97-4144-8904-1176842C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38313"/>
            <a:ext cx="95" cy="7329488"/>
          </a:xfrm>
          <a:custGeom xmlns:a="http://schemas.openxmlformats.org/drawingml/2006/main">
            <a:pathLst>
              <a:path w="95" h="7329488">
                <a:moveTo>
                  <a:pt x="0" y="0"/>
                </a:moveTo>
                <a:lnTo>
                  <a:pt x="0" y="732948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AFB9C4"/>
            </a:solidFill>
            <a:prstDash val="solid"/>
          </a:ln>
        </p:spPr>
      </p:sp>
      <p:sp>
        <p:nvSpPr>
          <p:cNvPr id="8" name="(a) 線形Epstein">
            <a:extLst xmlns:a="http://schemas.openxmlformats.org/drawingml/2006/main">
              <a:ext uri="{FF2B5EF4-FFF2-40B4-BE49-F238E27FC236}">
                <a16:creationId xmlns:a16="http://schemas.microsoft.com/office/drawing/2014/main" id="{09AD440E-21F0-452F-AC88-97CA5D4D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8313"/>
            <a:ext cx="42433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線形Epstein</a:t>
            </a:r>
          </a:p>
        </p:txBody>
      </p:sp>
      <p:sp>
        <p:nvSpPr>
          <p:cNvPr id="9" name="自由分子・小さいdrift">
            <a:extLst xmlns:a="http://schemas.openxmlformats.org/drawingml/2006/main">
              <a:ext uri="{FF2B5EF4-FFF2-40B4-BE49-F238E27FC236}">
                <a16:creationId xmlns:a16="http://schemas.microsoft.com/office/drawing/2014/main" id="{659B5544-8AA1-4281-ABE5-1620860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9800"/>
            <a:ext cx="38147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自由分子・小さいdrift</a:t>
            </a:r>
          </a:p>
        </p:txBody>
      </p:sp>
      <p:sp>
        <p:nvSpPr>
          <p:cNvPr id="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8731D5F-C563-40CD-9139-AEF53578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255645"/>
            <a:ext cx="1628775" cy="95"/>
          </a:xfrm>
          <a:custGeom xmlns:a="http://schemas.openxmlformats.org/drawingml/2006/main"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112D50"/>
            </a:solidFill>
            <a:prstDash val="solid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F1A3D4-02C5-4165-B322-B890366B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97781"/>
            <a:ext cx="128588" cy="115729"/>
          </a:xfrm>
          <a:custGeom xmlns:a="http://schemas.openxmlformats.org/drawingml/2006/main">
            <a:pathLst>
              <a:path w="128588" h="115729">
                <a:moveTo>
                  <a:pt x="128588" y="57864"/>
                </a:moveTo>
                <a:lnTo>
                  <a:pt x="0" y="0"/>
                </a:lnTo>
                <a:lnTo>
                  <a:pt x="0" y="115729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2" name="w = u_g − v">
            <a:extLst xmlns:a="http://schemas.openxmlformats.org/drawingml/2006/main">
              <a:ext uri="{FF2B5EF4-FFF2-40B4-BE49-F238E27FC236}">
                <a16:creationId xmlns:a16="http://schemas.microsoft.com/office/drawing/2014/main" id="{09C21B20-4141-4450-9977-C2308FB4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2835593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w = u_g − 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F63A1-B28F-4EAE-9C87-2E793A5B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718" y="443865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448292E-FD4F-4A67-9A8C-E9839E18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81588"/>
            <a:ext cx="814388" cy="95"/>
          </a:xfrm>
          <a:custGeom xmlns:a="http://schemas.openxmlformats.org/drawingml/2006/main">
            <a:pathLst>
              <a:path w="814388" h="95">
                <a:moveTo>
                  <a:pt x="0" y="0"/>
                </a:move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300"/>
            </a:solidFill>
            <a:prstDash val="solid"/>
          </a:ln>
        </p:spPr>
      </p:sp>
      <p:sp>
        <p:nvSpPr>
          <p:cNvPr id="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DA57D3-203B-4CC4-8A8E-091698DA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973" y="5027581"/>
            <a:ext cx="120015" cy="108013"/>
          </a:xfrm>
          <a:custGeom xmlns:a="http://schemas.openxmlformats.org/drawingml/2006/main">
            <a:pathLst>
              <a:path w="120015" h="108013">
                <a:moveTo>
                  <a:pt x="120015" y="54007"/>
                </a:moveTo>
                <a:lnTo>
                  <a:pt x="0" y="0"/>
                </a:lnTo>
                <a:lnTo>
                  <a:pt x="0" y="108013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6" name="F_d">
            <a:extLst xmlns:a="http://schemas.openxmlformats.org/drawingml/2006/main">
              <a:ext uri="{FF2B5EF4-FFF2-40B4-BE49-F238E27FC236}">
                <a16:creationId xmlns:a16="http://schemas.microsoft.com/office/drawing/2014/main" id="{7114E560-9999-4057-B320-E7FE2144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233" y="46958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F_d</a:t>
            </a:r>
          </a:p>
        </p:txBody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A440D6-1F60-4105-880F-088C910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655" y="4730115"/>
            <a:ext cx="445770" cy="351472"/>
          </a:xfrm>
          <a:custGeom xmlns:a="http://schemas.openxmlformats.org/drawingml/2006/main">
            <a:pathLst>
              <a:path w="445770" h="351472">
                <a:moveTo>
                  <a:pt x="0" y="351472"/>
                </a:moveTo>
                <a:lnTo>
                  <a:pt x="445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E348896-5BB6-4226-8F2E-D670CBCA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584" y="4730115"/>
            <a:ext cx="63841" cy="58359"/>
          </a:xfrm>
          <a:custGeom xmlns:a="http://schemas.openxmlformats.org/drawingml/2006/main">
            <a:pathLst>
              <a:path w="63841" h="58359">
                <a:moveTo>
                  <a:pt x="63841" y="0"/>
                </a:moveTo>
                <a:lnTo>
                  <a:pt x="0" y="15949"/>
                </a:lnTo>
                <a:lnTo>
                  <a:pt x="33439" y="58359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9" name="a">
            <a:extLst xmlns:a="http://schemas.openxmlformats.org/drawingml/2006/main">
              <a:ext uri="{FF2B5EF4-FFF2-40B4-BE49-F238E27FC236}">
                <a16:creationId xmlns:a16="http://schemas.microsoft.com/office/drawing/2014/main" id="{412BEE5D-57C4-4C53-A458-65BC6B54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4670108"/>
            <a:ext cx="342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AD800-5267-4DB5-9E54-77D27EB0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6472C5-C4DB-4413-90EC-25DAEA7D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3778568"/>
            <a:ext cx="342900" cy="95"/>
          </a:xfrm>
          <a:custGeom xmlns:a="http://schemas.openxmlformats.org/drawingml/2006/main">
            <a:pathLst>
              <a:path w="342900" h="9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466357-0D8F-4563-AE5A-C88C6971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3" y="3755422"/>
            <a:ext cx="51435" cy="46292"/>
          </a:xfrm>
          <a:custGeom xmlns:a="http://schemas.openxmlformats.org/drawingml/2006/main">
            <a:pathLst>
              <a:path w="51435" h="46292">
                <a:moveTo>
                  <a:pt x="51435" y="23146"/>
                </a:moveTo>
                <a:lnTo>
                  <a:pt x="0" y="0"/>
                </a:lnTo>
                <a:lnTo>
                  <a:pt x="0" y="46292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13F53-9B14-4B12-BDB3-8DF2BE44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323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EC64CC1-31B7-4224-B4E6-DFFB407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768" y="3778568"/>
            <a:ext cx="252852" cy="150551"/>
          </a:xfrm>
          <a:custGeom xmlns:a="http://schemas.openxmlformats.org/drawingml/2006/main">
            <a:pathLst>
              <a:path w="252852" h="150551">
                <a:moveTo>
                  <a:pt x="252852" y="0"/>
                </a:moveTo>
                <a:lnTo>
                  <a:pt x="0" y="150551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EADD69-AB2B-46BE-AAE2-0EC0D6FA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768" y="3882917"/>
            <a:ext cx="56036" cy="46201"/>
          </a:xfrm>
          <a:custGeom xmlns:a="http://schemas.openxmlformats.org/drawingml/2006/main">
            <a:pathLst>
              <a:path w="56036" h="46201">
                <a:moveTo>
                  <a:pt x="0" y="46201"/>
                </a:moveTo>
                <a:lnTo>
                  <a:pt x="56036" y="39775"/>
                </a:lnTo>
                <a:lnTo>
                  <a:pt x="32353" y="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6EE17-A2B1-4EE3-AFFD-0CDE9C86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2ACDE7F-00AC-458F-A2B4-C03753E1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703" y="3556537"/>
            <a:ext cx="30003" cy="222030"/>
          </a:xfrm>
          <a:custGeom xmlns:a="http://schemas.openxmlformats.org/drawingml/2006/main">
            <a:pathLst>
              <a:path w="30003" h="222030">
                <a:moveTo>
                  <a:pt x="0" y="222030"/>
                </a:moveTo>
                <a:lnTo>
                  <a:pt x="30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DFBC67-F1FF-4DEA-9434-8EE66540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881" y="3556537"/>
            <a:ext cx="45875" cy="54071"/>
          </a:xfrm>
          <a:custGeom xmlns:a="http://schemas.openxmlformats.org/drawingml/2006/main">
            <a:pathLst>
              <a:path w="45875" h="54071">
                <a:moveTo>
                  <a:pt x="29825" y="0"/>
                </a:moveTo>
                <a:lnTo>
                  <a:pt x="0" y="47872"/>
                </a:lnTo>
                <a:lnTo>
                  <a:pt x="45875" y="54071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9C9B6-21A6-4408-A62F-037CC3E2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85D9EC-6585-4EA5-8118-C815511B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85" y="3778568"/>
            <a:ext cx="208604" cy="176897"/>
          </a:xfrm>
          <a:custGeom xmlns:a="http://schemas.openxmlformats.org/drawingml/2006/main">
            <a:pathLst>
              <a:path w="208604" h="176897">
                <a:moveTo>
                  <a:pt x="0" y="0"/>
                </a:moveTo>
                <a:lnTo>
                  <a:pt x="208604" y="176897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0F41BA3-E23B-4FEA-BA5A-6C3A12FA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190" y="3904545"/>
            <a:ext cx="54199" cy="50919"/>
          </a:xfrm>
          <a:custGeom xmlns:a="http://schemas.openxmlformats.org/drawingml/2006/main">
            <a:pathLst>
              <a:path w="54199" h="50919">
                <a:moveTo>
                  <a:pt x="54199" y="50919"/>
                </a:moveTo>
                <a:lnTo>
                  <a:pt x="29940" y="0"/>
                </a:lnTo>
                <a:lnTo>
                  <a:pt x="0" y="35306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0D0EF-6D14-46CD-979D-B5370876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70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0249DD0-26D3-4939-8481-A552496D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18" y="3739713"/>
            <a:ext cx="337649" cy="38855"/>
          </a:xfrm>
          <a:custGeom xmlns:a="http://schemas.openxmlformats.org/drawingml/2006/main">
            <a:pathLst>
              <a:path w="337649" h="38855">
                <a:moveTo>
                  <a:pt x="337649" y="388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E2BB4A-289E-4F3F-8BE9-2B2DD29D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18" y="3722599"/>
            <a:ext cx="53744" cy="45988"/>
          </a:xfrm>
          <a:custGeom xmlns:a="http://schemas.openxmlformats.org/drawingml/2006/main">
            <a:pathLst>
              <a:path w="53744" h="45988">
                <a:moveTo>
                  <a:pt x="0" y="17114"/>
                </a:moveTo>
                <a:lnTo>
                  <a:pt x="48452" y="45988"/>
                </a:lnTo>
                <a:lnTo>
                  <a:pt x="53744" y="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BFC8E9-5391-44AC-8784-03C9500F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653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B3F52C-2B18-42AD-83A4-CE3E6D7F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8973"/>
            <a:ext cx="289358" cy="119594"/>
          </a:xfrm>
          <a:custGeom xmlns:a="http://schemas.openxmlformats.org/drawingml/2006/main">
            <a:pathLst>
              <a:path w="289358" h="119594">
                <a:moveTo>
                  <a:pt x="0" y="119594"/>
                </a:moveTo>
                <a:lnTo>
                  <a:pt x="289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FDE347-EB6A-4775-9694-8E14BA1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932" y="3657229"/>
            <a:ext cx="56376" cy="42781"/>
          </a:xfrm>
          <a:custGeom xmlns:a="http://schemas.openxmlformats.org/drawingml/2006/main">
            <a:pathLst>
              <a:path w="56376" h="42781">
                <a:moveTo>
                  <a:pt x="56376" y="1744"/>
                </a:moveTo>
                <a:lnTo>
                  <a:pt x="0" y="0"/>
                </a:lnTo>
                <a:lnTo>
                  <a:pt x="17682" y="42781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AEE163-AC88-44E2-8B5D-4EADAC28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431006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E7089F-E71D-4320-A285-00847A05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46" y="4361498"/>
            <a:ext cx="89091" cy="215231"/>
          </a:xfrm>
          <a:custGeom xmlns:a="http://schemas.openxmlformats.org/drawingml/2006/main">
            <a:pathLst>
              <a:path w="89091" h="215231">
                <a:moveTo>
                  <a:pt x="89091" y="0"/>
                </a:moveTo>
                <a:lnTo>
                  <a:pt x="0" y="215231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C1A569-980A-4C3A-A634-F7AC243A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732" y="4520351"/>
            <a:ext cx="42772" cy="56377"/>
          </a:xfrm>
          <a:custGeom xmlns:a="http://schemas.openxmlformats.org/drawingml/2006/main">
            <a:pathLst>
              <a:path w="42772" h="56377">
                <a:moveTo>
                  <a:pt x="1714" y="56377"/>
                </a:moveTo>
                <a:lnTo>
                  <a:pt x="42772" y="17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C5949E-9124-4FC3-81DE-3A6B8647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323" y="431006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2B75B0-11C9-4C91-AF59-8ED9654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653" y="4163672"/>
            <a:ext cx="157967" cy="197825"/>
          </a:xfrm>
          <a:custGeom xmlns:a="http://schemas.openxmlformats.org/drawingml/2006/main">
            <a:pathLst>
              <a:path w="157967" h="197825">
                <a:moveTo>
                  <a:pt x="157967" y="197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C2511E-1A36-46E7-95FB-C84D8B8D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653" y="4163672"/>
            <a:ext cx="50182" cy="54636"/>
          </a:xfrm>
          <a:custGeom xmlns:a="http://schemas.openxmlformats.org/drawingml/2006/main">
            <a:pathLst>
              <a:path w="50182" h="54636">
                <a:moveTo>
                  <a:pt x="0" y="0"/>
                </a:moveTo>
                <a:lnTo>
                  <a:pt x="14008" y="54636"/>
                </a:lnTo>
                <a:lnTo>
                  <a:pt x="50182" y="2575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B61D64-3AB4-4ACB-BA0F-E0F83E1C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431006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AA935A-3B83-44D7-9860-CDA1C55D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703" y="4361498"/>
            <a:ext cx="322059" cy="76520"/>
          </a:xfrm>
          <a:custGeom xmlns:a="http://schemas.openxmlformats.org/drawingml/2006/main">
            <a:pathLst>
              <a:path w="322059" h="76520">
                <a:moveTo>
                  <a:pt x="0" y="0"/>
                </a:moveTo>
                <a:lnTo>
                  <a:pt x="322059" y="7652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E3E9BA-4C3E-42EB-8C33-F0216A05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369" y="4403609"/>
            <a:ext cx="55392" cy="45038"/>
          </a:xfrm>
          <a:custGeom xmlns:a="http://schemas.openxmlformats.org/drawingml/2006/main">
            <a:pathLst>
              <a:path w="55392" h="45038">
                <a:moveTo>
                  <a:pt x="55392" y="34409"/>
                </a:moveTo>
                <a:lnTo>
                  <a:pt x="10701" y="0"/>
                </a:lnTo>
                <a:lnTo>
                  <a:pt x="0" y="45038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A833DC-632B-4360-BFF9-CECAD707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653" y="431006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D8839A-CC48-44BF-80F6-F635C4D1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1498"/>
            <a:ext cx="102492" cy="212696"/>
          </a:xfrm>
          <a:custGeom xmlns:a="http://schemas.openxmlformats.org/drawingml/2006/main">
            <a:pathLst>
              <a:path w="102492" h="212696">
                <a:moveTo>
                  <a:pt x="0" y="0"/>
                </a:moveTo>
                <a:lnTo>
                  <a:pt x="102492" y="212696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364F15-C665-4288-A5EB-4F8D6FF1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263" y="4517810"/>
            <a:ext cx="43179" cy="56384"/>
          </a:xfrm>
          <a:custGeom xmlns:a="http://schemas.openxmlformats.org/drawingml/2006/main">
            <a:pathLst>
              <a:path w="43179" h="56384">
                <a:moveTo>
                  <a:pt x="43179" y="56384"/>
                </a:moveTo>
                <a:lnTo>
                  <a:pt x="41702" y="0"/>
                </a:lnTo>
                <a:lnTo>
                  <a:pt x="0" y="20095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3032B4-C5FB-4822-9994-9B0472A1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489299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755AF76-0AE3-4212-BBBE-C89CDB3C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32" y="4832586"/>
            <a:ext cx="296605" cy="111841"/>
          </a:xfrm>
          <a:custGeom xmlns:a="http://schemas.openxmlformats.org/drawingml/2006/main">
            <a:pathLst>
              <a:path w="296605" h="111841">
                <a:moveTo>
                  <a:pt x="296605" y="111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2944E9-8518-4E91-9B94-60BA49BF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32" y="4829076"/>
            <a:ext cx="56294" cy="43315"/>
          </a:xfrm>
          <a:custGeom xmlns:a="http://schemas.openxmlformats.org/drawingml/2006/main">
            <a:pathLst>
              <a:path w="56294" h="43315">
                <a:moveTo>
                  <a:pt x="0" y="3510"/>
                </a:moveTo>
                <a:lnTo>
                  <a:pt x="39961" y="43315"/>
                </a:lnTo>
                <a:lnTo>
                  <a:pt x="56294" y="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BFD413-AFD3-4F68-BA40-5BA26CEF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323" y="489299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432E18-A44A-48C3-A155-483C85AC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4896674"/>
            <a:ext cx="334937" cy="47754"/>
          </a:xfrm>
          <a:custGeom xmlns:a="http://schemas.openxmlformats.org/drawingml/2006/main">
            <a:pathLst>
              <a:path w="334937" h="47754">
                <a:moveTo>
                  <a:pt x="0" y="47754"/>
                </a:moveTo>
                <a:lnTo>
                  <a:pt x="334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7E3BDD-E0C9-46A4-9095-D9DF33A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370" y="4881020"/>
            <a:ext cx="54187" cy="45828"/>
          </a:xfrm>
          <a:custGeom xmlns:a="http://schemas.openxmlformats.org/drawingml/2006/main">
            <a:pathLst>
              <a:path w="54187" h="45828">
                <a:moveTo>
                  <a:pt x="54187" y="15654"/>
                </a:moveTo>
                <a:lnTo>
                  <a:pt x="0" y="0"/>
                </a:lnTo>
                <a:lnTo>
                  <a:pt x="6534" y="45828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58FE85-5C0E-47A1-ABD0-AFD20C71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653" y="489299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60F650-4106-4508-B768-C72631B9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334" y="4944428"/>
            <a:ext cx="342616" cy="9070"/>
          </a:xfrm>
          <a:custGeom xmlns:a="http://schemas.openxmlformats.org/drawingml/2006/main">
            <a:pathLst>
              <a:path w="342616" h="9070">
                <a:moveTo>
                  <a:pt x="342616" y="0"/>
                </a:moveTo>
                <a:lnTo>
                  <a:pt x="0" y="907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4C411F-E540-42ED-86BB-D1CD973B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334" y="4928999"/>
            <a:ext cx="52029" cy="46275"/>
          </a:xfrm>
          <a:custGeom xmlns:a="http://schemas.openxmlformats.org/drawingml/2006/main">
            <a:pathLst>
              <a:path w="52029" h="46275">
                <a:moveTo>
                  <a:pt x="0" y="24499"/>
                </a:moveTo>
                <a:lnTo>
                  <a:pt x="52029" y="46275"/>
                </a:lnTo>
                <a:lnTo>
                  <a:pt x="50804" y="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1B2318-A226-41B9-AB1A-696024A9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547592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F81C5A-FB86-4029-A74D-170418F6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5370243"/>
            <a:ext cx="243218" cy="157114"/>
          </a:xfrm>
          <a:custGeom xmlns:a="http://schemas.openxmlformats.org/drawingml/2006/main">
            <a:pathLst>
              <a:path w="243218" h="157114">
                <a:moveTo>
                  <a:pt x="0" y="157114"/>
                </a:moveTo>
                <a:lnTo>
                  <a:pt x="2432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2B3946-F4BD-4E70-BAF9-626E9D31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991" y="5370243"/>
            <a:ext cx="55764" cy="47351"/>
          </a:xfrm>
          <a:custGeom xmlns:a="http://schemas.openxmlformats.org/drawingml/2006/main">
            <a:pathLst>
              <a:path w="55764" h="47351">
                <a:moveTo>
                  <a:pt x="55764" y="0"/>
                </a:moveTo>
                <a:lnTo>
                  <a:pt x="0" y="8467"/>
                </a:lnTo>
                <a:lnTo>
                  <a:pt x="25118" y="47351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233ECE-FE53-40A3-9D5D-EDC26495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323" y="547592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4573CB-2A40-4125-A910-59857B61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542" y="5527358"/>
            <a:ext cx="16078" cy="222640"/>
          </a:xfrm>
          <a:custGeom xmlns:a="http://schemas.openxmlformats.org/drawingml/2006/main">
            <a:pathLst>
              <a:path w="16078" h="222640">
                <a:moveTo>
                  <a:pt x="16078" y="0"/>
                </a:moveTo>
                <a:lnTo>
                  <a:pt x="0" y="22264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88FA148-70DC-4F16-A367-4850B72C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161" y="5697029"/>
            <a:ext cx="46171" cy="52969"/>
          </a:xfrm>
          <a:custGeom xmlns:a="http://schemas.openxmlformats.org/drawingml/2006/main">
            <a:pathLst>
              <a:path w="46171" h="52969">
                <a:moveTo>
                  <a:pt x="19381" y="52969"/>
                </a:moveTo>
                <a:lnTo>
                  <a:pt x="46171" y="33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9F0DBC-3861-46AE-BA6E-051746AB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653" y="547592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FC3DC21-19DE-4F0A-A499-10777F17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09949"/>
            <a:ext cx="75543" cy="217409"/>
          </a:xfrm>
          <a:custGeom xmlns:a="http://schemas.openxmlformats.org/drawingml/2006/main">
            <a:pathLst>
              <a:path w="75543" h="217409">
                <a:moveTo>
                  <a:pt x="0" y="217409"/>
                </a:moveTo>
                <a:lnTo>
                  <a:pt x="75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501E0BA-95FE-43BA-9B0E-504CD3F3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748" y="5309949"/>
            <a:ext cx="43727" cy="56182"/>
          </a:xfrm>
          <a:custGeom xmlns:a="http://schemas.openxmlformats.org/drawingml/2006/main">
            <a:pathLst>
              <a:path w="43727" h="56182">
                <a:moveTo>
                  <a:pt x="38746" y="0"/>
                </a:moveTo>
                <a:lnTo>
                  <a:pt x="0" y="40989"/>
                </a:lnTo>
                <a:lnTo>
                  <a:pt x="43727" y="56182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94DF07-01DA-4903-9D1E-3CDE4219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354E38-2785-4700-916F-54B6A8B3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6110288"/>
            <a:ext cx="170221" cy="193483"/>
          </a:xfrm>
          <a:custGeom xmlns:a="http://schemas.openxmlformats.org/drawingml/2006/main">
            <a:pathLst>
              <a:path w="170221" h="193483">
                <a:moveTo>
                  <a:pt x="0" y="0"/>
                </a:moveTo>
                <a:lnTo>
                  <a:pt x="170221" y="193483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53D4838-E6D9-4DDE-9C12-0BC4E566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406" y="6249865"/>
            <a:ext cx="51352" cy="53906"/>
          </a:xfrm>
          <a:custGeom xmlns:a="http://schemas.openxmlformats.org/drawingml/2006/main">
            <a:pathLst>
              <a:path w="51352" h="53906">
                <a:moveTo>
                  <a:pt x="51352" y="53906"/>
                </a:moveTo>
                <a:lnTo>
                  <a:pt x="34756" y="0"/>
                </a:lnTo>
                <a:lnTo>
                  <a:pt x="0" y="30577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859F57-FC9F-4000-97B0-31F225EB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323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3BEC01-F14A-41A6-8201-028C68C7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38" y="6042350"/>
            <a:ext cx="326582" cy="67938"/>
          </a:xfrm>
          <a:custGeom xmlns:a="http://schemas.openxmlformats.org/drawingml/2006/main">
            <a:pathLst>
              <a:path w="326582" h="67938">
                <a:moveTo>
                  <a:pt x="326582" y="679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247E86-A951-4420-998D-32FD7573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038" y="6030165"/>
            <a:ext cx="55071" cy="45321"/>
          </a:xfrm>
          <a:custGeom xmlns:a="http://schemas.openxmlformats.org/drawingml/2006/main">
            <a:pathLst>
              <a:path w="55071" h="45321">
                <a:moveTo>
                  <a:pt x="0" y="12185"/>
                </a:moveTo>
                <a:lnTo>
                  <a:pt x="45643" y="45321"/>
                </a:lnTo>
                <a:lnTo>
                  <a:pt x="55071" y="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8D153E-1521-4897-94A7-17C7A9DE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5EA954-7E6B-4603-8379-FA21B728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703" y="6016998"/>
            <a:ext cx="311419" cy="93290"/>
          </a:xfrm>
          <a:custGeom xmlns:a="http://schemas.openxmlformats.org/drawingml/2006/main">
            <a:pathLst>
              <a:path w="311419" h="93290">
                <a:moveTo>
                  <a:pt x="0" y="93290"/>
                </a:moveTo>
                <a:lnTo>
                  <a:pt x="3114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0909FF6-B425-436D-B133-61A91478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208" y="6009586"/>
            <a:ext cx="55914" cy="44345"/>
          </a:xfrm>
          <a:custGeom xmlns:a="http://schemas.openxmlformats.org/drawingml/2006/main">
            <a:pathLst>
              <a:path w="55914" h="44345">
                <a:moveTo>
                  <a:pt x="55914" y="7412"/>
                </a:moveTo>
                <a:lnTo>
                  <a:pt x="0" y="0"/>
                </a:lnTo>
                <a:lnTo>
                  <a:pt x="13284" y="44345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33B4F0-EADC-42A9-A0CF-5E1AABE6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84F9D9-9AE4-43A1-AAC1-8F5ED9C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091" y="6110288"/>
            <a:ext cx="132694" cy="205520"/>
          </a:xfrm>
          <a:custGeom xmlns:a="http://schemas.openxmlformats.org/drawingml/2006/main">
            <a:pathLst>
              <a:path w="132694" h="205520">
                <a:moveTo>
                  <a:pt x="132694" y="0"/>
                </a:moveTo>
                <a:lnTo>
                  <a:pt x="0" y="20552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8A9890-F195-4AF4-89C8-86E532D6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091" y="6260042"/>
            <a:ext cx="47344" cy="55766"/>
          </a:xfrm>
          <a:custGeom xmlns:a="http://schemas.openxmlformats.org/drawingml/2006/main">
            <a:pathLst>
              <a:path w="47344" h="55766">
                <a:moveTo>
                  <a:pt x="0" y="55766"/>
                </a:moveTo>
                <a:lnTo>
                  <a:pt x="47344" y="25109"/>
                </a:lnTo>
                <a:lnTo>
                  <a:pt x="8454" y="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E363FC-139C-4807-88AA-59A7A80E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70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EAE593-F406-4B5F-A8A8-9D8DFB0E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144" y="5900479"/>
            <a:ext cx="115723" cy="209809"/>
          </a:xfrm>
          <a:custGeom xmlns:a="http://schemas.openxmlformats.org/drawingml/2006/main">
            <a:pathLst>
              <a:path w="115723" h="209809">
                <a:moveTo>
                  <a:pt x="115723" y="2098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BB2185-2AE3-46C9-9746-EBA74D37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144" y="5900479"/>
            <a:ext cx="45109" cy="56217"/>
          </a:xfrm>
          <a:custGeom xmlns:a="http://schemas.openxmlformats.org/drawingml/2006/main">
            <a:pathLst>
              <a:path w="45109" h="56217">
                <a:moveTo>
                  <a:pt x="0" y="0"/>
                </a:moveTo>
                <a:lnTo>
                  <a:pt x="4574" y="56217"/>
                </a:lnTo>
                <a:lnTo>
                  <a:pt x="45109" y="33860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4EDE83-D505-4D11-BD43-E4E4C5D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653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FE570B7-5860-4108-B732-559AE47D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110288"/>
            <a:ext cx="303361" cy="103903"/>
          </a:xfrm>
          <a:custGeom xmlns:a="http://schemas.openxmlformats.org/drawingml/2006/main">
            <a:pathLst>
              <a:path w="303361" h="103903">
                <a:moveTo>
                  <a:pt x="0" y="0"/>
                </a:moveTo>
                <a:lnTo>
                  <a:pt x="303361" y="103903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599BC"/>
            </a:solidFill>
            <a:prstDash val="solid"/>
          </a:ln>
        </p:spPr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0B0BAB-FA99-450B-8E97-AE1FE3D6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151" y="6175627"/>
            <a:ext cx="56160" cy="43794"/>
          </a:xfrm>
          <a:custGeom xmlns:a="http://schemas.openxmlformats.org/drawingml/2006/main">
            <a:pathLst>
              <a:path w="56160" h="43794">
                <a:moveTo>
                  <a:pt x="56160" y="38563"/>
                </a:moveTo>
                <a:lnTo>
                  <a:pt x="15000" y="0"/>
                </a:lnTo>
                <a:lnTo>
                  <a:pt x="0" y="43794"/>
                </a:lnTo>
                <a:close/>
              </a:path>
            </a:pathLst>
          </a:custGeom>
          <a:solidFill xmlns:a="http://schemas.openxmlformats.org/drawingml/2006/main">
            <a:srgbClr val="7599BC"/>
          </a:solidFill>
          <a:ln xmlns:a="http://schemas.openxmlformats.org/drawingml/2006/main" w="9525">
            <a:solidFill>
              <a:srgbClr val="7599BC"/>
            </a:solidFill>
            <a:prstDash val="solid"/>
          </a:ln>
        </p:spPr>
      </p:sp>
      <p:sp>
        <p:nvSpPr>
          <p:cNvPr id="86" name="(b) 有限速度Epstein">
            <a:extLst xmlns:a="http://schemas.openxmlformats.org/drawingml/2006/main">
              <a:ext uri="{FF2B5EF4-FFF2-40B4-BE49-F238E27FC236}">
                <a16:creationId xmlns:a16="http://schemas.microsoft.com/office/drawing/2014/main" id="{46066300-6FD7-431C-A161-79B08346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1738313"/>
            <a:ext cx="42433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有限速度Epstein</a:t>
            </a:r>
          </a:p>
        </p:txBody>
      </p:sp>
      <p:sp>
        <p:nvSpPr>
          <p:cNvPr id="87" name="有限相対速度／T_w = T_g">
            <a:extLst xmlns:a="http://schemas.openxmlformats.org/drawingml/2006/main">
              <a:ext uri="{FF2B5EF4-FFF2-40B4-BE49-F238E27FC236}">
                <a16:creationId xmlns:a16="http://schemas.microsoft.com/office/drawing/2014/main" id="{F15235E0-69AD-40CF-BB70-09C201A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209800"/>
            <a:ext cx="38147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有限相対速度／T_w = T_g</a:t>
            </a:r>
          </a:p>
        </p:txBody>
      </p:sp>
      <p:sp>
        <p:nvSpPr>
          <p:cNvPr id="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691B91-787B-4A67-85AB-6C8D894C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5645"/>
            <a:ext cx="1628775" cy="95"/>
          </a:xfrm>
          <a:custGeom xmlns:a="http://schemas.openxmlformats.org/drawingml/2006/main"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112D50"/>
            </a:solidFill>
            <a:prstDash val="solid"/>
          </a:ln>
        </p:spPr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3BFDE8-4E93-4220-8473-FB723F74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3197781"/>
            <a:ext cx="128588" cy="115729"/>
          </a:xfrm>
          <a:custGeom xmlns:a="http://schemas.openxmlformats.org/drawingml/2006/main">
            <a:pathLst>
              <a:path w="128588" h="115729">
                <a:moveTo>
                  <a:pt x="128588" y="57864"/>
                </a:moveTo>
                <a:lnTo>
                  <a:pt x="0" y="0"/>
                </a:lnTo>
                <a:lnTo>
                  <a:pt x="0" y="115729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90" name="w = u_g − v">
            <a:extLst xmlns:a="http://schemas.openxmlformats.org/drawingml/2006/main">
              <a:ext uri="{FF2B5EF4-FFF2-40B4-BE49-F238E27FC236}">
                <a16:creationId xmlns:a16="http://schemas.microsoft.com/office/drawing/2014/main" id="{7FAC4885-F942-4654-8B46-979D3607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5593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w = u_g − v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B852C9-EE92-4868-8677-4B492710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555" y="443865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F88045-BB05-41EF-92F3-343F6527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5081588"/>
            <a:ext cx="814388" cy="95"/>
          </a:xfrm>
          <a:custGeom xmlns:a="http://schemas.openxmlformats.org/drawingml/2006/main">
            <a:pathLst>
              <a:path w="814388" h="95">
                <a:moveTo>
                  <a:pt x="0" y="0"/>
                </a:move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300"/>
            </a:solidFill>
            <a:prstDash val="solid"/>
          </a:ln>
        </p:spPr>
      </p:sp>
      <p:sp>
        <p:nvSpPr>
          <p:cNvPr id="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AA2EB75-7DAB-4B19-AB3E-7A4FDC80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10" y="5027581"/>
            <a:ext cx="120015" cy="108013"/>
          </a:xfrm>
          <a:custGeom xmlns:a="http://schemas.openxmlformats.org/drawingml/2006/main">
            <a:pathLst>
              <a:path w="120015" h="108013">
                <a:moveTo>
                  <a:pt x="120015" y="54007"/>
                </a:moveTo>
                <a:lnTo>
                  <a:pt x="0" y="0"/>
                </a:lnTo>
                <a:lnTo>
                  <a:pt x="0" y="108013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94" name="F_d">
            <a:extLst xmlns:a="http://schemas.openxmlformats.org/drawingml/2006/main">
              <a:ext uri="{FF2B5EF4-FFF2-40B4-BE49-F238E27FC236}">
                <a16:creationId xmlns:a16="http://schemas.microsoft.com/office/drawing/2014/main" id="{FA02370E-ED4F-4609-9DBD-2FC3C032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070" y="46958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F_d</a:t>
            </a:r>
          </a:p>
        </p:txBody>
      </p:sp>
      <p:sp>
        <p:nvSpPr>
          <p:cNvPr id="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A8A714-BE79-44F7-92F5-184E56AE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493" y="4730115"/>
            <a:ext cx="445770" cy="351472"/>
          </a:xfrm>
          <a:custGeom xmlns:a="http://schemas.openxmlformats.org/drawingml/2006/main">
            <a:pathLst>
              <a:path w="445770" h="351472">
                <a:moveTo>
                  <a:pt x="0" y="351472"/>
                </a:moveTo>
                <a:lnTo>
                  <a:pt x="445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CCEA3C-6BC3-47F8-B930-D2D58BE8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421" y="4730115"/>
            <a:ext cx="63841" cy="58359"/>
          </a:xfrm>
          <a:custGeom xmlns:a="http://schemas.openxmlformats.org/drawingml/2006/main">
            <a:pathLst>
              <a:path w="63841" h="58359">
                <a:moveTo>
                  <a:pt x="63841" y="0"/>
                </a:moveTo>
                <a:lnTo>
                  <a:pt x="0" y="15949"/>
                </a:lnTo>
                <a:lnTo>
                  <a:pt x="33439" y="58359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97" name="a">
            <a:extLst xmlns:a="http://schemas.openxmlformats.org/drawingml/2006/main">
              <a:ext uri="{FF2B5EF4-FFF2-40B4-BE49-F238E27FC236}">
                <a16:creationId xmlns:a16="http://schemas.microsoft.com/office/drawing/2014/main" id="{AB878291-3018-41FE-9A06-531C304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70108"/>
            <a:ext cx="342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D9B4EF6-D2FF-4A92-A3E4-4224A23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078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E01DED-5EFE-4502-AE73-06D5656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78568"/>
            <a:ext cx="283008" cy="125850"/>
          </a:xfrm>
          <a:custGeom xmlns:a="http://schemas.openxmlformats.org/drawingml/2006/main">
            <a:pathLst>
              <a:path w="283008" h="125850">
                <a:moveTo>
                  <a:pt x="0" y="0"/>
                </a:moveTo>
                <a:lnTo>
                  <a:pt x="283008" y="12585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F3AA2C-7645-4258-BC63-976E041E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980" y="3862370"/>
            <a:ext cx="56402" cy="42298"/>
          </a:xfrm>
          <a:custGeom xmlns:a="http://schemas.openxmlformats.org/drawingml/2006/main">
            <a:pathLst>
              <a:path w="56402" h="42298">
                <a:moveTo>
                  <a:pt x="56402" y="42048"/>
                </a:moveTo>
                <a:lnTo>
                  <a:pt x="18809" y="0"/>
                </a:lnTo>
                <a:lnTo>
                  <a:pt x="0" y="422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F643814-D997-4BD6-A7C9-4A2F4F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D892F9-3EBE-43AC-B23F-9228B311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458" y="3778568"/>
            <a:ext cx="324026" cy="72927"/>
          </a:xfrm>
          <a:custGeom xmlns:a="http://schemas.openxmlformats.org/drawingml/2006/main">
            <a:pathLst>
              <a:path w="324026" h="72927">
                <a:moveTo>
                  <a:pt x="0" y="0"/>
                </a:moveTo>
                <a:lnTo>
                  <a:pt x="324026" y="72927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EC8D6C-53A5-4F52-8111-F447F981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221" y="3817620"/>
            <a:ext cx="55262" cy="45162"/>
          </a:xfrm>
          <a:custGeom xmlns:a="http://schemas.openxmlformats.org/drawingml/2006/main">
            <a:pathLst>
              <a:path w="55262" h="45162">
                <a:moveTo>
                  <a:pt x="55262" y="33875"/>
                </a:moveTo>
                <a:lnTo>
                  <a:pt x="10164" y="0"/>
                </a:lnTo>
                <a:lnTo>
                  <a:pt x="0" y="4516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491D7D-DF50-4A27-BDEB-76BC8D59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243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D12147-924D-49C1-B802-9F609A61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3778568"/>
            <a:ext cx="342138" cy="14848"/>
          </a:xfrm>
          <a:custGeom xmlns:a="http://schemas.openxmlformats.org/drawingml/2006/main">
            <a:pathLst>
              <a:path w="342138" h="14848">
                <a:moveTo>
                  <a:pt x="0" y="0"/>
                </a:moveTo>
                <a:lnTo>
                  <a:pt x="342138" y="14848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565D82-1A33-4778-8361-ACA012F1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288" y="3768061"/>
            <a:ext cx="52390" cy="46248"/>
          </a:xfrm>
          <a:custGeom xmlns:a="http://schemas.openxmlformats.org/drawingml/2006/main">
            <a:pathLst>
              <a:path w="52390" h="46248">
                <a:moveTo>
                  <a:pt x="52390" y="25354"/>
                </a:moveTo>
                <a:lnTo>
                  <a:pt x="2007" y="0"/>
                </a:lnTo>
                <a:lnTo>
                  <a:pt x="0" y="4624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80D742-A972-4B20-A752-EA6D4CB0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1C99AE-85CF-4362-90F7-3807894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623" y="3734287"/>
            <a:ext cx="336065" cy="44280"/>
          </a:xfrm>
          <a:custGeom xmlns:a="http://schemas.openxmlformats.org/drawingml/2006/main">
            <a:pathLst>
              <a:path w="336065" h="44280">
                <a:moveTo>
                  <a:pt x="0" y="44280"/>
                </a:moveTo>
                <a:lnTo>
                  <a:pt x="336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B4D79A-61C4-4914-8447-0468FC14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669" y="3718059"/>
            <a:ext cx="54018" cy="45895"/>
          </a:xfrm>
          <a:custGeom xmlns:a="http://schemas.openxmlformats.org/drawingml/2006/main">
            <a:pathLst>
              <a:path w="54018" h="45895">
                <a:moveTo>
                  <a:pt x="54018" y="16228"/>
                </a:moveTo>
                <a:lnTo>
                  <a:pt x="0" y="0"/>
                </a:lnTo>
                <a:lnTo>
                  <a:pt x="6047" y="458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06E16CC-06EF-4604-8030-188C13B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408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0A918D-0B27-4ADD-AC09-AD0AE35B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705" y="3778568"/>
            <a:ext cx="283008" cy="125850"/>
          </a:xfrm>
          <a:custGeom xmlns:a="http://schemas.openxmlformats.org/drawingml/2006/main">
            <a:pathLst>
              <a:path w="283008" h="125850">
                <a:moveTo>
                  <a:pt x="0" y="0"/>
                </a:moveTo>
                <a:lnTo>
                  <a:pt x="283008" y="12585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7CC827-BB4B-4575-BF43-6B927C1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310" y="3862370"/>
            <a:ext cx="56402" cy="42298"/>
          </a:xfrm>
          <a:custGeom xmlns:a="http://schemas.openxmlformats.org/drawingml/2006/main">
            <a:pathLst>
              <a:path w="56402" h="42298">
                <a:moveTo>
                  <a:pt x="56402" y="42048"/>
                </a:moveTo>
                <a:lnTo>
                  <a:pt x="18809" y="0"/>
                </a:lnTo>
                <a:lnTo>
                  <a:pt x="0" y="422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EC74671-94C1-4923-8CE1-87DEA406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372713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2F7377-A489-45AD-97B4-5BACCED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3778568"/>
            <a:ext cx="324026" cy="72927"/>
          </a:xfrm>
          <a:custGeom xmlns:a="http://schemas.openxmlformats.org/drawingml/2006/main">
            <a:pathLst>
              <a:path w="324026" h="72927">
                <a:moveTo>
                  <a:pt x="0" y="0"/>
                </a:moveTo>
                <a:lnTo>
                  <a:pt x="324026" y="72927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F20F6B-9994-411D-9486-424B65F7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551" y="3817620"/>
            <a:ext cx="55262" cy="45162"/>
          </a:xfrm>
          <a:custGeom xmlns:a="http://schemas.openxmlformats.org/drawingml/2006/main">
            <a:pathLst>
              <a:path w="55262" h="45162">
                <a:moveTo>
                  <a:pt x="55262" y="33875"/>
                </a:moveTo>
                <a:lnTo>
                  <a:pt x="10164" y="0"/>
                </a:lnTo>
                <a:lnTo>
                  <a:pt x="0" y="4516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B9E6CA5-FC75-4208-B301-5C8EA1C0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078" y="431006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6F03DF-4A8B-47BF-96A6-878AEB5C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61498"/>
            <a:ext cx="342138" cy="14848"/>
          </a:xfrm>
          <a:custGeom xmlns:a="http://schemas.openxmlformats.org/drawingml/2006/main">
            <a:pathLst>
              <a:path w="342138" h="14848">
                <a:moveTo>
                  <a:pt x="0" y="0"/>
                </a:moveTo>
                <a:lnTo>
                  <a:pt x="342138" y="14848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239B144-EDAA-4706-8896-8D8078DA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123" y="4350991"/>
            <a:ext cx="52390" cy="46248"/>
          </a:xfrm>
          <a:custGeom xmlns:a="http://schemas.openxmlformats.org/drawingml/2006/main">
            <a:pathLst>
              <a:path w="52390" h="46248">
                <a:moveTo>
                  <a:pt x="52390" y="25354"/>
                </a:moveTo>
                <a:lnTo>
                  <a:pt x="2007" y="0"/>
                </a:lnTo>
                <a:lnTo>
                  <a:pt x="0" y="4624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6D12DFD-2296-40E4-94F2-081FB784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431006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C45271-DC36-42D1-8048-57E0A11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458" y="4317217"/>
            <a:ext cx="336065" cy="44280"/>
          </a:xfrm>
          <a:custGeom xmlns:a="http://schemas.openxmlformats.org/drawingml/2006/main">
            <a:pathLst>
              <a:path w="336065" h="44280">
                <a:moveTo>
                  <a:pt x="0" y="44280"/>
                </a:moveTo>
                <a:lnTo>
                  <a:pt x="336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ECBDE9-B506-476D-BF39-D0109EEE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504" y="4300989"/>
            <a:ext cx="54018" cy="45895"/>
          </a:xfrm>
          <a:custGeom xmlns:a="http://schemas.openxmlformats.org/drawingml/2006/main">
            <a:pathLst>
              <a:path w="54018" h="45895">
                <a:moveTo>
                  <a:pt x="54018" y="16228"/>
                </a:moveTo>
                <a:lnTo>
                  <a:pt x="0" y="0"/>
                </a:lnTo>
                <a:lnTo>
                  <a:pt x="6047" y="458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CFF3C7C-7E48-42FE-8C9C-0F3DA26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243" y="431006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4BEBAA-E4BB-4302-A78E-39B576C2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4361498"/>
            <a:ext cx="283008" cy="125850"/>
          </a:xfrm>
          <a:custGeom xmlns:a="http://schemas.openxmlformats.org/drawingml/2006/main">
            <a:pathLst>
              <a:path w="283008" h="125850">
                <a:moveTo>
                  <a:pt x="0" y="0"/>
                </a:moveTo>
                <a:lnTo>
                  <a:pt x="283008" y="12585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F76EE2-812F-4090-841F-4863D8D1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145" y="4445300"/>
            <a:ext cx="56402" cy="42298"/>
          </a:xfrm>
          <a:custGeom xmlns:a="http://schemas.openxmlformats.org/drawingml/2006/main">
            <a:pathLst>
              <a:path w="56402" h="42298">
                <a:moveTo>
                  <a:pt x="56402" y="42048"/>
                </a:moveTo>
                <a:lnTo>
                  <a:pt x="18809" y="0"/>
                </a:lnTo>
                <a:lnTo>
                  <a:pt x="0" y="422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198823C-0337-4BA4-B79F-B9FCB465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431006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D8ED10-4CC5-45ED-B3F3-CAA805A1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7217"/>
            <a:ext cx="336065" cy="44280"/>
          </a:xfrm>
          <a:custGeom xmlns:a="http://schemas.openxmlformats.org/drawingml/2006/main">
            <a:pathLst>
              <a:path w="336065" h="44280">
                <a:moveTo>
                  <a:pt x="0" y="44280"/>
                </a:moveTo>
                <a:lnTo>
                  <a:pt x="336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F561E1-A221-4179-9211-4FB96FB8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834" y="4300989"/>
            <a:ext cx="54018" cy="45895"/>
          </a:xfrm>
          <a:custGeom xmlns:a="http://schemas.openxmlformats.org/drawingml/2006/main">
            <a:pathLst>
              <a:path w="54018" h="45895">
                <a:moveTo>
                  <a:pt x="54018" y="16228"/>
                </a:moveTo>
                <a:lnTo>
                  <a:pt x="0" y="0"/>
                </a:lnTo>
                <a:lnTo>
                  <a:pt x="6047" y="458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22FC4F9-AC8E-4DC4-895B-9F2AF3A9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078" y="489299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9E872C8-D262-4190-B048-AA165049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44428"/>
            <a:ext cx="283008" cy="125850"/>
          </a:xfrm>
          <a:custGeom xmlns:a="http://schemas.openxmlformats.org/drawingml/2006/main">
            <a:pathLst>
              <a:path w="283008" h="125850">
                <a:moveTo>
                  <a:pt x="0" y="0"/>
                </a:moveTo>
                <a:lnTo>
                  <a:pt x="283008" y="12585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91B8C5-0C6D-4173-B647-65B22496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980" y="5028230"/>
            <a:ext cx="56402" cy="42298"/>
          </a:xfrm>
          <a:custGeom xmlns:a="http://schemas.openxmlformats.org/drawingml/2006/main">
            <a:pathLst>
              <a:path w="56402" h="42298">
                <a:moveTo>
                  <a:pt x="56402" y="42048"/>
                </a:moveTo>
                <a:lnTo>
                  <a:pt x="18809" y="0"/>
                </a:lnTo>
                <a:lnTo>
                  <a:pt x="0" y="422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0E7133B-C21F-4445-8234-9C62E4BD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489299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7D48CB8-FDC4-46E4-8B21-8D3186EC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458" y="4944428"/>
            <a:ext cx="324026" cy="72927"/>
          </a:xfrm>
          <a:custGeom xmlns:a="http://schemas.openxmlformats.org/drawingml/2006/main">
            <a:pathLst>
              <a:path w="324026" h="72927">
                <a:moveTo>
                  <a:pt x="0" y="0"/>
                </a:moveTo>
                <a:lnTo>
                  <a:pt x="324026" y="72927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EA1C63-413C-413B-93AF-3B0CE83E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221" y="4983480"/>
            <a:ext cx="55262" cy="45162"/>
          </a:xfrm>
          <a:custGeom xmlns:a="http://schemas.openxmlformats.org/drawingml/2006/main">
            <a:pathLst>
              <a:path w="55262" h="45162">
                <a:moveTo>
                  <a:pt x="55262" y="33875"/>
                </a:moveTo>
                <a:lnTo>
                  <a:pt x="10164" y="0"/>
                </a:lnTo>
                <a:lnTo>
                  <a:pt x="0" y="4516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239167C-A4D2-4A98-A658-48DF210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489299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7ECBA8-B2A6-487C-BC5D-4810D817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944428"/>
            <a:ext cx="324026" cy="72927"/>
          </a:xfrm>
          <a:custGeom xmlns:a="http://schemas.openxmlformats.org/drawingml/2006/main">
            <a:pathLst>
              <a:path w="324026" h="72927">
                <a:moveTo>
                  <a:pt x="0" y="0"/>
                </a:moveTo>
                <a:lnTo>
                  <a:pt x="324026" y="72927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A26EC4-BFE9-4E9B-B832-55923DEF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551" y="4983480"/>
            <a:ext cx="55262" cy="45162"/>
          </a:xfrm>
          <a:custGeom xmlns:a="http://schemas.openxmlformats.org/drawingml/2006/main">
            <a:pathLst>
              <a:path w="55262" h="45162">
                <a:moveTo>
                  <a:pt x="55262" y="33875"/>
                </a:moveTo>
                <a:lnTo>
                  <a:pt x="10164" y="0"/>
                </a:lnTo>
                <a:lnTo>
                  <a:pt x="0" y="4516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E606D80-5751-4C57-9CBF-B1944FB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078" y="547592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18200C-6ADD-4AA5-A47A-D90B26BB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527358"/>
            <a:ext cx="342138" cy="14848"/>
          </a:xfrm>
          <a:custGeom xmlns:a="http://schemas.openxmlformats.org/drawingml/2006/main">
            <a:pathLst>
              <a:path w="342138" h="14848">
                <a:moveTo>
                  <a:pt x="0" y="0"/>
                </a:moveTo>
                <a:lnTo>
                  <a:pt x="342138" y="14848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D3F3C8-1E62-4E3B-BA2B-88D8023F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123" y="5516851"/>
            <a:ext cx="52390" cy="46248"/>
          </a:xfrm>
          <a:custGeom xmlns:a="http://schemas.openxmlformats.org/drawingml/2006/main">
            <a:pathLst>
              <a:path w="52390" h="46248">
                <a:moveTo>
                  <a:pt x="52390" y="25354"/>
                </a:moveTo>
                <a:lnTo>
                  <a:pt x="2007" y="0"/>
                </a:lnTo>
                <a:lnTo>
                  <a:pt x="0" y="4624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7B6756B-74FA-4BBC-84A6-42CA0E0E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547592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387661-2BC1-48A6-AA7B-6F75EB8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458" y="5483077"/>
            <a:ext cx="336065" cy="44280"/>
          </a:xfrm>
          <a:custGeom xmlns:a="http://schemas.openxmlformats.org/drawingml/2006/main">
            <a:pathLst>
              <a:path w="336065" h="44280">
                <a:moveTo>
                  <a:pt x="0" y="44280"/>
                </a:moveTo>
                <a:lnTo>
                  <a:pt x="336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196F68-3BEE-4FC4-A471-6790E254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504" y="5466849"/>
            <a:ext cx="54018" cy="45895"/>
          </a:xfrm>
          <a:custGeom xmlns:a="http://schemas.openxmlformats.org/drawingml/2006/main">
            <a:pathLst>
              <a:path w="54018" h="45895">
                <a:moveTo>
                  <a:pt x="54018" y="16228"/>
                </a:moveTo>
                <a:lnTo>
                  <a:pt x="0" y="0"/>
                </a:lnTo>
                <a:lnTo>
                  <a:pt x="6047" y="458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94D4763-7C1B-4192-AD6C-262DF553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547592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57A78B1-A37A-4878-A2D8-289E913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5483077"/>
            <a:ext cx="336065" cy="44280"/>
          </a:xfrm>
          <a:custGeom xmlns:a="http://schemas.openxmlformats.org/drawingml/2006/main">
            <a:pathLst>
              <a:path w="336065" h="44280">
                <a:moveTo>
                  <a:pt x="0" y="44280"/>
                </a:moveTo>
                <a:lnTo>
                  <a:pt x="336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9471CA-1134-43BB-8625-F21FB5C8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834" y="5466849"/>
            <a:ext cx="54018" cy="45895"/>
          </a:xfrm>
          <a:custGeom xmlns:a="http://schemas.openxmlformats.org/drawingml/2006/main">
            <a:pathLst>
              <a:path w="54018" h="45895">
                <a:moveTo>
                  <a:pt x="54018" y="16228"/>
                </a:moveTo>
                <a:lnTo>
                  <a:pt x="0" y="0"/>
                </a:lnTo>
                <a:lnTo>
                  <a:pt x="6047" y="458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0452358-93F4-47D9-9296-2F2528F9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078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10C59A-A3A3-4B46-9148-8E3A1B16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110288"/>
            <a:ext cx="283008" cy="125850"/>
          </a:xfrm>
          <a:custGeom xmlns:a="http://schemas.openxmlformats.org/drawingml/2006/main">
            <a:pathLst>
              <a:path w="283008" h="125850">
                <a:moveTo>
                  <a:pt x="0" y="0"/>
                </a:moveTo>
                <a:lnTo>
                  <a:pt x="283008" y="12585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7E40E7-DE84-4D77-B26B-57CC5EB9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980" y="6194090"/>
            <a:ext cx="56402" cy="42298"/>
          </a:xfrm>
          <a:custGeom xmlns:a="http://schemas.openxmlformats.org/drawingml/2006/main">
            <a:pathLst>
              <a:path w="56402" h="42298">
                <a:moveTo>
                  <a:pt x="56402" y="42048"/>
                </a:moveTo>
                <a:lnTo>
                  <a:pt x="18809" y="0"/>
                </a:lnTo>
                <a:lnTo>
                  <a:pt x="0" y="422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54B5EE1-B5CE-4B22-B762-D93585E4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DC01F0-9A9F-4702-8927-65DBA63B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458" y="6110288"/>
            <a:ext cx="324026" cy="72927"/>
          </a:xfrm>
          <a:custGeom xmlns:a="http://schemas.openxmlformats.org/drawingml/2006/main">
            <a:pathLst>
              <a:path w="324026" h="72927">
                <a:moveTo>
                  <a:pt x="0" y="0"/>
                </a:moveTo>
                <a:lnTo>
                  <a:pt x="324026" y="72927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FF91563-9569-47B2-BCB3-310D23CF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221" y="6149340"/>
            <a:ext cx="55262" cy="45162"/>
          </a:xfrm>
          <a:custGeom xmlns:a="http://schemas.openxmlformats.org/drawingml/2006/main">
            <a:pathLst>
              <a:path w="55262" h="45162">
                <a:moveTo>
                  <a:pt x="55262" y="33875"/>
                </a:moveTo>
                <a:lnTo>
                  <a:pt x="10164" y="0"/>
                </a:lnTo>
                <a:lnTo>
                  <a:pt x="0" y="4516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9A0FBA6-79D6-4599-B8E7-5867F14B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243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E05AF0-25FC-4EF7-8DC4-DD1FE4BA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6110288"/>
            <a:ext cx="342138" cy="14848"/>
          </a:xfrm>
          <a:custGeom xmlns:a="http://schemas.openxmlformats.org/drawingml/2006/main">
            <a:pathLst>
              <a:path w="342138" h="14848">
                <a:moveTo>
                  <a:pt x="0" y="0"/>
                </a:moveTo>
                <a:lnTo>
                  <a:pt x="342138" y="14848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B1FD33-8F9B-409C-BE2F-E1FFD7CB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288" y="6099781"/>
            <a:ext cx="52390" cy="46248"/>
          </a:xfrm>
          <a:custGeom xmlns:a="http://schemas.openxmlformats.org/drawingml/2006/main">
            <a:pathLst>
              <a:path w="52390" h="46248">
                <a:moveTo>
                  <a:pt x="52390" y="25354"/>
                </a:moveTo>
                <a:lnTo>
                  <a:pt x="2007" y="0"/>
                </a:lnTo>
                <a:lnTo>
                  <a:pt x="0" y="4624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19811AA-61FA-43ED-A08B-19C90D3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0891DB-70C1-4837-A878-CC539BD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623" y="6066007"/>
            <a:ext cx="336065" cy="44280"/>
          </a:xfrm>
          <a:custGeom xmlns:a="http://schemas.openxmlformats.org/drawingml/2006/main">
            <a:pathLst>
              <a:path w="336065" h="44280">
                <a:moveTo>
                  <a:pt x="0" y="44280"/>
                </a:moveTo>
                <a:lnTo>
                  <a:pt x="336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78B410B-485B-4919-983D-56D65EC6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669" y="6049779"/>
            <a:ext cx="54018" cy="45895"/>
          </a:xfrm>
          <a:custGeom xmlns:a="http://schemas.openxmlformats.org/drawingml/2006/main">
            <a:pathLst>
              <a:path w="54018" h="45895">
                <a:moveTo>
                  <a:pt x="54018" y="16228"/>
                </a:moveTo>
                <a:lnTo>
                  <a:pt x="0" y="0"/>
                </a:lnTo>
                <a:lnTo>
                  <a:pt x="6047" y="458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29E291E-9DEF-422F-9FE6-A644B79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408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7920A7-604D-4251-983A-F9168865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705" y="6110288"/>
            <a:ext cx="283008" cy="125850"/>
          </a:xfrm>
          <a:custGeom xmlns:a="http://schemas.openxmlformats.org/drawingml/2006/main">
            <a:pathLst>
              <a:path w="283008" h="125850">
                <a:moveTo>
                  <a:pt x="0" y="0"/>
                </a:moveTo>
                <a:lnTo>
                  <a:pt x="283008" y="12585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1729C2-5C04-424B-8824-E8AC335F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310" y="6194090"/>
            <a:ext cx="56402" cy="42298"/>
          </a:xfrm>
          <a:custGeom xmlns:a="http://schemas.openxmlformats.org/drawingml/2006/main">
            <a:pathLst>
              <a:path w="56402" h="42298">
                <a:moveTo>
                  <a:pt x="56402" y="42048"/>
                </a:moveTo>
                <a:lnTo>
                  <a:pt x="18809" y="0"/>
                </a:lnTo>
                <a:lnTo>
                  <a:pt x="0" y="422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19F4765-9685-4DBB-B700-5F70EAC4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60588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AADD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03D414-4178-47F5-ADE7-EA12FA8A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6110288"/>
            <a:ext cx="324026" cy="72927"/>
          </a:xfrm>
          <a:custGeom xmlns:a="http://schemas.openxmlformats.org/drawingml/2006/main">
            <a:pathLst>
              <a:path w="324026" h="72927">
                <a:moveTo>
                  <a:pt x="0" y="0"/>
                </a:moveTo>
                <a:lnTo>
                  <a:pt x="324026" y="72927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0768C5"/>
            </a:solidFill>
            <a:prstDash val="solid"/>
          </a:ln>
        </p:spPr>
      </p:sp>
      <p:sp>
        <p:nvSpPr>
          <p:cNvPr id="1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60B945-819D-44C2-9FA8-D4EE11F7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551" y="6149340"/>
            <a:ext cx="55262" cy="45162"/>
          </a:xfrm>
          <a:custGeom xmlns:a="http://schemas.openxmlformats.org/drawingml/2006/main">
            <a:pathLst>
              <a:path w="55262" h="45162">
                <a:moveTo>
                  <a:pt x="55262" y="33875"/>
                </a:moveTo>
                <a:lnTo>
                  <a:pt x="10164" y="0"/>
                </a:lnTo>
                <a:lnTo>
                  <a:pt x="0" y="4516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64" name="(c) Stokes–Cunningham">
            <a:extLst xmlns:a="http://schemas.openxmlformats.org/drawingml/2006/main">
              <a:ext uri="{FF2B5EF4-FFF2-40B4-BE49-F238E27FC236}">
                <a16:creationId xmlns:a16="http://schemas.microsoft.com/office/drawing/2014/main" id="{264C0EC8-E275-4B8F-A968-866FFBE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38313"/>
            <a:ext cx="42433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Stokes–Cunningham</a:t>
            </a:r>
          </a:p>
        </p:txBody>
      </p:sp>
      <p:sp>
        <p:nvSpPr>
          <p:cNvPr id="165" name="空気用相関・低Re">
            <a:extLst xmlns:a="http://schemas.openxmlformats.org/drawingml/2006/main">
              <a:ext uri="{FF2B5EF4-FFF2-40B4-BE49-F238E27FC236}">
                <a16:creationId xmlns:a16="http://schemas.microsoft.com/office/drawing/2014/main" id="{F4634C0E-3F7E-441A-A1C5-19AA141C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09800"/>
            <a:ext cx="38147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空気用相関・低Re</a:t>
            </a:r>
          </a:p>
        </p:txBody>
      </p:sp>
      <p:sp>
        <p:nvSpPr>
          <p:cNvPr id="1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8D2472-47FF-4D99-BFCB-4111542E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88" y="3255645"/>
            <a:ext cx="1628775" cy="95"/>
          </a:xfrm>
          <a:custGeom xmlns:a="http://schemas.openxmlformats.org/drawingml/2006/main"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112D50"/>
            </a:solidFill>
            <a:prstDash val="solid"/>
          </a:ln>
        </p:spPr>
      </p:sp>
      <p:sp>
        <p:nvSpPr>
          <p:cNvPr id="1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C1C9EC-4181-4641-91CA-DBF21E7C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3197781"/>
            <a:ext cx="128588" cy="115729"/>
          </a:xfrm>
          <a:custGeom xmlns:a="http://schemas.openxmlformats.org/drawingml/2006/main">
            <a:pathLst>
              <a:path w="128588" h="115729">
                <a:moveTo>
                  <a:pt x="128588" y="57864"/>
                </a:moveTo>
                <a:lnTo>
                  <a:pt x="0" y="0"/>
                </a:lnTo>
                <a:lnTo>
                  <a:pt x="0" y="115729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68" name="w = u_g − v">
            <a:extLst xmlns:a="http://schemas.openxmlformats.org/drawingml/2006/main">
              <a:ext uri="{FF2B5EF4-FFF2-40B4-BE49-F238E27FC236}">
                <a16:creationId xmlns:a16="http://schemas.microsoft.com/office/drawing/2014/main" id="{D27DC0A3-C32F-48B4-88FC-07F56107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463" y="2835593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w = u_g − v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20818CC-DF1F-4012-9CE4-63B1365B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393" y="443865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D4F6CD-E8C5-49E2-97CF-11A2FDEA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5081588"/>
            <a:ext cx="814388" cy="95"/>
          </a:xfrm>
          <a:custGeom xmlns:a="http://schemas.openxmlformats.org/drawingml/2006/main">
            <a:pathLst>
              <a:path w="814388" h="95">
                <a:moveTo>
                  <a:pt x="0" y="0"/>
                </a:move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300"/>
            </a:solidFill>
            <a:prstDash val="solid"/>
          </a:ln>
        </p:spPr>
      </p:sp>
      <p:sp>
        <p:nvSpPr>
          <p:cNvPr id="1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6BE148-1040-4666-BCB8-0FF81FA2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2648" y="5027581"/>
            <a:ext cx="120015" cy="108013"/>
          </a:xfrm>
          <a:custGeom xmlns:a="http://schemas.openxmlformats.org/drawingml/2006/main">
            <a:pathLst>
              <a:path w="120015" h="108013">
                <a:moveTo>
                  <a:pt x="120015" y="54007"/>
                </a:moveTo>
                <a:lnTo>
                  <a:pt x="0" y="0"/>
                </a:lnTo>
                <a:lnTo>
                  <a:pt x="0" y="108013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72" name="F_d">
            <a:extLst xmlns:a="http://schemas.openxmlformats.org/drawingml/2006/main">
              <a:ext uri="{FF2B5EF4-FFF2-40B4-BE49-F238E27FC236}">
                <a16:creationId xmlns:a16="http://schemas.microsoft.com/office/drawing/2014/main" id="{D6ED371E-CC8F-4211-BCE1-0EE4A618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6908" y="46958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F_d</a:t>
            </a:r>
          </a:p>
        </p:txBody>
      </p:sp>
      <p:sp>
        <p:nvSpPr>
          <p:cNvPr id="17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87F89D4-FC22-42FF-A2FE-F5E164A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4224338"/>
            <a:ext cx="2143125" cy="702945"/>
          </a:xfrm>
          <a:custGeom xmlns:a="http://schemas.openxmlformats.org/drawingml/2006/main">
            <a:pathLst>
              <a:path w="2143125" h="702945">
                <a:moveTo>
                  <a:pt x="0" y="702945"/>
                </a:moveTo>
                <a:lnTo>
                  <a:pt x="74515" y="702042"/>
                </a:lnTo>
                <a:lnTo>
                  <a:pt x="145977" y="699386"/>
                </a:lnTo>
                <a:lnTo>
                  <a:pt x="214501" y="695051"/>
                </a:lnTo>
                <a:lnTo>
                  <a:pt x="280204" y="689114"/>
                </a:lnTo>
                <a:lnTo>
                  <a:pt x="343202" y="681652"/>
                </a:lnTo>
                <a:lnTo>
                  <a:pt x="403611" y="672740"/>
                </a:lnTo>
                <a:lnTo>
                  <a:pt x="461547" y="662456"/>
                </a:lnTo>
                <a:lnTo>
                  <a:pt x="517128" y="650875"/>
                </a:lnTo>
                <a:lnTo>
                  <a:pt x="570469" y="638074"/>
                </a:lnTo>
                <a:lnTo>
                  <a:pt x="621686" y="624128"/>
                </a:lnTo>
                <a:lnTo>
                  <a:pt x="670896" y="609115"/>
                </a:lnTo>
                <a:lnTo>
                  <a:pt x="718215" y="593110"/>
                </a:lnTo>
                <a:lnTo>
                  <a:pt x="763759" y="576190"/>
                </a:lnTo>
                <a:lnTo>
                  <a:pt x="807644" y="558430"/>
                </a:lnTo>
                <a:lnTo>
                  <a:pt x="849988" y="539908"/>
                </a:lnTo>
                <a:lnTo>
                  <a:pt x="890905" y="520700"/>
                </a:lnTo>
                <a:lnTo>
                  <a:pt x="930513" y="500881"/>
                </a:lnTo>
                <a:lnTo>
                  <a:pt x="968927" y="480529"/>
                </a:lnTo>
                <a:lnTo>
                  <a:pt x="1006264" y="459719"/>
                </a:lnTo>
                <a:lnTo>
                  <a:pt x="1042640" y="438527"/>
                </a:lnTo>
                <a:lnTo>
                  <a:pt x="1078172" y="417030"/>
                </a:lnTo>
                <a:lnTo>
                  <a:pt x="1112975" y="395305"/>
                </a:lnTo>
                <a:lnTo>
                  <a:pt x="1147166" y="373427"/>
                </a:lnTo>
                <a:lnTo>
                  <a:pt x="1180862" y="351472"/>
                </a:lnTo>
                <a:lnTo>
                  <a:pt x="1214178" y="329518"/>
                </a:lnTo>
                <a:lnTo>
                  <a:pt x="1247231" y="307640"/>
                </a:lnTo>
                <a:lnTo>
                  <a:pt x="1280136" y="285915"/>
                </a:lnTo>
                <a:lnTo>
                  <a:pt x="1313011" y="264418"/>
                </a:lnTo>
                <a:lnTo>
                  <a:pt x="1345972" y="243226"/>
                </a:lnTo>
                <a:lnTo>
                  <a:pt x="1379134" y="222416"/>
                </a:lnTo>
                <a:lnTo>
                  <a:pt x="1412615" y="202064"/>
                </a:lnTo>
                <a:lnTo>
                  <a:pt x="1446530" y="182245"/>
                </a:lnTo>
                <a:lnTo>
                  <a:pt x="1480996" y="163037"/>
                </a:lnTo>
                <a:lnTo>
                  <a:pt x="1516128" y="144515"/>
                </a:lnTo>
                <a:lnTo>
                  <a:pt x="1552044" y="126755"/>
                </a:lnTo>
                <a:lnTo>
                  <a:pt x="1588859" y="109835"/>
                </a:lnTo>
                <a:lnTo>
                  <a:pt x="1626690" y="93830"/>
                </a:lnTo>
                <a:lnTo>
                  <a:pt x="1665653" y="78817"/>
                </a:lnTo>
                <a:lnTo>
                  <a:pt x="1705865" y="64871"/>
                </a:lnTo>
                <a:lnTo>
                  <a:pt x="1747441" y="52070"/>
                </a:lnTo>
                <a:lnTo>
                  <a:pt x="1790497" y="40489"/>
                </a:lnTo>
                <a:lnTo>
                  <a:pt x="1835151" y="30205"/>
                </a:lnTo>
                <a:lnTo>
                  <a:pt x="1881518" y="21293"/>
                </a:lnTo>
                <a:lnTo>
                  <a:pt x="1929715" y="13831"/>
                </a:lnTo>
                <a:lnTo>
                  <a:pt x="1979858" y="7894"/>
                </a:lnTo>
                <a:lnTo>
                  <a:pt x="2032063" y="3559"/>
                </a:lnTo>
                <a:lnTo>
                  <a:pt x="2086447" y="903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7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E33EBF94-56B0-4C96-8016-B4949DAE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4224338"/>
            <a:ext cx="1903095" cy="702945"/>
          </a:xfrm>
          <a:custGeom xmlns:a="http://schemas.openxmlformats.org/drawingml/2006/main">
            <a:pathLst>
              <a:path w="1903095" h="702945">
                <a:moveTo>
                  <a:pt x="0" y="0"/>
                </a:moveTo>
                <a:lnTo>
                  <a:pt x="56042" y="903"/>
                </a:lnTo>
                <a:lnTo>
                  <a:pt x="109590" y="3559"/>
                </a:lnTo>
                <a:lnTo>
                  <a:pt x="160759" y="7894"/>
                </a:lnTo>
                <a:lnTo>
                  <a:pt x="209669" y="13831"/>
                </a:lnTo>
                <a:lnTo>
                  <a:pt x="256436" y="21293"/>
                </a:lnTo>
                <a:lnTo>
                  <a:pt x="301176" y="30205"/>
                </a:lnTo>
                <a:lnTo>
                  <a:pt x="344008" y="40489"/>
                </a:lnTo>
                <a:lnTo>
                  <a:pt x="385048" y="52070"/>
                </a:lnTo>
                <a:lnTo>
                  <a:pt x="424414" y="64871"/>
                </a:lnTo>
                <a:lnTo>
                  <a:pt x="462223" y="78817"/>
                </a:lnTo>
                <a:lnTo>
                  <a:pt x="498592" y="93830"/>
                </a:lnTo>
                <a:lnTo>
                  <a:pt x="533638" y="109835"/>
                </a:lnTo>
                <a:lnTo>
                  <a:pt x="567479" y="126755"/>
                </a:lnTo>
                <a:lnTo>
                  <a:pt x="600231" y="144515"/>
                </a:lnTo>
                <a:lnTo>
                  <a:pt x="632013" y="163037"/>
                </a:lnTo>
                <a:lnTo>
                  <a:pt x="662940" y="182245"/>
                </a:lnTo>
                <a:lnTo>
                  <a:pt x="693131" y="202064"/>
                </a:lnTo>
                <a:lnTo>
                  <a:pt x="722702" y="222416"/>
                </a:lnTo>
                <a:lnTo>
                  <a:pt x="751771" y="243226"/>
                </a:lnTo>
                <a:lnTo>
                  <a:pt x="780455" y="264418"/>
                </a:lnTo>
                <a:lnTo>
                  <a:pt x="808871" y="285915"/>
                </a:lnTo>
                <a:lnTo>
                  <a:pt x="837136" y="307640"/>
                </a:lnTo>
                <a:lnTo>
                  <a:pt x="865368" y="329518"/>
                </a:lnTo>
                <a:lnTo>
                  <a:pt x="893683" y="351472"/>
                </a:lnTo>
                <a:lnTo>
                  <a:pt x="922200" y="373427"/>
                </a:lnTo>
                <a:lnTo>
                  <a:pt x="951034" y="395305"/>
                </a:lnTo>
                <a:lnTo>
                  <a:pt x="980304" y="417030"/>
                </a:lnTo>
                <a:lnTo>
                  <a:pt x="1010126" y="438527"/>
                </a:lnTo>
                <a:lnTo>
                  <a:pt x="1040618" y="459719"/>
                </a:lnTo>
                <a:lnTo>
                  <a:pt x="1071897" y="480529"/>
                </a:lnTo>
                <a:lnTo>
                  <a:pt x="1104081" y="500881"/>
                </a:lnTo>
                <a:lnTo>
                  <a:pt x="1137285" y="520700"/>
                </a:lnTo>
                <a:lnTo>
                  <a:pt x="1171628" y="539908"/>
                </a:lnTo>
                <a:lnTo>
                  <a:pt x="1207227" y="558430"/>
                </a:lnTo>
                <a:lnTo>
                  <a:pt x="1244198" y="576190"/>
                </a:lnTo>
                <a:lnTo>
                  <a:pt x="1282660" y="593110"/>
                </a:lnTo>
                <a:lnTo>
                  <a:pt x="1322729" y="609115"/>
                </a:lnTo>
                <a:lnTo>
                  <a:pt x="1364523" y="624128"/>
                </a:lnTo>
                <a:lnTo>
                  <a:pt x="1408159" y="638074"/>
                </a:lnTo>
                <a:lnTo>
                  <a:pt x="1453753" y="650875"/>
                </a:lnTo>
                <a:lnTo>
                  <a:pt x="1501424" y="662456"/>
                </a:lnTo>
                <a:lnTo>
                  <a:pt x="1551288" y="672740"/>
                </a:lnTo>
                <a:lnTo>
                  <a:pt x="1603462" y="681652"/>
                </a:lnTo>
                <a:lnTo>
                  <a:pt x="1658064" y="689114"/>
                </a:lnTo>
                <a:lnTo>
                  <a:pt x="1715212" y="695051"/>
                </a:lnTo>
                <a:lnTo>
                  <a:pt x="1775021" y="699386"/>
                </a:lnTo>
                <a:lnTo>
                  <a:pt x="1837610" y="702042"/>
                </a:lnTo>
                <a:lnTo>
                  <a:pt x="1903095" y="70294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1EFB5C-4BB5-4E68-ABE3-9B29582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4764246"/>
            <a:ext cx="72570" cy="36281"/>
          </a:xfrm>
          <a:custGeom xmlns:a="http://schemas.openxmlformats.org/drawingml/2006/main">
            <a:pathLst>
              <a:path w="72570" h="36281">
                <a:moveTo>
                  <a:pt x="0" y="0"/>
                </a:moveTo>
                <a:lnTo>
                  <a:pt x="72570" y="36281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524E6D-E945-4B8D-81AB-73B28994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165" y="4719596"/>
            <a:ext cx="104363" cy="80932"/>
          </a:xfrm>
          <a:custGeom xmlns:a="http://schemas.openxmlformats.org/drawingml/2006/main">
            <a:pathLst>
              <a:path w="104363" h="80932">
                <a:moveTo>
                  <a:pt x="104363" y="80932"/>
                </a:moveTo>
                <a:lnTo>
                  <a:pt x="38334" y="0"/>
                </a:lnTo>
                <a:lnTo>
                  <a:pt x="0" y="7667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7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621AA72-62FB-4860-B54B-A6582AD6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4052888"/>
            <a:ext cx="2143125" cy="685800"/>
          </a:xfrm>
          <a:custGeom xmlns:a="http://schemas.openxmlformats.org/drawingml/2006/main">
            <a:pathLst>
              <a:path w="2143125" h="685800">
                <a:moveTo>
                  <a:pt x="0" y="685800"/>
                </a:moveTo>
                <a:lnTo>
                  <a:pt x="74515" y="684919"/>
                </a:lnTo>
                <a:lnTo>
                  <a:pt x="145977" y="682327"/>
                </a:lnTo>
                <a:lnTo>
                  <a:pt x="214501" y="678098"/>
                </a:lnTo>
                <a:lnTo>
                  <a:pt x="280204" y="672306"/>
                </a:lnTo>
                <a:lnTo>
                  <a:pt x="343202" y="665026"/>
                </a:lnTo>
                <a:lnTo>
                  <a:pt x="403611" y="656332"/>
                </a:lnTo>
                <a:lnTo>
                  <a:pt x="461547" y="646299"/>
                </a:lnTo>
                <a:lnTo>
                  <a:pt x="517128" y="635000"/>
                </a:lnTo>
                <a:lnTo>
                  <a:pt x="570469" y="622511"/>
                </a:lnTo>
                <a:lnTo>
                  <a:pt x="621686" y="608905"/>
                </a:lnTo>
                <a:lnTo>
                  <a:pt x="670896" y="594258"/>
                </a:lnTo>
                <a:lnTo>
                  <a:pt x="718215" y="578644"/>
                </a:lnTo>
                <a:lnTo>
                  <a:pt x="763759" y="562136"/>
                </a:lnTo>
                <a:lnTo>
                  <a:pt x="807644" y="544810"/>
                </a:lnTo>
                <a:lnTo>
                  <a:pt x="849988" y="526740"/>
                </a:lnTo>
                <a:lnTo>
                  <a:pt x="890905" y="508000"/>
                </a:lnTo>
                <a:lnTo>
                  <a:pt x="930513" y="488665"/>
                </a:lnTo>
                <a:lnTo>
                  <a:pt x="968927" y="468809"/>
                </a:lnTo>
                <a:lnTo>
                  <a:pt x="1006264" y="448506"/>
                </a:lnTo>
                <a:lnTo>
                  <a:pt x="1042640" y="427831"/>
                </a:lnTo>
                <a:lnTo>
                  <a:pt x="1078172" y="406859"/>
                </a:lnTo>
                <a:lnTo>
                  <a:pt x="1112975" y="385663"/>
                </a:lnTo>
                <a:lnTo>
                  <a:pt x="1147166" y="364319"/>
                </a:lnTo>
                <a:lnTo>
                  <a:pt x="1180862" y="342900"/>
                </a:lnTo>
                <a:lnTo>
                  <a:pt x="1214178" y="321481"/>
                </a:lnTo>
                <a:lnTo>
                  <a:pt x="1247231" y="300137"/>
                </a:lnTo>
                <a:lnTo>
                  <a:pt x="1280136" y="278941"/>
                </a:lnTo>
                <a:lnTo>
                  <a:pt x="1313011" y="257969"/>
                </a:lnTo>
                <a:lnTo>
                  <a:pt x="1345972" y="237294"/>
                </a:lnTo>
                <a:lnTo>
                  <a:pt x="1379134" y="216991"/>
                </a:lnTo>
                <a:lnTo>
                  <a:pt x="1412615" y="197135"/>
                </a:lnTo>
                <a:lnTo>
                  <a:pt x="1446530" y="177800"/>
                </a:lnTo>
                <a:lnTo>
                  <a:pt x="1480996" y="159060"/>
                </a:lnTo>
                <a:lnTo>
                  <a:pt x="1516128" y="140990"/>
                </a:lnTo>
                <a:lnTo>
                  <a:pt x="1552044" y="123664"/>
                </a:lnTo>
                <a:lnTo>
                  <a:pt x="1588859" y="107156"/>
                </a:lnTo>
                <a:lnTo>
                  <a:pt x="1626690" y="91542"/>
                </a:lnTo>
                <a:lnTo>
                  <a:pt x="1665653" y="76895"/>
                </a:lnTo>
                <a:lnTo>
                  <a:pt x="1705865" y="63289"/>
                </a:lnTo>
                <a:lnTo>
                  <a:pt x="1747441" y="50800"/>
                </a:lnTo>
                <a:lnTo>
                  <a:pt x="1790497" y="39501"/>
                </a:lnTo>
                <a:lnTo>
                  <a:pt x="1835151" y="29468"/>
                </a:lnTo>
                <a:lnTo>
                  <a:pt x="1881518" y="20774"/>
                </a:lnTo>
                <a:lnTo>
                  <a:pt x="1929715" y="13494"/>
                </a:lnTo>
                <a:lnTo>
                  <a:pt x="1979858" y="7702"/>
                </a:lnTo>
                <a:lnTo>
                  <a:pt x="2032063" y="3473"/>
                </a:lnTo>
                <a:lnTo>
                  <a:pt x="2086447" y="881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7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4F23567D-F370-41E0-8956-8694D1BE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4052888"/>
            <a:ext cx="1903095" cy="685800"/>
          </a:xfrm>
          <a:custGeom xmlns:a="http://schemas.openxmlformats.org/drawingml/2006/main">
            <a:pathLst>
              <a:path w="1903095" h="685800">
                <a:moveTo>
                  <a:pt x="0" y="0"/>
                </a:moveTo>
                <a:lnTo>
                  <a:pt x="56042" y="881"/>
                </a:lnTo>
                <a:lnTo>
                  <a:pt x="109590" y="3473"/>
                </a:lnTo>
                <a:lnTo>
                  <a:pt x="160759" y="7702"/>
                </a:lnTo>
                <a:lnTo>
                  <a:pt x="209669" y="13494"/>
                </a:lnTo>
                <a:lnTo>
                  <a:pt x="256436" y="20774"/>
                </a:lnTo>
                <a:lnTo>
                  <a:pt x="301176" y="29468"/>
                </a:lnTo>
                <a:lnTo>
                  <a:pt x="344008" y="39501"/>
                </a:lnTo>
                <a:lnTo>
                  <a:pt x="385048" y="50800"/>
                </a:lnTo>
                <a:lnTo>
                  <a:pt x="424414" y="63289"/>
                </a:lnTo>
                <a:lnTo>
                  <a:pt x="462223" y="76895"/>
                </a:lnTo>
                <a:lnTo>
                  <a:pt x="498592" y="91542"/>
                </a:lnTo>
                <a:lnTo>
                  <a:pt x="533638" y="107156"/>
                </a:lnTo>
                <a:lnTo>
                  <a:pt x="567479" y="123664"/>
                </a:lnTo>
                <a:lnTo>
                  <a:pt x="600231" y="140990"/>
                </a:lnTo>
                <a:lnTo>
                  <a:pt x="632013" y="159060"/>
                </a:lnTo>
                <a:lnTo>
                  <a:pt x="662940" y="177800"/>
                </a:lnTo>
                <a:lnTo>
                  <a:pt x="693131" y="197135"/>
                </a:lnTo>
                <a:lnTo>
                  <a:pt x="722702" y="216991"/>
                </a:lnTo>
                <a:lnTo>
                  <a:pt x="751771" y="237294"/>
                </a:lnTo>
                <a:lnTo>
                  <a:pt x="780455" y="257969"/>
                </a:lnTo>
                <a:lnTo>
                  <a:pt x="808871" y="278941"/>
                </a:lnTo>
                <a:lnTo>
                  <a:pt x="837136" y="300137"/>
                </a:lnTo>
                <a:lnTo>
                  <a:pt x="865368" y="321481"/>
                </a:lnTo>
                <a:lnTo>
                  <a:pt x="893683" y="342900"/>
                </a:lnTo>
                <a:lnTo>
                  <a:pt x="922200" y="364319"/>
                </a:lnTo>
                <a:lnTo>
                  <a:pt x="951034" y="385663"/>
                </a:lnTo>
                <a:lnTo>
                  <a:pt x="980304" y="406859"/>
                </a:lnTo>
                <a:lnTo>
                  <a:pt x="1010126" y="427831"/>
                </a:lnTo>
                <a:lnTo>
                  <a:pt x="1040618" y="448506"/>
                </a:lnTo>
                <a:lnTo>
                  <a:pt x="1071897" y="468809"/>
                </a:lnTo>
                <a:lnTo>
                  <a:pt x="1104081" y="488665"/>
                </a:lnTo>
                <a:lnTo>
                  <a:pt x="1137285" y="508000"/>
                </a:lnTo>
                <a:lnTo>
                  <a:pt x="1171628" y="526740"/>
                </a:lnTo>
                <a:lnTo>
                  <a:pt x="1207227" y="544810"/>
                </a:lnTo>
                <a:lnTo>
                  <a:pt x="1244198" y="562136"/>
                </a:lnTo>
                <a:lnTo>
                  <a:pt x="1282660" y="578644"/>
                </a:lnTo>
                <a:lnTo>
                  <a:pt x="1322729" y="594258"/>
                </a:lnTo>
                <a:lnTo>
                  <a:pt x="1364523" y="608905"/>
                </a:lnTo>
                <a:lnTo>
                  <a:pt x="1408159" y="622511"/>
                </a:lnTo>
                <a:lnTo>
                  <a:pt x="1453753" y="635000"/>
                </a:lnTo>
                <a:lnTo>
                  <a:pt x="1501424" y="646299"/>
                </a:lnTo>
                <a:lnTo>
                  <a:pt x="1551288" y="656332"/>
                </a:lnTo>
                <a:lnTo>
                  <a:pt x="1603462" y="665026"/>
                </a:lnTo>
                <a:lnTo>
                  <a:pt x="1658064" y="672306"/>
                </a:lnTo>
                <a:lnTo>
                  <a:pt x="1715212" y="678098"/>
                </a:lnTo>
                <a:lnTo>
                  <a:pt x="1775021" y="682327"/>
                </a:lnTo>
                <a:lnTo>
                  <a:pt x="1837610" y="684919"/>
                </a:lnTo>
                <a:lnTo>
                  <a:pt x="1903095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69B3F8-ECDF-4B28-B838-8EFC260D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4579627"/>
            <a:ext cx="72570" cy="35396"/>
          </a:xfrm>
          <a:custGeom xmlns:a="http://schemas.openxmlformats.org/drawingml/2006/main">
            <a:pathLst>
              <a:path w="72570" h="35396">
                <a:moveTo>
                  <a:pt x="0" y="0"/>
                </a:moveTo>
                <a:lnTo>
                  <a:pt x="72570" y="35396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494936-D913-4489-A2F6-4146F544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129" y="4534743"/>
            <a:ext cx="104400" cy="80280"/>
          </a:xfrm>
          <a:custGeom xmlns:a="http://schemas.openxmlformats.org/drawingml/2006/main">
            <a:pathLst>
              <a:path w="104400" h="80280">
                <a:moveTo>
                  <a:pt x="104400" y="80280"/>
                </a:moveTo>
                <a:lnTo>
                  <a:pt x="37580" y="0"/>
                </a:lnTo>
                <a:lnTo>
                  <a:pt x="0" y="77049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D506DF69-C3B0-409E-9FBB-5AC896D2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3881438"/>
            <a:ext cx="2143125" cy="668655"/>
          </a:xfrm>
          <a:custGeom xmlns:a="http://schemas.openxmlformats.org/drawingml/2006/main">
            <a:pathLst>
              <a:path w="2143125" h="668655">
                <a:moveTo>
                  <a:pt x="0" y="668655"/>
                </a:moveTo>
                <a:lnTo>
                  <a:pt x="74515" y="667796"/>
                </a:lnTo>
                <a:lnTo>
                  <a:pt x="145977" y="665269"/>
                </a:lnTo>
                <a:lnTo>
                  <a:pt x="214501" y="661146"/>
                </a:lnTo>
                <a:lnTo>
                  <a:pt x="280204" y="655499"/>
                </a:lnTo>
                <a:lnTo>
                  <a:pt x="343202" y="648400"/>
                </a:lnTo>
                <a:lnTo>
                  <a:pt x="403611" y="639924"/>
                </a:lnTo>
                <a:lnTo>
                  <a:pt x="461547" y="630141"/>
                </a:lnTo>
                <a:lnTo>
                  <a:pt x="517128" y="619125"/>
                </a:lnTo>
                <a:lnTo>
                  <a:pt x="570469" y="606948"/>
                </a:lnTo>
                <a:lnTo>
                  <a:pt x="621686" y="593683"/>
                </a:lnTo>
                <a:lnTo>
                  <a:pt x="670896" y="579402"/>
                </a:lnTo>
                <a:lnTo>
                  <a:pt x="718215" y="564178"/>
                </a:lnTo>
                <a:lnTo>
                  <a:pt x="763759" y="548083"/>
                </a:lnTo>
                <a:lnTo>
                  <a:pt x="807644" y="531190"/>
                </a:lnTo>
                <a:lnTo>
                  <a:pt x="849988" y="513571"/>
                </a:lnTo>
                <a:lnTo>
                  <a:pt x="890905" y="495300"/>
                </a:lnTo>
                <a:lnTo>
                  <a:pt x="930513" y="476448"/>
                </a:lnTo>
                <a:lnTo>
                  <a:pt x="968927" y="457088"/>
                </a:lnTo>
                <a:lnTo>
                  <a:pt x="1006264" y="437293"/>
                </a:lnTo>
                <a:lnTo>
                  <a:pt x="1042640" y="417135"/>
                </a:lnTo>
                <a:lnTo>
                  <a:pt x="1078172" y="396687"/>
                </a:lnTo>
                <a:lnTo>
                  <a:pt x="1112975" y="376022"/>
                </a:lnTo>
                <a:lnTo>
                  <a:pt x="1147166" y="355211"/>
                </a:lnTo>
                <a:lnTo>
                  <a:pt x="1180862" y="334328"/>
                </a:lnTo>
                <a:lnTo>
                  <a:pt x="1214178" y="313444"/>
                </a:lnTo>
                <a:lnTo>
                  <a:pt x="1247231" y="292633"/>
                </a:lnTo>
                <a:lnTo>
                  <a:pt x="1280136" y="271968"/>
                </a:lnTo>
                <a:lnTo>
                  <a:pt x="1313011" y="251520"/>
                </a:lnTo>
                <a:lnTo>
                  <a:pt x="1345972" y="231362"/>
                </a:lnTo>
                <a:lnTo>
                  <a:pt x="1379134" y="211567"/>
                </a:lnTo>
                <a:lnTo>
                  <a:pt x="1412615" y="192207"/>
                </a:lnTo>
                <a:lnTo>
                  <a:pt x="1446530" y="173355"/>
                </a:lnTo>
                <a:lnTo>
                  <a:pt x="1480996" y="155084"/>
                </a:lnTo>
                <a:lnTo>
                  <a:pt x="1516128" y="137465"/>
                </a:lnTo>
                <a:lnTo>
                  <a:pt x="1552044" y="120572"/>
                </a:lnTo>
                <a:lnTo>
                  <a:pt x="1588859" y="104477"/>
                </a:lnTo>
                <a:lnTo>
                  <a:pt x="1626690" y="89253"/>
                </a:lnTo>
                <a:lnTo>
                  <a:pt x="1665653" y="74972"/>
                </a:lnTo>
                <a:lnTo>
                  <a:pt x="1705865" y="61707"/>
                </a:lnTo>
                <a:lnTo>
                  <a:pt x="1747441" y="49530"/>
                </a:lnTo>
                <a:lnTo>
                  <a:pt x="1790497" y="38514"/>
                </a:lnTo>
                <a:lnTo>
                  <a:pt x="1835151" y="28731"/>
                </a:lnTo>
                <a:lnTo>
                  <a:pt x="1881518" y="20255"/>
                </a:lnTo>
                <a:lnTo>
                  <a:pt x="1929715" y="13156"/>
                </a:lnTo>
                <a:lnTo>
                  <a:pt x="1979858" y="7509"/>
                </a:lnTo>
                <a:lnTo>
                  <a:pt x="2032063" y="3386"/>
                </a:lnTo>
                <a:lnTo>
                  <a:pt x="2086447" y="859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8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9709E15-05E4-475E-BD5C-B5DCCC1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3881438"/>
            <a:ext cx="1903095" cy="668655"/>
          </a:xfrm>
          <a:custGeom xmlns:a="http://schemas.openxmlformats.org/drawingml/2006/main">
            <a:pathLst>
              <a:path w="1903095" h="668655">
                <a:moveTo>
                  <a:pt x="0" y="0"/>
                </a:moveTo>
                <a:lnTo>
                  <a:pt x="56042" y="859"/>
                </a:lnTo>
                <a:lnTo>
                  <a:pt x="109590" y="3386"/>
                </a:lnTo>
                <a:lnTo>
                  <a:pt x="160759" y="7509"/>
                </a:lnTo>
                <a:lnTo>
                  <a:pt x="209669" y="13156"/>
                </a:lnTo>
                <a:lnTo>
                  <a:pt x="256436" y="20255"/>
                </a:lnTo>
                <a:lnTo>
                  <a:pt x="301176" y="28731"/>
                </a:lnTo>
                <a:lnTo>
                  <a:pt x="344008" y="38514"/>
                </a:lnTo>
                <a:lnTo>
                  <a:pt x="385048" y="49530"/>
                </a:lnTo>
                <a:lnTo>
                  <a:pt x="424414" y="61707"/>
                </a:lnTo>
                <a:lnTo>
                  <a:pt x="462223" y="74972"/>
                </a:lnTo>
                <a:lnTo>
                  <a:pt x="498592" y="89253"/>
                </a:lnTo>
                <a:lnTo>
                  <a:pt x="533638" y="104477"/>
                </a:lnTo>
                <a:lnTo>
                  <a:pt x="567479" y="120572"/>
                </a:lnTo>
                <a:lnTo>
                  <a:pt x="600231" y="137465"/>
                </a:lnTo>
                <a:lnTo>
                  <a:pt x="632013" y="155084"/>
                </a:lnTo>
                <a:lnTo>
                  <a:pt x="662940" y="173355"/>
                </a:lnTo>
                <a:lnTo>
                  <a:pt x="693131" y="192207"/>
                </a:lnTo>
                <a:lnTo>
                  <a:pt x="722702" y="211567"/>
                </a:lnTo>
                <a:lnTo>
                  <a:pt x="751771" y="231362"/>
                </a:lnTo>
                <a:lnTo>
                  <a:pt x="780455" y="251520"/>
                </a:lnTo>
                <a:lnTo>
                  <a:pt x="808871" y="271968"/>
                </a:lnTo>
                <a:lnTo>
                  <a:pt x="837136" y="292633"/>
                </a:lnTo>
                <a:lnTo>
                  <a:pt x="865368" y="313444"/>
                </a:lnTo>
                <a:lnTo>
                  <a:pt x="893683" y="334327"/>
                </a:lnTo>
                <a:lnTo>
                  <a:pt x="922200" y="355211"/>
                </a:lnTo>
                <a:lnTo>
                  <a:pt x="951034" y="376022"/>
                </a:lnTo>
                <a:lnTo>
                  <a:pt x="980304" y="396687"/>
                </a:lnTo>
                <a:lnTo>
                  <a:pt x="1010126" y="417135"/>
                </a:lnTo>
                <a:lnTo>
                  <a:pt x="1040618" y="437293"/>
                </a:lnTo>
                <a:lnTo>
                  <a:pt x="1071897" y="457088"/>
                </a:lnTo>
                <a:lnTo>
                  <a:pt x="1104081" y="476448"/>
                </a:lnTo>
                <a:lnTo>
                  <a:pt x="1137285" y="495300"/>
                </a:lnTo>
                <a:lnTo>
                  <a:pt x="1171628" y="513571"/>
                </a:lnTo>
                <a:lnTo>
                  <a:pt x="1207227" y="531190"/>
                </a:lnTo>
                <a:lnTo>
                  <a:pt x="1244198" y="548083"/>
                </a:lnTo>
                <a:lnTo>
                  <a:pt x="1282660" y="564178"/>
                </a:lnTo>
                <a:lnTo>
                  <a:pt x="1322729" y="579402"/>
                </a:lnTo>
                <a:lnTo>
                  <a:pt x="1364523" y="593683"/>
                </a:lnTo>
                <a:lnTo>
                  <a:pt x="1408159" y="606948"/>
                </a:lnTo>
                <a:lnTo>
                  <a:pt x="1453753" y="619125"/>
                </a:lnTo>
                <a:lnTo>
                  <a:pt x="1501424" y="630141"/>
                </a:lnTo>
                <a:lnTo>
                  <a:pt x="1551288" y="639924"/>
                </a:lnTo>
                <a:lnTo>
                  <a:pt x="1603462" y="648400"/>
                </a:lnTo>
                <a:lnTo>
                  <a:pt x="1658064" y="655499"/>
                </a:lnTo>
                <a:lnTo>
                  <a:pt x="1715212" y="661146"/>
                </a:lnTo>
                <a:lnTo>
                  <a:pt x="1775021" y="665269"/>
                </a:lnTo>
                <a:lnTo>
                  <a:pt x="1837610" y="667796"/>
                </a:lnTo>
                <a:lnTo>
                  <a:pt x="1903095" y="66865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CFA6E9-84AB-4148-8489-03EBCDCC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4395009"/>
            <a:ext cx="72570" cy="34511"/>
          </a:xfrm>
          <a:custGeom xmlns:a="http://schemas.openxmlformats.org/drawingml/2006/main">
            <a:pathLst>
              <a:path w="72570" h="34511">
                <a:moveTo>
                  <a:pt x="0" y="0"/>
                </a:moveTo>
                <a:lnTo>
                  <a:pt x="72570" y="34511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48E882-1C8A-4FBA-81A2-622BC7E3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102" y="4349905"/>
            <a:ext cx="104427" cy="79615"/>
          </a:xfrm>
          <a:custGeom xmlns:a="http://schemas.openxmlformats.org/drawingml/2006/main">
            <a:pathLst>
              <a:path w="104427" h="79615">
                <a:moveTo>
                  <a:pt x="104427" y="79615"/>
                </a:moveTo>
                <a:lnTo>
                  <a:pt x="36816" y="0"/>
                </a:lnTo>
                <a:lnTo>
                  <a:pt x="0" y="7741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C7A69A97-E294-4DAE-9737-7AFA85B5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3709988"/>
            <a:ext cx="2143125" cy="651510"/>
          </a:xfrm>
          <a:custGeom xmlns:a="http://schemas.openxmlformats.org/drawingml/2006/main">
            <a:pathLst>
              <a:path w="2143125" h="651510">
                <a:moveTo>
                  <a:pt x="0" y="651510"/>
                </a:moveTo>
                <a:lnTo>
                  <a:pt x="74515" y="650673"/>
                </a:lnTo>
                <a:lnTo>
                  <a:pt x="145977" y="648211"/>
                </a:lnTo>
                <a:lnTo>
                  <a:pt x="214501" y="644193"/>
                </a:lnTo>
                <a:lnTo>
                  <a:pt x="280204" y="638691"/>
                </a:lnTo>
                <a:lnTo>
                  <a:pt x="343202" y="631775"/>
                </a:lnTo>
                <a:lnTo>
                  <a:pt x="403611" y="623515"/>
                </a:lnTo>
                <a:lnTo>
                  <a:pt x="461547" y="613984"/>
                </a:lnTo>
                <a:lnTo>
                  <a:pt x="517128" y="603250"/>
                </a:lnTo>
                <a:lnTo>
                  <a:pt x="570469" y="591385"/>
                </a:lnTo>
                <a:lnTo>
                  <a:pt x="621686" y="578460"/>
                </a:lnTo>
                <a:lnTo>
                  <a:pt x="670896" y="564545"/>
                </a:lnTo>
                <a:lnTo>
                  <a:pt x="718215" y="549712"/>
                </a:lnTo>
                <a:lnTo>
                  <a:pt x="763759" y="534029"/>
                </a:lnTo>
                <a:lnTo>
                  <a:pt x="807644" y="517570"/>
                </a:lnTo>
                <a:lnTo>
                  <a:pt x="849988" y="500403"/>
                </a:lnTo>
                <a:lnTo>
                  <a:pt x="890905" y="482600"/>
                </a:lnTo>
                <a:lnTo>
                  <a:pt x="930513" y="464232"/>
                </a:lnTo>
                <a:lnTo>
                  <a:pt x="968927" y="445368"/>
                </a:lnTo>
                <a:lnTo>
                  <a:pt x="1006264" y="426081"/>
                </a:lnTo>
                <a:lnTo>
                  <a:pt x="1042640" y="406440"/>
                </a:lnTo>
                <a:lnTo>
                  <a:pt x="1078172" y="386516"/>
                </a:lnTo>
                <a:lnTo>
                  <a:pt x="1112975" y="366380"/>
                </a:lnTo>
                <a:lnTo>
                  <a:pt x="1147166" y="346103"/>
                </a:lnTo>
                <a:lnTo>
                  <a:pt x="1180862" y="325755"/>
                </a:lnTo>
                <a:lnTo>
                  <a:pt x="1214178" y="305407"/>
                </a:lnTo>
                <a:lnTo>
                  <a:pt x="1247231" y="285130"/>
                </a:lnTo>
                <a:lnTo>
                  <a:pt x="1280136" y="264994"/>
                </a:lnTo>
                <a:lnTo>
                  <a:pt x="1313011" y="245070"/>
                </a:lnTo>
                <a:lnTo>
                  <a:pt x="1345972" y="225429"/>
                </a:lnTo>
                <a:lnTo>
                  <a:pt x="1379134" y="206142"/>
                </a:lnTo>
                <a:lnTo>
                  <a:pt x="1412615" y="187278"/>
                </a:lnTo>
                <a:lnTo>
                  <a:pt x="1446530" y="168910"/>
                </a:lnTo>
                <a:lnTo>
                  <a:pt x="1480996" y="151107"/>
                </a:lnTo>
                <a:lnTo>
                  <a:pt x="1516128" y="133940"/>
                </a:lnTo>
                <a:lnTo>
                  <a:pt x="1552044" y="117481"/>
                </a:lnTo>
                <a:lnTo>
                  <a:pt x="1588859" y="101798"/>
                </a:lnTo>
                <a:lnTo>
                  <a:pt x="1626690" y="86965"/>
                </a:lnTo>
                <a:lnTo>
                  <a:pt x="1665653" y="73050"/>
                </a:lnTo>
                <a:lnTo>
                  <a:pt x="1705865" y="60125"/>
                </a:lnTo>
                <a:lnTo>
                  <a:pt x="1747441" y="48260"/>
                </a:lnTo>
                <a:lnTo>
                  <a:pt x="1790497" y="37526"/>
                </a:lnTo>
                <a:lnTo>
                  <a:pt x="1835151" y="27995"/>
                </a:lnTo>
                <a:lnTo>
                  <a:pt x="1881518" y="19735"/>
                </a:lnTo>
                <a:lnTo>
                  <a:pt x="1929715" y="12819"/>
                </a:lnTo>
                <a:lnTo>
                  <a:pt x="1979858" y="7317"/>
                </a:lnTo>
                <a:lnTo>
                  <a:pt x="2032063" y="3299"/>
                </a:lnTo>
                <a:lnTo>
                  <a:pt x="2086447" y="837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8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EC7CEA3-A295-40BF-9681-087E3DAF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3709988"/>
            <a:ext cx="1903095" cy="651510"/>
          </a:xfrm>
          <a:custGeom xmlns:a="http://schemas.openxmlformats.org/drawingml/2006/main">
            <a:pathLst>
              <a:path w="1903095" h="651510">
                <a:moveTo>
                  <a:pt x="0" y="0"/>
                </a:moveTo>
                <a:lnTo>
                  <a:pt x="56042" y="837"/>
                </a:lnTo>
                <a:lnTo>
                  <a:pt x="109590" y="3299"/>
                </a:lnTo>
                <a:lnTo>
                  <a:pt x="160759" y="7317"/>
                </a:lnTo>
                <a:lnTo>
                  <a:pt x="209669" y="12819"/>
                </a:lnTo>
                <a:lnTo>
                  <a:pt x="256436" y="19735"/>
                </a:lnTo>
                <a:lnTo>
                  <a:pt x="301176" y="27995"/>
                </a:lnTo>
                <a:lnTo>
                  <a:pt x="344008" y="37526"/>
                </a:lnTo>
                <a:lnTo>
                  <a:pt x="385048" y="48260"/>
                </a:lnTo>
                <a:lnTo>
                  <a:pt x="424414" y="60125"/>
                </a:lnTo>
                <a:lnTo>
                  <a:pt x="462223" y="73050"/>
                </a:lnTo>
                <a:lnTo>
                  <a:pt x="498592" y="86965"/>
                </a:lnTo>
                <a:lnTo>
                  <a:pt x="533638" y="101798"/>
                </a:lnTo>
                <a:lnTo>
                  <a:pt x="567479" y="117481"/>
                </a:lnTo>
                <a:lnTo>
                  <a:pt x="600231" y="133940"/>
                </a:lnTo>
                <a:lnTo>
                  <a:pt x="632013" y="151107"/>
                </a:lnTo>
                <a:lnTo>
                  <a:pt x="662940" y="168910"/>
                </a:lnTo>
                <a:lnTo>
                  <a:pt x="693131" y="187278"/>
                </a:lnTo>
                <a:lnTo>
                  <a:pt x="722702" y="206142"/>
                </a:lnTo>
                <a:lnTo>
                  <a:pt x="751771" y="225429"/>
                </a:lnTo>
                <a:lnTo>
                  <a:pt x="780455" y="245070"/>
                </a:lnTo>
                <a:lnTo>
                  <a:pt x="808871" y="264994"/>
                </a:lnTo>
                <a:lnTo>
                  <a:pt x="837136" y="285130"/>
                </a:lnTo>
                <a:lnTo>
                  <a:pt x="865368" y="305407"/>
                </a:lnTo>
                <a:lnTo>
                  <a:pt x="893683" y="325755"/>
                </a:lnTo>
                <a:lnTo>
                  <a:pt x="922200" y="346103"/>
                </a:lnTo>
                <a:lnTo>
                  <a:pt x="951034" y="366380"/>
                </a:lnTo>
                <a:lnTo>
                  <a:pt x="980304" y="386516"/>
                </a:lnTo>
                <a:lnTo>
                  <a:pt x="1010126" y="406440"/>
                </a:lnTo>
                <a:lnTo>
                  <a:pt x="1040618" y="426081"/>
                </a:lnTo>
                <a:lnTo>
                  <a:pt x="1071897" y="445368"/>
                </a:lnTo>
                <a:lnTo>
                  <a:pt x="1104081" y="464232"/>
                </a:lnTo>
                <a:lnTo>
                  <a:pt x="1137285" y="482600"/>
                </a:lnTo>
                <a:lnTo>
                  <a:pt x="1171628" y="500403"/>
                </a:lnTo>
                <a:lnTo>
                  <a:pt x="1207227" y="517570"/>
                </a:lnTo>
                <a:lnTo>
                  <a:pt x="1244198" y="534029"/>
                </a:lnTo>
                <a:lnTo>
                  <a:pt x="1282660" y="549712"/>
                </a:lnTo>
                <a:lnTo>
                  <a:pt x="1322729" y="564545"/>
                </a:lnTo>
                <a:lnTo>
                  <a:pt x="1364523" y="578460"/>
                </a:lnTo>
                <a:lnTo>
                  <a:pt x="1408159" y="591385"/>
                </a:lnTo>
                <a:lnTo>
                  <a:pt x="1453753" y="603250"/>
                </a:lnTo>
                <a:lnTo>
                  <a:pt x="1501424" y="613984"/>
                </a:lnTo>
                <a:lnTo>
                  <a:pt x="1551288" y="623515"/>
                </a:lnTo>
                <a:lnTo>
                  <a:pt x="1603462" y="631775"/>
                </a:lnTo>
                <a:lnTo>
                  <a:pt x="1658064" y="638691"/>
                </a:lnTo>
                <a:lnTo>
                  <a:pt x="1715212" y="644193"/>
                </a:lnTo>
                <a:lnTo>
                  <a:pt x="1775021" y="648211"/>
                </a:lnTo>
                <a:lnTo>
                  <a:pt x="1837610" y="650673"/>
                </a:lnTo>
                <a:lnTo>
                  <a:pt x="1903095" y="65151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D6EB40-867E-4A9A-8030-CCB6E201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4210390"/>
            <a:ext cx="72570" cy="33626"/>
          </a:xfrm>
          <a:custGeom xmlns:a="http://schemas.openxmlformats.org/drawingml/2006/main">
            <a:pathLst>
              <a:path w="72570" h="33626">
                <a:moveTo>
                  <a:pt x="0" y="0"/>
                </a:moveTo>
                <a:lnTo>
                  <a:pt x="72570" y="33626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A56E0A7-1928-4205-87BA-38FF222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85" y="4165081"/>
            <a:ext cx="104443" cy="78936"/>
          </a:xfrm>
          <a:custGeom xmlns:a="http://schemas.openxmlformats.org/drawingml/2006/main">
            <a:pathLst>
              <a:path w="104443" h="78936">
                <a:moveTo>
                  <a:pt x="104443" y="78936"/>
                </a:moveTo>
                <a:lnTo>
                  <a:pt x="36041" y="0"/>
                </a:lnTo>
                <a:lnTo>
                  <a:pt x="0" y="7778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9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6B0934EE-316A-4512-A9D1-FDEB823B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3538538"/>
            <a:ext cx="2143125" cy="634365"/>
          </a:xfrm>
          <a:custGeom xmlns:a="http://schemas.openxmlformats.org/drawingml/2006/main">
            <a:pathLst>
              <a:path w="2143125" h="634365">
                <a:moveTo>
                  <a:pt x="0" y="634365"/>
                </a:moveTo>
                <a:lnTo>
                  <a:pt x="74515" y="633550"/>
                </a:lnTo>
                <a:lnTo>
                  <a:pt x="145977" y="631153"/>
                </a:lnTo>
                <a:lnTo>
                  <a:pt x="214501" y="627241"/>
                </a:lnTo>
                <a:lnTo>
                  <a:pt x="280204" y="621883"/>
                </a:lnTo>
                <a:lnTo>
                  <a:pt x="343202" y="615149"/>
                </a:lnTo>
                <a:lnTo>
                  <a:pt x="403611" y="607107"/>
                </a:lnTo>
                <a:lnTo>
                  <a:pt x="461547" y="597826"/>
                </a:lnTo>
                <a:lnTo>
                  <a:pt x="517128" y="587375"/>
                </a:lnTo>
                <a:lnTo>
                  <a:pt x="570469" y="575823"/>
                </a:lnTo>
                <a:lnTo>
                  <a:pt x="621686" y="563238"/>
                </a:lnTo>
                <a:lnTo>
                  <a:pt x="670896" y="549689"/>
                </a:lnTo>
                <a:lnTo>
                  <a:pt x="718215" y="535245"/>
                </a:lnTo>
                <a:lnTo>
                  <a:pt x="763759" y="519976"/>
                </a:lnTo>
                <a:lnTo>
                  <a:pt x="807644" y="503949"/>
                </a:lnTo>
                <a:lnTo>
                  <a:pt x="849988" y="487234"/>
                </a:lnTo>
                <a:lnTo>
                  <a:pt x="890905" y="469900"/>
                </a:lnTo>
                <a:lnTo>
                  <a:pt x="930513" y="452015"/>
                </a:lnTo>
                <a:lnTo>
                  <a:pt x="968927" y="433648"/>
                </a:lnTo>
                <a:lnTo>
                  <a:pt x="1006264" y="414868"/>
                </a:lnTo>
                <a:lnTo>
                  <a:pt x="1042640" y="395744"/>
                </a:lnTo>
                <a:lnTo>
                  <a:pt x="1078172" y="376344"/>
                </a:lnTo>
                <a:lnTo>
                  <a:pt x="1112975" y="356739"/>
                </a:lnTo>
                <a:lnTo>
                  <a:pt x="1147166" y="336995"/>
                </a:lnTo>
                <a:lnTo>
                  <a:pt x="1180862" y="317183"/>
                </a:lnTo>
                <a:lnTo>
                  <a:pt x="1214178" y="297370"/>
                </a:lnTo>
                <a:lnTo>
                  <a:pt x="1247231" y="277626"/>
                </a:lnTo>
                <a:lnTo>
                  <a:pt x="1280136" y="258021"/>
                </a:lnTo>
                <a:lnTo>
                  <a:pt x="1313011" y="238621"/>
                </a:lnTo>
                <a:lnTo>
                  <a:pt x="1345972" y="219497"/>
                </a:lnTo>
                <a:lnTo>
                  <a:pt x="1379134" y="200717"/>
                </a:lnTo>
                <a:lnTo>
                  <a:pt x="1412615" y="182350"/>
                </a:lnTo>
                <a:lnTo>
                  <a:pt x="1446530" y="164465"/>
                </a:lnTo>
                <a:lnTo>
                  <a:pt x="1480996" y="147131"/>
                </a:lnTo>
                <a:lnTo>
                  <a:pt x="1516128" y="130416"/>
                </a:lnTo>
                <a:lnTo>
                  <a:pt x="1552044" y="114389"/>
                </a:lnTo>
                <a:lnTo>
                  <a:pt x="1588859" y="99120"/>
                </a:lnTo>
                <a:lnTo>
                  <a:pt x="1626690" y="84676"/>
                </a:lnTo>
                <a:lnTo>
                  <a:pt x="1665653" y="71127"/>
                </a:lnTo>
                <a:lnTo>
                  <a:pt x="1705865" y="58542"/>
                </a:lnTo>
                <a:lnTo>
                  <a:pt x="1747441" y="46990"/>
                </a:lnTo>
                <a:lnTo>
                  <a:pt x="1790497" y="36539"/>
                </a:lnTo>
                <a:lnTo>
                  <a:pt x="1835151" y="27258"/>
                </a:lnTo>
                <a:lnTo>
                  <a:pt x="1881518" y="19216"/>
                </a:lnTo>
                <a:lnTo>
                  <a:pt x="1929715" y="12482"/>
                </a:lnTo>
                <a:lnTo>
                  <a:pt x="1979858" y="7124"/>
                </a:lnTo>
                <a:lnTo>
                  <a:pt x="2032063" y="3212"/>
                </a:lnTo>
                <a:lnTo>
                  <a:pt x="2086447" y="815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9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953036C-A07C-4549-BAB5-A4C1D042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3538538"/>
            <a:ext cx="1903095" cy="634365"/>
          </a:xfrm>
          <a:custGeom xmlns:a="http://schemas.openxmlformats.org/drawingml/2006/main">
            <a:pathLst>
              <a:path w="1903095" h="634365">
                <a:moveTo>
                  <a:pt x="0" y="0"/>
                </a:moveTo>
                <a:lnTo>
                  <a:pt x="56042" y="815"/>
                </a:lnTo>
                <a:lnTo>
                  <a:pt x="109590" y="3212"/>
                </a:lnTo>
                <a:lnTo>
                  <a:pt x="160759" y="7124"/>
                </a:lnTo>
                <a:lnTo>
                  <a:pt x="209669" y="12482"/>
                </a:lnTo>
                <a:lnTo>
                  <a:pt x="256436" y="19216"/>
                </a:lnTo>
                <a:lnTo>
                  <a:pt x="301176" y="27258"/>
                </a:lnTo>
                <a:lnTo>
                  <a:pt x="344008" y="36539"/>
                </a:lnTo>
                <a:lnTo>
                  <a:pt x="385048" y="46990"/>
                </a:lnTo>
                <a:lnTo>
                  <a:pt x="424414" y="58542"/>
                </a:lnTo>
                <a:lnTo>
                  <a:pt x="462223" y="71127"/>
                </a:lnTo>
                <a:lnTo>
                  <a:pt x="498592" y="84676"/>
                </a:lnTo>
                <a:lnTo>
                  <a:pt x="533638" y="99120"/>
                </a:lnTo>
                <a:lnTo>
                  <a:pt x="567479" y="114389"/>
                </a:lnTo>
                <a:lnTo>
                  <a:pt x="600231" y="130416"/>
                </a:lnTo>
                <a:lnTo>
                  <a:pt x="632013" y="147131"/>
                </a:lnTo>
                <a:lnTo>
                  <a:pt x="662940" y="164465"/>
                </a:lnTo>
                <a:lnTo>
                  <a:pt x="693131" y="182350"/>
                </a:lnTo>
                <a:lnTo>
                  <a:pt x="722702" y="200717"/>
                </a:lnTo>
                <a:lnTo>
                  <a:pt x="751771" y="219497"/>
                </a:lnTo>
                <a:lnTo>
                  <a:pt x="780455" y="238621"/>
                </a:lnTo>
                <a:lnTo>
                  <a:pt x="808871" y="258021"/>
                </a:lnTo>
                <a:lnTo>
                  <a:pt x="837136" y="277626"/>
                </a:lnTo>
                <a:lnTo>
                  <a:pt x="865368" y="297370"/>
                </a:lnTo>
                <a:lnTo>
                  <a:pt x="893683" y="317183"/>
                </a:lnTo>
                <a:lnTo>
                  <a:pt x="922200" y="336995"/>
                </a:lnTo>
                <a:lnTo>
                  <a:pt x="951034" y="356739"/>
                </a:lnTo>
                <a:lnTo>
                  <a:pt x="980304" y="376344"/>
                </a:lnTo>
                <a:lnTo>
                  <a:pt x="1010126" y="395744"/>
                </a:lnTo>
                <a:lnTo>
                  <a:pt x="1040618" y="414868"/>
                </a:lnTo>
                <a:lnTo>
                  <a:pt x="1071897" y="433648"/>
                </a:lnTo>
                <a:lnTo>
                  <a:pt x="1104081" y="452015"/>
                </a:lnTo>
                <a:lnTo>
                  <a:pt x="1137285" y="469900"/>
                </a:lnTo>
                <a:lnTo>
                  <a:pt x="1171628" y="487234"/>
                </a:lnTo>
                <a:lnTo>
                  <a:pt x="1207227" y="503949"/>
                </a:lnTo>
                <a:lnTo>
                  <a:pt x="1244198" y="519976"/>
                </a:lnTo>
                <a:lnTo>
                  <a:pt x="1282660" y="535245"/>
                </a:lnTo>
                <a:lnTo>
                  <a:pt x="1322729" y="549689"/>
                </a:lnTo>
                <a:lnTo>
                  <a:pt x="1364523" y="563238"/>
                </a:lnTo>
                <a:lnTo>
                  <a:pt x="1408159" y="575823"/>
                </a:lnTo>
                <a:lnTo>
                  <a:pt x="1453753" y="587375"/>
                </a:lnTo>
                <a:lnTo>
                  <a:pt x="1501424" y="597826"/>
                </a:lnTo>
                <a:lnTo>
                  <a:pt x="1551288" y="607107"/>
                </a:lnTo>
                <a:lnTo>
                  <a:pt x="1603462" y="615149"/>
                </a:lnTo>
                <a:lnTo>
                  <a:pt x="1658064" y="621883"/>
                </a:lnTo>
                <a:lnTo>
                  <a:pt x="1715212" y="627241"/>
                </a:lnTo>
                <a:lnTo>
                  <a:pt x="1775021" y="631153"/>
                </a:lnTo>
                <a:lnTo>
                  <a:pt x="1837610" y="633550"/>
                </a:lnTo>
                <a:lnTo>
                  <a:pt x="1903095" y="63436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497833-DF42-4D50-8109-92258407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4025772"/>
            <a:ext cx="72570" cy="32742"/>
          </a:xfrm>
          <a:custGeom xmlns:a="http://schemas.openxmlformats.org/drawingml/2006/main">
            <a:pathLst>
              <a:path w="72570" h="32742">
                <a:moveTo>
                  <a:pt x="0" y="0"/>
                </a:moveTo>
                <a:lnTo>
                  <a:pt x="72570" y="32742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ADB6B1-B8FA-4D58-8A0E-8F2547D9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79" y="3980272"/>
            <a:ext cx="104450" cy="78242"/>
          </a:xfrm>
          <a:custGeom xmlns:a="http://schemas.openxmlformats.org/drawingml/2006/main">
            <a:pathLst>
              <a:path w="104450" h="78242">
                <a:moveTo>
                  <a:pt x="104450" y="78242"/>
                </a:moveTo>
                <a:lnTo>
                  <a:pt x="35254" y="0"/>
                </a:lnTo>
                <a:lnTo>
                  <a:pt x="0" y="7814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9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16D4B522-857F-484B-BCF5-569B2130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3367088"/>
            <a:ext cx="2143125" cy="617220"/>
          </a:xfrm>
          <a:custGeom xmlns:a="http://schemas.openxmlformats.org/drawingml/2006/main">
            <a:pathLst>
              <a:path w="2143125" h="617220">
                <a:moveTo>
                  <a:pt x="0" y="617220"/>
                </a:moveTo>
                <a:lnTo>
                  <a:pt x="74515" y="616427"/>
                </a:lnTo>
                <a:lnTo>
                  <a:pt x="145977" y="614095"/>
                </a:lnTo>
                <a:lnTo>
                  <a:pt x="214501" y="610288"/>
                </a:lnTo>
                <a:lnTo>
                  <a:pt x="280204" y="605076"/>
                </a:lnTo>
                <a:lnTo>
                  <a:pt x="343202" y="598523"/>
                </a:lnTo>
                <a:lnTo>
                  <a:pt x="403611" y="590699"/>
                </a:lnTo>
                <a:lnTo>
                  <a:pt x="461547" y="581669"/>
                </a:lnTo>
                <a:lnTo>
                  <a:pt x="517128" y="571500"/>
                </a:lnTo>
                <a:lnTo>
                  <a:pt x="570469" y="560260"/>
                </a:lnTo>
                <a:lnTo>
                  <a:pt x="621686" y="548015"/>
                </a:lnTo>
                <a:lnTo>
                  <a:pt x="670896" y="534832"/>
                </a:lnTo>
                <a:lnTo>
                  <a:pt x="718215" y="520779"/>
                </a:lnTo>
                <a:lnTo>
                  <a:pt x="763759" y="505923"/>
                </a:lnTo>
                <a:lnTo>
                  <a:pt x="807644" y="490329"/>
                </a:lnTo>
                <a:lnTo>
                  <a:pt x="849988" y="474066"/>
                </a:lnTo>
                <a:lnTo>
                  <a:pt x="890905" y="457200"/>
                </a:lnTo>
                <a:lnTo>
                  <a:pt x="930513" y="439798"/>
                </a:lnTo>
                <a:lnTo>
                  <a:pt x="968927" y="421928"/>
                </a:lnTo>
                <a:lnTo>
                  <a:pt x="1006264" y="403655"/>
                </a:lnTo>
                <a:lnTo>
                  <a:pt x="1042640" y="385048"/>
                </a:lnTo>
                <a:lnTo>
                  <a:pt x="1078172" y="366173"/>
                </a:lnTo>
                <a:lnTo>
                  <a:pt x="1112975" y="347097"/>
                </a:lnTo>
                <a:lnTo>
                  <a:pt x="1147166" y="327887"/>
                </a:lnTo>
                <a:lnTo>
                  <a:pt x="1180862" y="308610"/>
                </a:lnTo>
                <a:lnTo>
                  <a:pt x="1214178" y="289333"/>
                </a:lnTo>
                <a:lnTo>
                  <a:pt x="1247231" y="270123"/>
                </a:lnTo>
                <a:lnTo>
                  <a:pt x="1280136" y="251047"/>
                </a:lnTo>
                <a:lnTo>
                  <a:pt x="1313011" y="232172"/>
                </a:lnTo>
                <a:lnTo>
                  <a:pt x="1345972" y="213565"/>
                </a:lnTo>
                <a:lnTo>
                  <a:pt x="1379134" y="195292"/>
                </a:lnTo>
                <a:lnTo>
                  <a:pt x="1412615" y="177422"/>
                </a:lnTo>
                <a:lnTo>
                  <a:pt x="1446530" y="160020"/>
                </a:lnTo>
                <a:lnTo>
                  <a:pt x="1480996" y="143154"/>
                </a:lnTo>
                <a:lnTo>
                  <a:pt x="1516128" y="126891"/>
                </a:lnTo>
                <a:lnTo>
                  <a:pt x="1552044" y="111297"/>
                </a:lnTo>
                <a:lnTo>
                  <a:pt x="1588859" y="96441"/>
                </a:lnTo>
                <a:lnTo>
                  <a:pt x="1626690" y="82388"/>
                </a:lnTo>
                <a:lnTo>
                  <a:pt x="1665653" y="69205"/>
                </a:lnTo>
                <a:lnTo>
                  <a:pt x="1705865" y="56960"/>
                </a:lnTo>
                <a:lnTo>
                  <a:pt x="1747441" y="45720"/>
                </a:lnTo>
                <a:lnTo>
                  <a:pt x="1790497" y="35551"/>
                </a:lnTo>
                <a:lnTo>
                  <a:pt x="1835151" y="26521"/>
                </a:lnTo>
                <a:lnTo>
                  <a:pt x="1881518" y="18697"/>
                </a:lnTo>
                <a:lnTo>
                  <a:pt x="1929715" y="12144"/>
                </a:lnTo>
                <a:lnTo>
                  <a:pt x="1979858" y="6932"/>
                </a:lnTo>
                <a:lnTo>
                  <a:pt x="2032063" y="3125"/>
                </a:lnTo>
                <a:lnTo>
                  <a:pt x="2086447" y="793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9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A028C77F-54F4-4B4E-8ABE-D851C142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3367088"/>
            <a:ext cx="1903095" cy="617220"/>
          </a:xfrm>
          <a:custGeom xmlns:a="http://schemas.openxmlformats.org/drawingml/2006/main">
            <a:pathLst>
              <a:path w="1903095" h="617220">
                <a:moveTo>
                  <a:pt x="0" y="0"/>
                </a:moveTo>
                <a:lnTo>
                  <a:pt x="56042" y="793"/>
                </a:lnTo>
                <a:lnTo>
                  <a:pt x="109590" y="3125"/>
                </a:lnTo>
                <a:lnTo>
                  <a:pt x="160759" y="6932"/>
                </a:lnTo>
                <a:lnTo>
                  <a:pt x="209669" y="12144"/>
                </a:lnTo>
                <a:lnTo>
                  <a:pt x="256436" y="18697"/>
                </a:lnTo>
                <a:lnTo>
                  <a:pt x="301176" y="26521"/>
                </a:lnTo>
                <a:lnTo>
                  <a:pt x="344008" y="35551"/>
                </a:lnTo>
                <a:lnTo>
                  <a:pt x="385048" y="45720"/>
                </a:lnTo>
                <a:lnTo>
                  <a:pt x="424414" y="56960"/>
                </a:lnTo>
                <a:lnTo>
                  <a:pt x="462223" y="69205"/>
                </a:lnTo>
                <a:lnTo>
                  <a:pt x="498592" y="82388"/>
                </a:lnTo>
                <a:lnTo>
                  <a:pt x="533638" y="96441"/>
                </a:lnTo>
                <a:lnTo>
                  <a:pt x="567479" y="111297"/>
                </a:lnTo>
                <a:lnTo>
                  <a:pt x="600231" y="126891"/>
                </a:lnTo>
                <a:lnTo>
                  <a:pt x="632013" y="143154"/>
                </a:lnTo>
                <a:lnTo>
                  <a:pt x="662940" y="160020"/>
                </a:lnTo>
                <a:lnTo>
                  <a:pt x="693131" y="177422"/>
                </a:lnTo>
                <a:lnTo>
                  <a:pt x="722702" y="195292"/>
                </a:lnTo>
                <a:lnTo>
                  <a:pt x="751771" y="213565"/>
                </a:lnTo>
                <a:lnTo>
                  <a:pt x="780455" y="232172"/>
                </a:lnTo>
                <a:lnTo>
                  <a:pt x="808871" y="251047"/>
                </a:lnTo>
                <a:lnTo>
                  <a:pt x="837136" y="270123"/>
                </a:lnTo>
                <a:lnTo>
                  <a:pt x="865368" y="289333"/>
                </a:lnTo>
                <a:lnTo>
                  <a:pt x="893683" y="308610"/>
                </a:lnTo>
                <a:lnTo>
                  <a:pt x="922200" y="327887"/>
                </a:lnTo>
                <a:lnTo>
                  <a:pt x="951034" y="347097"/>
                </a:lnTo>
                <a:lnTo>
                  <a:pt x="980304" y="366173"/>
                </a:lnTo>
                <a:lnTo>
                  <a:pt x="1010126" y="385048"/>
                </a:lnTo>
                <a:lnTo>
                  <a:pt x="1040618" y="403655"/>
                </a:lnTo>
                <a:lnTo>
                  <a:pt x="1071897" y="421928"/>
                </a:lnTo>
                <a:lnTo>
                  <a:pt x="1104081" y="439798"/>
                </a:lnTo>
                <a:lnTo>
                  <a:pt x="1137285" y="457200"/>
                </a:lnTo>
                <a:lnTo>
                  <a:pt x="1171628" y="474066"/>
                </a:lnTo>
                <a:lnTo>
                  <a:pt x="1207227" y="490329"/>
                </a:lnTo>
                <a:lnTo>
                  <a:pt x="1244198" y="505923"/>
                </a:lnTo>
                <a:lnTo>
                  <a:pt x="1282660" y="520779"/>
                </a:lnTo>
                <a:lnTo>
                  <a:pt x="1322729" y="534832"/>
                </a:lnTo>
                <a:lnTo>
                  <a:pt x="1364523" y="548015"/>
                </a:lnTo>
                <a:lnTo>
                  <a:pt x="1408159" y="560260"/>
                </a:lnTo>
                <a:lnTo>
                  <a:pt x="1453753" y="571500"/>
                </a:lnTo>
                <a:lnTo>
                  <a:pt x="1501424" y="581669"/>
                </a:lnTo>
                <a:lnTo>
                  <a:pt x="1551288" y="590699"/>
                </a:lnTo>
                <a:lnTo>
                  <a:pt x="1603462" y="598523"/>
                </a:lnTo>
                <a:lnTo>
                  <a:pt x="1658064" y="605076"/>
                </a:lnTo>
                <a:lnTo>
                  <a:pt x="1715212" y="610288"/>
                </a:lnTo>
                <a:lnTo>
                  <a:pt x="1775021" y="614095"/>
                </a:lnTo>
                <a:lnTo>
                  <a:pt x="1837610" y="616427"/>
                </a:lnTo>
                <a:lnTo>
                  <a:pt x="1903095" y="61722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BEA6F2-3F32-4B0C-ADF3-B173B94E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3841153"/>
            <a:ext cx="72570" cy="31857"/>
          </a:xfrm>
          <a:custGeom xmlns:a="http://schemas.openxmlformats.org/drawingml/2006/main">
            <a:pathLst>
              <a:path w="72570" h="31857">
                <a:moveTo>
                  <a:pt x="0" y="0"/>
                </a:moveTo>
                <a:lnTo>
                  <a:pt x="72570" y="31857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7053AB-D30A-4CEF-A438-541053A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83" y="3795477"/>
            <a:ext cx="104445" cy="78495"/>
          </a:xfrm>
          <a:custGeom xmlns:a="http://schemas.openxmlformats.org/drawingml/2006/main">
            <a:pathLst>
              <a:path w="104445" h="78495">
                <a:moveTo>
                  <a:pt x="104445" y="77533"/>
                </a:moveTo>
                <a:lnTo>
                  <a:pt x="34457" y="0"/>
                </a:lnTo>
                <a:lnTo>
                  <a:pt x="0" y="784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9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91CAA66-E021-471C-AAC1-0472CF9E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3195638"/>
            <a:ext cx="2143125" cy="600075"/>
          </a:xfrm>
          <a:custGeom xmlns:a="http://schemas.openxmlformats.org/drawingml/2006/main">
            <a:pathLst>
              <a:path w="2143125" h="600075">
                <a:moveTo>
                  <a:pt x="0" y="600075"/>
                </a:moveTo>
                <a:lnTo>
                  <a:pt x="74515" y="599305"/>
                </a:lnTo>
                <a:lnTo>
                  <a:pt x="145977" y="597036"/>
                </a:lnTo>
                <a:lnTo>
                  <a:pt x="214501" y="593336"/>
                </a:lnTo>
                <a:lnTo>
                  <a:pt x="280204" y="588268"/>
                </a:lnTo>
                <a:lnTo>
                  <a:pt x="343202" y="581898"/>
                </a:lnTo>
                <a:lnTo>
                  <a:pt x="403611" y="574291"/>
                </a:lnTo>
                <a:lnTo>
                  <a:pt x="461547" y="565511"/>
                </a:lnTo>
                <a:lnTo>
                  <a:pt x="517128" y="555625"/>
                </a:lnTo>
                <a:lnTo>
                  <a:pt x="570469" y="544697"/>
                </a:lnTo>
                <a:lnTo>
                  <a:pt x="621686" y="532792"/>
                </a:lnTo>
                <a:lnTo>
                  <a:pt x="670896" y="519976"/>
                </a:lnTo>
                <a:lnTo>
                  <a:pt x="718215" y="506313"/>
                </a:lnTo>
                <a:lnTo>
                  <a:pt x="763759" y="491869"/>
                </a:lnTo>
                <a:lnTo>
                  <a:pt x="807644" y="476709"/>
                </a:lnTo>
                <a:lnTo>
                  <a:pt x="849988" y="460897"/>
                </a:lnTo>
                <a:lnTo>
                  <a:pt x="890905" y="444500"/>
                </a:lnTo>
                <a:lnTo>
                  <a:pt x="930513" y="427582"/>
                </a:lnTo>
                <a:lnTo>
                  <a:pt x="968927" y="410208"/>
                </a:lnTo>
                <a:lnTo>
                  <a:pt x="1006264" y="392443"/>
                </a:lnTo>
                <a:lnTo>
                  <a:pt x="1042640" y="374352"/>
                </a:lnTo>
                <a:lnTo>
                  <a:pt x="1078172" y="356002"/>
                </a:lnTo>
                <a:lnTo>
                  <a:pt x="1112975" y="337455"/>
                </a:lnTo>
                <a:lnTo>
                  <a:pt x="1147166" y="318779"/>
                </a:lnTo>
                <a:lnTo>
                  <a:pt x="1180862" y="300038"/>
                </a:lnTo>
                <a:lnTo>
                  <a:pt x="1214178" y="281296"/>
                </a:lnTo>
                <a:lnTo>
                  <a:pt x="1247231" y="262620"/>
                </a:lnTo>
                <a:lnTo>
                  <a:pt x="1280136" y="244073"/>
                </a:lnTo>
                <a:lnTo>
                  <a:pt x="1313011" y="225723"/>
                </a:lnTo>
                <a:lnTo>
                  <a:pt x="1345972" y="207632"/>
                </a:lnTo>
                <a:lnTo>
                  <a:pt x="1379134" y="189867"/>
                </a:lnTo>
                <a:lnTo>
                  <a:pt x="1412615" y="172493"/>
                </a:lnTo>
                <a:lnTo>
                  <a:pt x="1446530" y="155575"/>
                </a:lnTo>
                <a:lnTo>
                  <a:pt x="1480996" y="139178"/>
                </a:lnTo>
                <a:lnTo>
                  <a:pt x="1516128" y="123366"/>
                </a:lnTo>
                <a:lnTo>
                  <a:pt x="1552044" y="108206"/>
                </a:lnTo>
                <a:lnTo>
                  <a:pt x="1588859" y="93762"/>
                </a:lnTo>
                <a:lnTo>
                  <a:pt x="1626690" y="80099"/>
                </a:lnTo>
                <a:lnTo>
                  <a:pt x="1665653" y="67283"/>
                </a:lnTo>
                <a:lnTo>
                  <a:pt x="1705865" y="55378"/>
                </a:lnTo>
                <a:lnTo>
                  <a:pt x="1747441" y="44450"/>
                </a:lnTo>
                <a:lnTo>
                  <a:pt x="1790497" y="34564"/>
                </a:lnTo>
                <a:lnTo>
                  <a:pt x="1835151" y="25784"/>
                </a:lnTo>
                <a:lnTo>
                  <a:pt x="1881518" y="18177"/>
                </a:lnTo>
                <a:lnTo>
                  <a:pt x="1929715" y="11807"/>
                </a:lnTo>
                <a:lnTo>
                  <a:pt x="1979858" y="6739"/>
                </a:lnTo>
                <a:lnTo>
                  <a:pt x="2032063" y="3039"/>
                </a:lnTo>
                <a:lnTo>
                  <a:pt x="2086447" y="770"/>
                </a:ln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9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8A74AE3-AEFE-428C-BAAD-A8A80780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3195638"/>
            <a:ext cx="1903095" cy="600075"/>
          </a:xfrm>
          <a:custGeom xmlns:a="http://schemas.openxmlformats.org/drawingml/2006/main">
            <a:pathLst>
              <a:path w="1903095" h="600075">
                <a:moveTo>
                  <a:pt x="0" y="0"/>
                </a:moveTo>
                <a:lnTo>
                  <a:pt x="56042" y="770"/>
                </a:lnTo>
                <a:lnTo>
                  <a:pt x="109590" y="3039"/>
                </a:lnTo>
                <a:lnTo>
                  <a:pt x="160759" y="6739"/>
                </a:lnTo>
                <a:lnTo>
                  <a:pt x="209669" y="11807"/>
                </a:lnTo>
                <a:lnTo>
                  <a:pt x="256436" y="18177"/>
                </a:lnTo>
                <a:lnTo>
                  <a:pt x="301176" y="25784"/>
                </a:lnTo>
                <a:lnTo>
                  <a:pt x="344008" y="34564"/>
                </a:lnTo>
                <a:lnTo>
                  <a:pt x="385048" y="44450"/>
                </a:lnTo>
                <a:lnTo>
                  <a:pt x="424414" y="55378"/>
                </a:lnTo>
                <a:lnTo>
                  <a:pt x="462223" y="67283"/>
                </a:lnTo>
                <a:lnTo>
                  <a:pt x="498592" y="80099"/>
                </a:lnTo>
                <a:lnTo>
                  <a:pt x="533638" y="93762"/>
                </a:lnTo>
                <a:lnTo>
                  <a:pt x="567479" y="108206"/>
                </a:lnTo>
                <a:lnTo>
                  <a:pt x="600231" y="123366"/>
                </a:lnTo>
                <a:lnTo>
                  <a:pt x="632013" y="139178"/>
                </a:lnTo>
                <a:lnTo>
                  <a:pt x="662940" y="155575"/>
                </a:lnTo>
                <a:lnTo>
                  <a:pt x="693131" y="172493"/>
                </a:lnTo>
                <a:lnTo>
                  <a:pt x="722702" y="189867"/>
                </a:lnTo>
                <a:lnTo>
                  <a:pt x="751771" y="207632"/>
                </a:lnTo>
                <a:lnTo>
                  <a:pt x="780455" y="225723"/>
                </a:lnTo>
                <a:lnTo>
                  <a:pt x="808871" y="244073"/>
                </a:lnTo>
                <a:lnTo>
                  <a:pt x="837136" y="262620"/>
                </a:lnTo>
                <a:lnTo>
                  <a:pt x="865368" y="281296"/>
                </a:lnTo>
                <a:lnTo>
                  <a:pt x="893683" y="300038"/>
                </a:lnTo>
                <a:lnTo>
                  <a:pt x="922200" y="318779"/>
                </a:lnTo>
                <a:lnTo>
                  <a:pt x="951034" y="337455"/>
                </a:lnTo>
                <a:lnTo>
                  <a:pt x="980304" y="356002"/>
                </a:lnTo>
                <a:lnTo>
                  <a:pt x="1010126" y="374352"/>
                </a:lnTo>
                <a:lnTo>
                  <a:pt x="1040618" y="392443"/>
                </a:lnTo>
                <a:lnTo>
                  <a:pt x="1071897" y="410208"/>
                </a:lnTo>
                <a:lnTo>
                  <a:pt x="1104081" y="427582"/>
                </a:lnTo>
                <a:lnTo>
                  <a:pt x="1137285" y="444500"/>
                </a:lnTo>
                <a:lnTo>
                  <a:pt x="1171628" y="460897"/>
                </a:lnTo>
                <a:lnTo>
                  <a:pt x="1207227" y="476709"/>
                </a:lnTo>
                <a:lnTo>
                  <a:pt x="1244198" y="491869"/>
                </a:lnTo>
                <a:lnTo>
                  <a:pt x="1282660" y="506313"/>
                </a:lnTo>
                <a:lnTo>
                  <a:pt x="1322729" y="519976"/>
                </a:lnTo>
                <a:lnTo>
                  <a:pt x="1364523" y="532792"/>
                </a:lnTo>
                <a:lnTo>
                  <a:pt x="1408159" y="544697"/>
                </a:lnTo>
                <a:lnTo>
                  <a:pt x="1453753" y="555625"/>
                </a:lnTo>
                <a:lnTo>
                  <a:pt x="1501424" y="565511"/>
                </a:lnTo>
                <a:lnTo>
                  <a:pt x="1551288" y="574291"/>
                </a:lnTo>
                <a:lnTo>
                  <a:pt x="1603462" y="581898"/>
                </a:lnTo>
                <a:lnTo>
                  <a:pt x="1658064" y="588268"/>
                </a:lnTo>
                <a:lnTo>
                  <a:pt x="1715212" y="593336"/>
                </a:lnTo>
                <a:lnTo>
                  <a:pt x="1775021" y="597036"/>
                </a:lnTo>
                <a:lnTo>
                  <a:pt x="1837610" y="599305"/>
                </a:lnTo>
                <a:lnTo>
                  <a:pt x="1903095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1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99E3DB-3758-4E46-A410-E7B4FA8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3656535"/>
            <a:ext cx="72570" cy="30972"/>
          </a:xfrm>
          <a:custGeom xmlns:a="http://schemas.openxmlformats.org/drawingml/2006/main">
            <a:pathLst>
              <a:path w="72570" h="30972">
                <a:moveTo>
                  <a:pt x="0" y="0"/>
                </a:moveTo>
                <a:lnTo>
                  <a:pt x="72570" y="30972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665FFD-D160-4382-874E-A5B30287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99" y="3610696"/>
            <a:ext cx="104430" cy="78845"/>
          </a:xfrm>
          <a:custGeom xmlns:a="http://schemas.openxmlformats.org/drawingml/2006/main">
            <a:pathLst>
              <a:path w="104430" h="78845">
                <a:moveTo>
                  <a:pt x="104430" y="76811"/>
                </a:moveTo>
                <a:lnTo>
                  <a:pt x="33649" y="0"/>
                </a:lnTo>
                <a:lnTo>
                  <a:pt x="0" y="7884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0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A003E09-20A1-4865-BE63-E0D2982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5235893"/>
            <a:ext cx="2143125" cy="702945"/>
          </a:xfrm>
          <a:custGeom xmlns:a="http://schemas.openxmlformats.org/drawingml/2006/main">
            <a:pathLst>
              <a:path w="2143125" h="702945">
                <a:moveTo>
                  <a:pt x="0" y="0"/>
                </a:moveTo>
                <a:lnTo>
                  <a:pt x="74515" y="903"/>
                </a:lnTo>
                <a:lnTo>
                  <a:pt x="145977" y="3559"/>
                </a:lnTo>
                <a:lnTo>
                  <a:pt x="214501" y="7894"/>
                </a:lnTo>
                <a:lnTo>
                  <a:pt x="280204" y="13831"/>
                </a:lnTo>
                <a:lnTo>
                  <a:pt x="343202" y="21293"/>
                </a:lnTo>
                <a:lnTo>
                  <a:pt x="403611" y="30205"/>
                </a:lnTo>
                <a:lnTo>
                  <a:pt x="461547" y="40489"/>
                </a:lnTo>
                <a:lnTo>
                  <a:pt x="517128" y="52070"/>
                </a:lnTo>
                <a:lnTo>
                  <a:pt x="570469" y="64871"/>
                </a:lnTo>
                <a:lnTo>
                  <a:pt x="621686" y="78817"/>
                </a:lnTo>
                <a:lnTo>
                  <a:pt x="670896" y="93830"/>
                </a:lnTo>
                <a:lnTo>
                  <a:pt x="718215" y="109835"/>
                </a:lnTo>
                <a:lnTo>
                  <a:pt x="763759" y="126755"/>
                </a:lnTo>
                <a:lnTo>
                  <a:pt x="807644" y="144515"/>
                </a:lnTo>
                <a:lnTo>
                  <a:pt x="849988" y="163037"/>
                </a:lnTo>
                <a:lnTo>
                  <a:pt x="890905" y="182245"/>
                </a:lnTo>
                <a:lnTo>
                  <a:pt x="930513" y="202064"/>
                </a:lnTo>
                <a:lnTo>
                  <a:pt x="968927" y="222416"/>
                </a:lnTo>
                <a:lnTo>
                  <a:pt x="1006264" y="243226"/>
                </a:lnTo>
                <a:lnTo>
                  <a:pt x="1042640" y="264418"/>
                </a:lnTo>
                <a:lnTo>
                  <a:pt x="1078172" y="285915"/>
                </a:lnTo>
                <a:lnTo>
                  <a:pt x="1112975" y="307640"/>
                </a:lnTo>
                <a:lnTo>
                  <a:pt x="1147166" y="329518"/>
                </a:lnTo>
                <a:lnTo>
                  <a:pt x="1180862" y="351472"/>
                </a:lnTo>
                <a:lnTo>
                  <a:pt x="1214178" y="373427"/>
                </a:lnTo>
                <a:lnTo>
                  <a:pt x="1247231" y="395305"/>
                </a:lnTo>
                <a:lnTo>
                  <a:pt x="1280136" y="417030"/>
                </a:lnTo>
                <a:lnTo>
                  <a:pt x="1313011" y="438527"/>
                </a:lnTo>
                <a:lnTo>
                  <a:pt x="1345972" y="459719"/>
                </a:lnTo>
                <a:lnTo>
                  <a:pt x="1379134" y="480529"/>
                </a:lnTo>
                <a:lnTo>
                  <a:pt x="1412615" y="500881"/>
                </a:lnTo>
                <a:lnTo>
                  <a:pt x="1446530" y="520700"/>
                </a:lnTo>
                <a:lnTo>
                  <a:pt x="1480996" y="539908"/>
                </a:lnTo>
                <a:lnTo>
                  <a:pt x="1516128" y="558430"/>
                </a:lnTo>
                <a:lnTo>
                  <a:pt x="1552044" y="576190"/>
                </a:lnTo>
                <a:lnTo>
                  <a:pt x="1588859" y="593110"/>
                </a:lnTo>
                <a:lnTo>
                  <a:pt x="1626690" y="609115"/>
                </a:lnTo>
                <a:lnTo>
                  <a:pt x="1665653" y="624128"/>
                </a:lnTo>
                <a:lnTo>
                  <a:pt x="1705865" y="638074"/>
                </a:lnTo>
                <a:lnTo>
                  <a:pt x="1747441" y="650875"/>
                </a:lnTo>
                <a:lnTo>
                  <a:pt x="1790497" y="662456"/>
                </a:lnTo>
                <a:lnTo>
                  <a:pt x="1835151" y="672740"/>
                </a:lnTo>
                <a:lnTo>
                  <a:pt x="1881518" y="681652"/>
                </a:lnTo>
                <a:lnTo>
                  <a:pt x="1929715" y="689114"/>
                </a:lnTo>
                <a:lnTo>
                  <a:pt x="1979858" y="695051"/>
                </a:lnTo>
                <a:lnTo>
                  <a:pt x="2032063" y="699386"/>
                </a:lnTo>
                <a:lnTo>
                  <a:pt x="2086447" y="702042"/>
                </a:lnTo>
                <a:lnTo>
                  <a:pt x="2143125" y="70294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0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480097CE-8293-4BD4-8431-5D2454E2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5235893"/>
            <a:ext cx="1903095" cy="702945"/>
          </a:xfrm>
          <a:custGeom xmlns:a="http://schemas.openxmlformats.org/drawingml/2006/main">
            <a:pathLst>
              <a:path w="1903095" h="702945">
                <a:moveTo>
                  <a:pt x="0" y="702945"/>
                </a:moveTo>
                <a:lnTo>
                  <a:pt x="56042" y="702042"/>
                </a:lnTo>
                <a:lnTo>
                  <a:pt x="109590" y="699386"/>
                </a:lnTo>
                <a:lnTo>
                  <a:pt x="160759" y="695051"/>
                </a:lnTo>
                <a:lnTo>
                  <a:pt x="209669" y="689114"/>
                </a:lnTo>
                <a:lnTo>
                  <a:pt x="256436" y="681652"/>
                </a:lnTo>
                <a:lnTo>
                  <a:pt x="301176" y="672740"/>
                </a:lnTo>
                <a:lnTo>
                  <a:pt x="344008" y="662456"/>
                </a:lnTo>
                <a:lnTo>
                  <a:pt x="385048" y="650875"/>
                </a:lnTo>
                <a:lnTo>
                  <a:pt x="424414" y="638074"/>
                </a:lnTo>
                <a:lnTo>
                  <a:pt x="462223" y="624128"/>
                </a:lnTo>
                <a:lnTo>
                  <a:pt x="498592" y="609115"/>
                </a:lnTo>
                <a:lnTo>
                  <a:pt x="533638" y="593110"/>
                </a:lnTo>
                <a:lnTo>
                  <a:pt x="567479" y="576190"/>
                </a:lnTo>
                <a:lnTo>
                  <a:pt x="600231" y="558430"/>
                </a:lnTo>
                <a:lnTo>
                  <a:pt x="632013" y="539908"/>
                </a:lnTo>
                <a:lnTo>
                  <a:pt x="662940" y="520700"/>
                </a:lnTo>
                <a:lnTo>
                  <a:pt x="693131" y="500881"/>
                </a:lnTo>
                <a:lnTo>
                  <a:pt x="722702" y="480529"/>
                </a:lnTo>
                <a:lnTo>
                  <a:pt x="751771" y="459719"/>
                </a:lnTo>
                <a:lnTo>
                  <a:pt x="780455" y="438527"/>
                </a:lnTo>
                <a:lnTo>
                  <a:pt x="808871" y="417030"/>
                </a:lnTo>
                <a:lnTo>
                  <a:pt x="837136" y="395305"/>
                </a:lnTo>
                <a:lnTo>
                  <a:pt x="865368" y="373427"/>
                </a:lnTo>
                <a:lnTo>
                  <a:pt x="893683" y="351472"/>
                </a:lnTo>
                <a:lnTo>
                  <a:pt x="922200" y="329518"/>
                </a:lnTo>
                <a:lnTo>
                  <a:pt x="951034" y="307640"/>
                </a:lnTo>
                <a:lnTo>
                  <a:pt x="980304" y="285915"/>
                </a:lnTo>
                <a:lnTo>
                  <a:pt x="1010126" y="264418"/>
                </a:lnTo>
                <a:lnTo>
                  <a:pt x="1040618" y="243226"/>
                </a:lnTo>
                <a:lnTo>
                  <a:pt x="1071897" y="222416"/>
                </a:lnTo>
                <a:lnTo>
                  <a:pt x="1104081" y="202064"/>
                </a:lnTo>
                <a:lnTo>
                  <a:pt x="1137285" y="182245"/>
                </a:lnTo>
                <a:lnTo>
                  <a:pt x="1171628" y="163037"/>
                </a:lnTo>
                <a:lnTo>
                  <a:pt x="1207227" y="144515"/>
                </a:lnTo>
                <a:lnTo>
                  <a:pt x="1244198" y="126755"/>
                </a:lnTo>
                <a:lnTo>
                  <a:pt x="1282660" y="109835"/>
                </a:lnTo>
                <a:lnTo>
                  <a:pt x="1322729" y="93830"/>
                </a:lnTo>
                <a:lnTo>
                  <a:pt x="1364523" y="78817"/>
                </a:lnTo>
                <a:lnTo>
                  <a:pt x="1408159" y="64871"/>
                </a:lnTo>
                <a:lnTo>
                  <a:pt x="1453753" y="52070"/>
                </a:lnTo>
                <a:lnTo>
                  <a:pt x="1501424" y="40489"/>
                </a:lnTo>
                <a:lnTo>
                  <a:pt x="1551288" y="30205"/>
                </a:lnTo>
                <a:lnTo>
                  <a:pt x="1603462" y="21293"/>
                </a:lnTo>
                <a:lnTo>
                  <a:pt x="1658064" y="13831"/>
                </a:lnTo>
                <a:lnTo>
                  <a:pt x="1715212" y="7894"/>
                </a:lnTo>
                <a:lnTo>
                  <a:pt x="1775021" y="3559"/>
                </a:lnTo>
                <a:lnTo>
                  <a:pt x="1837610" y="903"/>
                </a:lnTo>
                <a:lnTo>
                  <a:pt x="19030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847DD7-2014-4A9C-B3B8-D5F7C747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5362648"/>
            <a:ext cx="72570" cy="36281"/>
          </a:xfrm>
          <a:custGeom xmlns:a="http://schemas.openxmlformats.org/drawingml/2006/main">
            <a:pathLst>
              <a:path w="72570" h="36281">
                <a:moveTo>
                  <a:pt x="0" y="36281"/>
                </a:moveTo>
                <a:lnTo>
                  <a:pt x="72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A8DDA8-6B9B-4E3D-9151-42A9A2AE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165" y="5362648"/>
            <a:ext cx="104363" cy="80932"/>
          </a:xfrm>
          <a:custGeom xmlns:a="http://schemas.openxmlformats.org/drawingml/2006/main">
            <a:pathLst>
              <a:path w="104363" h="80932">
                <a:moveTo>
                  <a:pt x="104363" y="0"/>
                </a:moveTo>
                <a:lnTo>
                  <a:pt x="0" y="4255"/>
                </a:lnTo>
                <a:lnTo>
                  <a:pt x="38334" y="8093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0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BE142387-3C1F-48B1-9DD8-08034BC5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5424488"/>
            <a:ext cx="2143125" cy="685800"/>
          </a:xfrm>
          <a:custGeom xmlns:a="http://schemas.openxmlformats.org/drawingml/2006/main">
            <a:pathLst>
              <a:path w="2143125" h="685800">
                <a:moveTo>
                  <a:pt x="0" y="0"/>
                </a:moveTo>
                <a:lnTo>
                  <a:pt x="74515" y="881"/>
                </a:lnTo>
                <a:lnTo>
                  <a:pt x="145977" y="3473"/>
                </a:lnTo>
                <a:lnTo>
                  <a:pt x="214501" y="7702"/>
                </a:lnTo>
                <a:lnTo>
                  <a:pt x="280204" y="13494"/>
                </a:lnTo>
                <a:lnTo>
                  <a:pt x="343202" y="20774"/>
                </a:lnTo>
                <a:lnTo>
                  <a:pt x="403611" y="29468"/>
                </a:lnTo>
                <a:lnTo>
                  <a:pt x="461547" y="39501"/>
                </a:lnTo>
                <a:lnTo>
                  <a:pt x="517128" y="50800"/>
                </a:lnTo>
                <a:lnTo>
                  <a:pt x="570469" y="63289"/>
                </a:lnTo>
                <a:lnTo>
                  <a:pt x="621686" y="76895"/>
                </a:lnTo>
                <a:lnTo>
                  <a:pt x="670896" y="91542"/>
                </a:lnTo>
                <a:lnTo>
                  <a:pt x="718215" y="107156"/>
                </a:lnTo>
                <a:lnTo>
                  <a:pt x="763759" y="123664"/>
                </a:lnTo>
                <a:lnTo>
                  <a:pt x="807644" y="140990"/>
                </a:lnTo>
                <a:lnTo>
                  <a:pt x="849988" y="159060"/>
                </a:lnTo>
                <a:lnTo>
                  <a:pt x="890905" y="177800"/>
                </a:lnTo>
                <a:lnTo>
                  <a:pt x="930513" y="197135"/>
                </a:lnTo>
                <a:lnTo>
                  <a:pt x="968927" y="216991"/>
                </a:lnTo>
                <a:lnTo>
                  <a:pt x="1006264" y="237294"/>
                </a:lnTo>
                <a:lnTo>
                  <a:pt x="1042640" y="257969"/>
                </a:lnTo>
                <a:lnTo>
                  <a:pt x="1078172" y="278941"/>
                </a:lnTo>
                <a:lnTo>
                  <a:pt x="1112975" y="300137"/>
                </a:lnTo>
                <a:lnTo>
                  <a:pt x="1147166" y="321481"/>
                </a:lnTo>
                <a:lnTo>
                  <a:pt x="1180862" y="342900"/>
                </a:lnTo>
                <a:lnTo>
                  <a:pt x="1214178" y="364319"/>
                </a:lnTo>
                <a:lnTo>
                  <a:pt x="1247231" y="385663"/>
                </a:lnTo>
                <a:lnTo>
                  <a:pt x="1280136" y="406859"/>
                </a:lnTo>
                <a:lnTo>
                  <a:pt x="1313011" y="427831"/>
                </a:lnTo>
                <a:lnTo>
                  <a:pt x="1345972" y="448506"/>
                </a:lnTo>
                <a:lnTo>
                  <a:pt x="1379134" y="468809"/>
                </a:lnTo>
                <a:lnTo>
                  <a:pt x="1412615" y="488665"/>
                </a:lnTo>
                <a:lnTo>
                  <a:pt x="1446530" y="508000"/>
                </a:lnTo>
                <a:lnTo>
                  <a:pt x="1480996" y="526740"/>
                </a:lnTo>
                <a:lnTo>
                  <a:pt x="1516128" y="544810"/>
                </a:lnTo>
                <a:lnTo>
                  <a:pt x="1552044" y="562136"/>
                </a:lnTo>
                <a:lnTo>
                  <a:pt x="1588859" y="578644"/>
                </a:lnTo>
                <a:lnTo>
                  <a:pt x="1626690" y="594258"/>
                </a:lnTo>
                <a:lnTo>
                  <a:pt x="1665653" y="608905"/>
                </a:lnTo>
                <a:lnTo>
                  <a:pt x="1705865" y="622511"/>
                </a:lnTo>
                <a:lnTo>
                  <a:pt x="1747441" y="635000"/>
                </a:lnTo>
                <a:lnTo>
                  <a:pt x="1790497" y="646299"/>
                </a:lnTo>
                <a:lnTo>
                  <a:pt x="1835151" y="656332"/>
                </a:lnTo>
                <a:lnTo>
                  <a:pt x="1881518" y="665026"/>
                </a:lnTo>
                <a:lnTo>
                  <a:pt x="1929715" y="672306"/>
                </a:lnTo>
                <a:lnTo>
                  <a:pt x="1979858" y="678098"/>
                </a:lnTo>
                <a:lnTo>
                  <a:pt x="2032063" y="682327"/>
                </a:lnTo>
                <a:lnTo>
                  <a:pt x="2086447" y="684919"/>
                </a:lnTo>
                <a:lnTo>
                  <a:pt x="2143125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0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8A90403-2370-43B1-985A-5D5DCBD5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5424488"/>
            <a:ext cx="1903095" cy="685800"/>
          </a:xfrm>
          <a:custGeom xmlns:a="http://schemas.openxmlformats.org/drawingml/2006/main">
            <a:pathLst>
              <a:path w="1903095" h="685800">
                <a:moveTo>
                  <a:pt x="0" y="685800"/>
                </a:moveTo>
                <a:lnTo>
                  <a:pt x="56042" y="684919"/>
                </a:lnTo>
                <a:lnTo>
                  <a:pt x="109590" y="682327"/>
                </a:lnTo>
                <a:lnTo>
                  <a:pt x="160759" y="678098"/>
                </a:lnTo>
                <a:lnTo>
                  <a:pt x="209669" y="672306"/>
                </a:lnTo>
                <a:lnTo>
                  <a:pt x="256436" y="665026"/>
                </a:lnTo>
                <a:lnTo>
                  <a:pt x="301176" y="656332"/>
                </a:lnTo>
                <a:lnTo>
                  <a:pt x="344008" y="646299"/>
                </a:lnTo>
                <a:lnTo>
                  <a:pt x="385048" y="635000"/>
                </a:lnTo>
                <a:lnTo>
                  <a:pt x="424414" y="622511"/>
                </a:lnTo>
                <a:lnTo>
                  <a:pt x="462223" y="608905"/>
                </a:lnTo>
                <a:lnTo>
                  <a:pt x="498592" y="594258"/>
                </a:lnTo>
                <a:lnTo>
                  <a:pt x="533638" y="578644"/>
                </a:lnTo>
                <a:lnTo>
                  <a:pt x="567479" y="562136"/>
                </a:lnTo>
                <a:lnTo>
                  <a:pt x="600231" y="544810"/>
                </a:lnTo>
                <a:lnTo>
                  <a:pt x="632013" y="526740"/>
                </a:lnTo>
                <a:lnTo>
                  <a:pt x="662940" y="508000"/>
                </a:lnTo>
                <a:lnTo>
                  <a:pt x="693131" y="488665"/>
                </a:lnTo>
                <a:lnTo>
                  <a:pt x="722702" y="468809"/>
                </a:lnTo>
                <a:lnTo>
                  <a:pt x="751771" y="448506"/>
                </a:lnTo>
                <a:lnTo>
                  <a:pt x="780455" y="427831"/>
                </a:lnTo>
                <a:lnTo>
                  <a:pt x="808871" y="406859"/>
                </a:lnTo>
                <a:lnTo>
                  <a:pt x="837136" y="385663"/>
                </a:lnTo>
                <a:lnTo>
                  <a:pt x="865368" y="364319"/>
                </a:lnTo>
                <a:lnTo>
                  <a:pt x="893683" y="342900"/>
                </a:lnTo>
                <a:lnTo>
                  <a:pt x="922200" y="321481"/>
                </a:lnTo>
                <a:lnTo>
                  <a:pt x="951034" y="300137"/>
                </a:lnTo>
                <a:lnTo>
                  <a:pt x="980304" y="278941"/>
                </a:lnTo>
                <a:lnTo>
                  <a:pt x="1010126" y="257969"/>
                </a:lnTo>
                <a:lnTo>
                  <a:pt x="1040618" y="237294"/>
                </a:lnTo>
                <a:lnTo>
                  <a:pt x="1071897" y="216991"/>
                </a:lnTo>
                <a:lnTo>
                  <a:pt x="1104081" y="197135"/>
                </a:lnTo>
                <a:lnTo>
                  <a:pt x="1137285" y="177800"/>
                </a:lnTo>
                <a:lnTo>
                  <a:pt x="1171628" y="159060"/>
                </a:lnTo>
                <a:lnTo>
                  <a:pt x="1207227" y="140990"/>
                </a:lnTo>
                <a:lnTo>
                  <a:pt x="1244198" y="123664"/>
                </a:lnTo>
                <a:lnTo>
                  <a:pt x="1282660" y="107156"/>
                </a:lnTo>
                <a:lnTo>
                  <a:pt x="1322729" y="91542"/>
                </a:lnTo>
                <a:lnTo>
                  <a:pt x="1364523" y="76895"/>
                </a:lnTo>
                <a:lnTo>
                  <a:pt x="1408159" y="63289"/>
                </a:lnTo>
                <a:lnTo>
                  <a:pt x="1453753" y="50800"/>
                </a:lnTo>
                <a:lnTo>
                  <a:pt x="1501424" y="39501"/>
                </a:lnTo>
                <a:lnTo>
                  <a:pt x="1551288" y="29468"/>
                </a:lnTo>
                <a:lnTo>
                  <a:pt x="1603462" y="20774"/>
                </a:lnTo>
                <a:lnTo>
                  <a:pt x="1658064" y="13494"/>
                </a:lnTo>
                <a:lnTo>
                  <a:pt x="1715212" y="7702"/>
                </a:lnTo>
                <a:lnTo>
                  <a:pt x="1775021" y="3473"/>
                </a:lnTo>
                <a:lnTo>
                  <a:pt x="1837610" y="881"/>
                </a:lnTo>
                <a:lnTo>
                  <a:pt x="19030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735F6A-29BF-4A58-AAB3-E363ECD3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5548151"/>
            <a:ext cx="72570" cy="35396"/>
          </a:xfrm>
          <a:custGeom xmlns:a="http://schemas.openxmlformats.org/drawingml/2006/main">
            <a:pathLst>
              <a:path w="72570" h="35396">
                <a:moveTo>
                  <a:pt x="0" y="35396"/>
                </a:moveTo>
                <a:lnTo>
                  <a:pt x="72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5A3221D-0FAE-4A5B-82D9-FCD53174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129" y="5548151"/>
            <a:ext cx="104400" cy="80280"/>
          </a:xfrm>
          <a:custGeom xmlns:a="http://schemas.openxmlformats.org/drawingml/2006/main">
            <a:pathLst>
              <a:path w="104400" h="80280">
                <a:moveTo>
                  <a:pt x="104400" y="0"/>
                </a:moveTo>
                <a:lnTo>
                  <a:pt x="0" y="3232"/>
                </a:lnTo>
                <a:lnTo>
                  <a:pt x="37580" y="8028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09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44D5B956-D8CC-47DF-AA7E-E0B08ACB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5613083"/>
            <a:ext cx="2143125" cy="668655"/>
          </a:xfrm>
          <a:custGeom xmlns:a="http://schemas.openxmlformats.org/drawingml/2006/main">
            <a:pathLst>
              <a:path w="2143125" h="668655">
                <a:moveTo>
                  <a:pt x="0" y="0"/>
                </a:moveTo>
                <a:lnTo>
                  <a:pt x="74515" y="859"/>
                </a:lnTo>
                <a:lnTo>
                  <a:pt x="145977" y="3386"/>
                </a:lnTo>
                <a:lnTo>
                  <a:pt x="214501" y="7509"/>
                </a:lnTo>
                <a:lnTo>
                  <a:pt x="280204" y="13156"/>
                </a:lnTo>
                <a:lnTo>
                  <a:pt x="343202" y="20255"/>
                </a:lnTo>
                <a:lnTo>
                  <a:pt x="403611" y="28731"/>
                </a:lnTo>
                <a:lnTo>
                  <a:pt x="461547" y="38514"/>
                </a:lnTo>
                <a:lnTo>
                  <a:pt x="517128" y="49530"/>
                </a:lnTo>
                <a:lnTo>
                  <a:pt x="570469" y="61707"/>
                </a:lnTo>
                <a:lnTo>
                  <a:pt x="621686" y="74972"/>
                </a:lnTo>
                <a:lnTo>
                  <a:pt x="670896" y="89253"/>
                </a:lnTo>
                <a:lnTo>
                  <a:pt x="718215" y="104477"/>
                </a:lnTo>
                <a:lnTo>
                  <a:pt x="763759" y="120572"/>
                </a:lnTo>
                <a:lnTo>
                  <a:pt x="807644" y="137465"/>
                </a:lnTo>
                <a:lnTo>
                  <a:pt x="849988" y="155084"/>
                </a:lnTo>
                <a:lnTo>
                  <a:pt x="890905" y="173355"/>
                </a:lnTo>
                <a:lnTo>
                  <a:pt x="930513" y="192207"/>
                </a:lnTo>
                <a:lnTo>
                  <a:pt x="968927" y="211567"/>
                </a:lnTo>
                <a:lnTo>
                  <a:pt x="1006264" y="231362"/>
                </a:lnTo>
                <a:lnTo>
                  <a:pt x="1042640" y="251520"/>
                </a:lnTo>
                <a:lnTo>
                  <a:pt x="1078172" y="271968"/>
                </a:lnTo>
                <a:lnTo>
                  <a:pt x="1112975" y="292633"/>
                </a:lnTo>
                <a:lnTo>
                  <a:pt x="1147166" y="313444"/>
                </a:lnTo>
                <a:lnTo>
                  <a:pt x="1180862" y="334328"/>
                </a:lnTo>
                <a:lnTo>
                  <a:pt x="1214178" y="355211"/>
                </a:lnTo>
                <a:lnTo>
                  <a:pt x="1247231" y="376022"/>
                </a:lnTo>
                <a:lnTo>
                  <a:pt x="1280136" y="396687"/>
                </a:lnTo>
                <a:lnTo>
                  <a:pt x="1313011" y="417135"/>
                </a:lnTo>
                <a:lnTo>
                  <a:pt x="1345972" y="437293"/>
                </a:lnTo>
                <a:lnTo>
                  <a:pt x="1379134" y="457088"/>
                </a:lnTo>
                <a:lnTo>
                  <a:pt x="1412615" y="476448"/>
                </a:lnTo>
                <a:lnTo>
                  <a:pt x="1446530" y="495300"/>
                </a:lnTo>
                <a:lnTo>
                  <a:pt x="1480996" y="513571"/>
                </a:lnTo>
                <a:lnTo>
                  <a:pt x="1516128" y="531190"/>
                </a:lnTo>
                <a:lnTo>
                  <a:pt x="1552044" y="548083"/>
                </a:lnTo>
                <a:lnTo>
                  <a:pt x="1588859" y="564178"/>
                </a:lnTo>
                <a:lnTo>
                  <a:pt x="1626690" y="579402"/>
                </a:lnTo>
                <a:lnTo>
                  <a:pt x="1665653" y="593683"/>
                </a:lnTo>
                <a:lnTo>
                  <a:pt x="1705865" y="606948"/>
                </a:lnTo>
                <a:lnTo>
                  <a:pt x="1747441" y="619125"/>
                </a:lnTo>
                <a:lnTo>
                  <a:pt x="1790497" y="630141"/>
                </a:lnTo>
                <a:lnTo>
                  <a:pt x="1835151" y="639924"/>
                </a:lnTo>
                <a:lnTo>
                  <a:pt x="1881518" y="648400"/>
                </a:lnTo>
                <a:lnTo>
                  <a:pt x="1929715" y="655499"/>
                </a:lnTo>
                <a:lnTo>
                  <a:pt x="1979858" y="661146"/>
                </a:lnTo>
                <a:lnTo>
                  <a:pt x="2032063" y="665269"/>
                </a:lnTo>
                <a:lnTo>
                  <a:pt x="2086447" y="667796"/>
                </a:lnTo>
                <a:lnTo>
                  <a:pt x="2143125" y="66865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1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6589AEEB-70D0-4B45-BCD3-E2B40F5C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5613083"/>
            <a:ext cx="1903095" cy="668655"/>
          </a:xfrm>
          <a:custGeom xmlns:a="http://schemas.openxmlformats.org/drawingml/2006/main">
            <a:pathLst>
              <a:path w="1903095" h="668655">
                <a:moveTo>
                  <a:pt x="0" y="668655"/>
                </a:moveTo>
                <a:lnTo>
                  <a:pt x="56042" y="667796"/>
                </a:lnTo>
                <a:lnTo>
                  <a:pt x="109590" y="665269"/>
                </a:lnTo>
                <a:lnTo>
                  <a:pt x="160759" y="661146"/>
                </a:lnTo>
                <a:lnTo>
                  <a:pt x="209669" y="655499"/>
                </a:lnTo>
                <a:lnTo>
                  <a:pt x="256436" y="648400"/>
                </a:lnTo>
                <a:lnTo>
                  <a:pt x="301176" y="639924"/>
                </a:lnTo>
                <a:lnTo>
                  <a:pt x="344008" y="630141"/>
                </a:lnTo>
                <a:lnTo>
                  <a:pt x="385048" y="619125"/>
                </a:lnTo>
                <a:lnTo>
                  <a:pt x="424414" y="606948"/>
                </a:lnTo>
                <a:lnTo>
                  <a:pt x="462223" y="593683"/>
                </a:lnTo>
                <a:lnTo>
                  <a:pt x="498592" y="579402"/>
                </a:lnTo>
                <a:lnTo>
                  <a:pt x="533638" y="564178"/>
                </a:lnTo>
                <a:lnTo>
                  <a:pt x="567479" y="548083"/>
                </a:lnTo>
                <a:lnTo>
                  <a:pt x="600231" y="531190"/>
                </a:lnTo>
                <a:lnTo>
                  <a:pt x="632013" y="513571"/>
                </a:lnTo>
                <a:lnTo>
                  <a:pt x="662940" y="495300"/>
                </a:lnTo>
                <a:lnTo>
                  <a:pt x="693131" y="476448"/>
                </a:lnTo>
                <a:lnTo>
                  <a:pt x="722702" y="457088"/>
                </a:lnTo>
                <a:lnTo>
                  <a:pt x="751771" y="437293"/>
                </a:lnTo>
                <a:lnTo>
                  <a:pt x="780455" y="417135"/>
                </a:lnTo>
                <a:lnTo>
                  <a:pt x="808871" y="396687"/>
                </a:lnTo>
                <a:lnTo>
                  <a:pt x="837136" y="376022"/>
                </a:lnTo>
                <a:lnTo>
                  <a:pt x="865368" y="355211"/>
                </a:lnTo>
                <a:lnTo>
                  <a:pt x="893683" y="334328"/>
                </a:lnTo>
                <a:lnTo>
                  <a:pt x="922200" y="313444"/>
                </a:lnTo>
                <a:lnTo>
                  <a:pt x="951034" y="292633"/>
                </a:lnTo>
                <a:lnTo>
                  <a:pt x="980304" y="271968"/>
                </a:lnTo>
                <a:lnTo>
                  <a:pt x="1010126" y="251520"/>
                </a:lnTo>
                <a:lnTo>
                  <a:pt x="1040618" y="231362"/>
                </a:lnTo>
                <a:lnTo>
                  <a:pt x="1071897" y="211567"/>
                </a:lnTo>
                <a:lnTo>
                  <a:pt x="1104081" y="192207"/>
                </a:lnTo>
                <a:lnTo>
                  <a:pt x="1137285" y="173355"/>
                </a:lnTo>
                <a:lnTo>
                  <a:pt x="1171628" y="155084"/>
                </a:lnTo>
                <a:lnTo>
                  <a:pt x="1207227" y="137465"/>
                </a:lnTo>
                <a:lnTo>
                  <a:pt x="1244198" y="120572"/>
                </a:lnTo>
                <a:lnTo>
                  <a:pt x="1282660" y="104477"/>
                </a:lnTo>
                <a:lnTo>
                  <a:pt x="1322729" y="89253"/>
                </a:lnTo>
                <a:lnTo>
                  <a:pt x="1364523" y="74972"/>
                </a:lnTo>
                <a:lnTo>
                  <a:pt x="1408159" y="61707"/>
                </a:lnTo>
                <a:lnTo>
                  <a:pt x="1453753" y="49530"/>
                </a:lnTo>
                <a:lnTo>
                  <a:pt x="1501424" y="38514"/>
                </a:lnTo>
                <a:lnTo>
                  <a:pt x="1551288" y="28731"/>
                </a:lnTo>
                <a:lnTo>
                  <a:pt x="1603462" y="20255"/>
                </a:lnTo>
                <a:lnTo>
                  <a:pt x="1658064" y="13156"/>
                </a:lnTo>
                <a:lnTo>
                  <a:pt x="1715212" y="7509"/>
                </a:lnTo>
                <a:lnTo>
                  <a:pt x="1775021" y="3386"/>
                </a:lnTo>
                <a:lnTo>
                  <a:pt x="1837610" y="859"/>
                </a:lnTo>
                <a:lnTo>
                  <a:pt x="19030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2A43A14-0851-4FE0-A38B-8166C5F6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5733655"/>
            <a:ext cx="72570" cy="34511"/>
          </a:xfrm>
          <a:custGeom xmlns:a="http://schemas.openxmlformats.org/drawingml/2006/main">
            <a:pathLst>
              <a:path w="72570" h="34511">
                <a:moveTo>
                  <a:pt x="0" y="34511"/>
                </a:moveTo>
                <a:lnTo>
                  <a:pt x="72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50B2056-FA89-4DB6-93F8-40EFD2A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102" y="5733655"/>
            <a:ext cx="104427" cy="79615"/>
          </a:xfrm>
          <a:custGeom xmlns:a="http://schemas.openxmlformats.org/drawingml/2006/main">
            <a:pathLst>
              <a:path w="104427" h="79615">
                <a:moveTo>
                  <a:pt x="104427" y="0"/>
                </a:moveTo>
                <a:lnTo>
                  <a:pt x="0" y="2198"/>
                </a:lnTo>
                <a:lnTo>
                  <a:pt x="36816" y="7961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1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73E6FF6-B7BC-422C-AFEC-F2CAE97E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5801678"/>
            <a:ext cx="2143125" cy="651510"/>
          </a:xfrm>
          <a:custGeom xmlns:a="http://schemas.openxmlformats.org/drawingml/2006/main">
            <a:pathLst>
              <a:path w="2143125" h="651510">
                <a:moveTo>
                  <a:pt x="0" y="0"/>
                </a:moveTo>
                <a:lnTo>
                  <a:pt x="74515" y="837"/>
                </a:lnTo>
                <a:lnTo>
                  <a:pt x="145977" y="3299"/>
                </a:lnTo>
                <a:lnTo>
                  <a:pt x="214501" y="7317"/>
                </a:lnTo>
                <a:lnTo>
                  <a:pt x="280204" y="12819"/>
                </a:lnTo>
                <a:lnTo>
                  <a:pt x="343202" y="19735"/>
                </a:lnTo>
                <a:lnTo>
                  <a:pt x="403611" y="27995"/>
                </a:lnTo>
                <a:lnTo>
                  <a:pt x="461547" y="37526"/>
                </a:lnTo>
                <a:lnTo>
                  <a:pt x="517128" y="48260"/>
                </a:lnTo>
                <a:lnTo>
                  <a:pt x="570469" y="60125"/>
                </a:lnTo>
                <a:lnTo>
                  <a:pt x="621686" y="73050"/>
                </a:lnTo>
                <a:lnTo>
                  <a:pt x="670896" y="86965"/>
                </a:lnTo>
                <a:lnTo>
                  <a:pt x="718215" y="101798"/>
                </a:lnTo>
                <a:lnTo>
                  <a:pt x="763759" y="117481"/>
                </a:lnTo>
                <a:lnTo>
                  <a:pt x="807644" y="133940"/>
                </a:lnTo>
                <a:lnTo>
                  <a:pt x="849988" y="151107"/>
                </a:lnTo>
                <a:lnTo>
                  <a:pt x="890905" y="168910"/>
                </a:lnTo>
                <a:lnTo>
                  <a:pt x="930513" y="187278"/>
                </a:lnTo>
                <a:lnTo>
                  <a:pt x="968927" y="206142"/>
                </a:lnTo>
                <a:lnTo>
                  <a:pt x="1006264" y="225429"/>
                </a:lnTo>
                <a:lnTo>
                  <a:pt x="1042640" y="245070"/>
                </a:lnTo>
                <a:lnTo>
                  <a:pt x="1078172" y="264994"/>
                </a:lnTo>
                <a:lnTo>
                  <a:pt x="1112975" y="285130"/>
                </a:lnTo>
                <a:lnTo>
                  <a:pt x="1147166" y="305407"/>
                </a:lnTo>
                <a:lnTo>
                  <a:pt x="1180862" y="325755"/>
                </a:lnTo>
                <a:lnTo>
                  <a:pt x="1214178" y="346103"/>
                </a:lnTo>
                <a:lnTo>
                  <a:pt x="1247231" y="366380"/>
                </a:lnTo>
                <a:lnTo>
                  <a:pt x="1280136" y="386516"/>
                </a:lnTo>
                <a:lnTo>
                  <a:pt x="1313011" y="406440"/>
                </a:lnTo>
                <a:lnTo>
                  <a:pt x="1345972" y="426081"/>
                </a:lnTo>
                <a:lnTo>
                  <a:pt x="1379134" y="445368"/>
                </a:lnTo>
                <a:lnTo>
                  <a:pt x="1412615" y="464232"/>
                </a:lnTo>
                <a:lnTo>
                  <a:pt x="1446530" y="482600"/>
                </a:lnTo>
                <a:lnTo>
                  <a:pt x="1480996" y="500403"/>
                </a:lnTo>
                <a:lnTo>
                  <a:pt x="1516128" y="517570"/>
                </a:lnTo>
                <a:lnTo>
                  <a:pt x="1552044" y="534029"/>
                </a:lnTo>
                <a:lnTo>
                  <a:pt x="1588859" y="549712"/>
                </a:lnTo>
                <a:lnTo>
                  <a:pt x="1626690" y="564545"/>
                </a:lnTo>
                <a:lnTo>
                  <a:pt x="1665653" y="578460"/>
                </a:lnTo>
                <a:lnTo>
                  <a:pt x="1705865" y="591385"/>
                </a:lnTo>
                <a:lnTo>
                  <a:pt x="1747441" y="603250"/>
                </a:lnTo>
                <a:lnTo>
                  <a:pt x="1790497" y="613984"/>
                </a:lnTo>
                <a:lnTo>
                  <a:pt x="1835151" y="623515"/>
                </a:lnTo>
                <a:lnTo>
                  <a:pt x="1881518" y="631775"/>
                </a:lnTo>
                <a:lnTo>
                  <a:pt x="1929715" y="638691"/>
                </a:lnTo>
                <a:lnTo>
                  <a:pt x="1979858" y="644193"/>
                </a:lnTo>
                <a:lnTo>
                  <a:pt x="2032063" y="648211"/>
                </a:lnTo>
                <a:lnTo>
                  <a:pt x="2086447" y="650673"/>
                </a:lnTo>
                <a:lnTo>
                  <a:pt x="2143125" y="65151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1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DC49871A-8AD2-4D85-B931-AF2807C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5801678"/>
            <a:ext cx="1903095" cy="651510"/>
          </a:xfrm>
          <a:custGeom xmlns:a="http://schemas.openxmlformats.org/drawingml/2006/main">
            <a:pathLst>
              <a:path w="1903095" h="651510">
                <a:moveTo>
                  <a:pt x="0" y="651510"/>
                </a:moveTo>
                <a:lnTo>
                  <a:pt x="56042" y="650673"/>
                </a:lnTo>
                <a:lnTo>
                  <a:pt x="109590" y="648211"/>
                </a:lnTo>
                <a:lnTo>
                  <a:pt x="160759" y="644193"/>
                </a:lnTo>
                <a:lnTo>
                  <a:pt x="209669" y="638691"/>
                </a:lnTo>
                <a:lnTo>
                  <a:pt x="256436" y="631775"/>
                </a:lnTo>
                <a:lnTo>
                  <a:pt x="301176" y="623515"/>
                </a:lnTo>
                <a:lnTo>
                  <a:pt x="344008" y="613984"/>
                </a:lnTo>
                <a:lnTo>
                  <a:pt x="385048" y="603250"/>
                </a:lnTo>
                <a:lnTo>
                  <a:pt x="424414" y="591385"/>
                </a:lnTo>
                <a:lnTo>
                  <a:pt x="462223" y="578460"/>
                </a:lnTo>
                <a:lnTo>
                  <a:pt x="498592" y="564545"/>
                </a:lnTo>
                <a:lnTo>
                  <a:pt x="533638" y="549712"/>
                </a:lnTo>
                <a:lnTo>
                  <a:pt x="567479" y="534029"/>
                </a:lnTo>
                <a:lnTo>
                  <a:pt x="600231" y="517570"/>
                </a:lnTo>
                <a:lnTo>
                  <a:pt x="632013" y="500403"/>
                </a:lnTo>
                <a:lnTo>
                  <a:pt x="662940" y="482600"/>
                </a:lnTo>
                <a:lnTo>
                  <a:pt x="693131" y="464232"/>
                </a:lnTo>
                <a:lnTo>
                  <a:pt x="722702" y="445368"/>
                </a:lnTo>
                <a:lnTo>
                  <a:pt x="751771" y="426081"/>
                </a:lnTo>
                <a:lnTo>
                  <a:pt x="780455" y="406440"/>
                </a:lnTo>
                <a:lnTo>
                  <a:pt x="808871" y="386516"/>
                </a:lnTo>
                <a:lnTo>
                  <a:pt x="837136" y="366380"/>
                </a:lnTo>
                <a:lnTo>
                  <a:pt x="865368" y="346103"/>
                </a:lnTo>
                <a:lnTo>
                  <a:pt x="893683" y="325755"/>
                </a:lnTo>
                <a:lnTo>
                  <a:pt x="922200" y="305407"/>
                </a:lnTo>
                <a:lnTo>
                  <a:pt x="951034" y="285130"/>
                </a:lnTo>
                <a:lnTo>
                  <a:pt x="980304" y="264994"/>
                </a:lnTo>
                <a:lnTo>
                  <a:pt x="1010126" y="245070"/>
                </a:lnTo>
                <a:lnTo>
                  <a:pt x="1040618" y="225429"/>
                </a:lnTo>
                <a:lnTo>
                  <a:pt x="1071897" y="206142"/>
                </a:lnTo>
                <a:lnTo>
                  <a:pt x="1104081" y="187278"/>
                </a:lnTo>
                <a:lnTo>
                  <a:pt x="1137285" y="168910"/>
                </a:lnTo>
                <a:lnTo>
                  <a:pt x="1171628" y="151107"/>
                </a:lnTo>
                <a:lnTo>
                  <a:pt x="1207227" y="133940"/>
                </a:lnTo>
                <a:lnTo>
                  <a:pt x="1244198" y="117481"/>
                </a:lnTo>
                <a:lnTo>
                  <a:pt x="1282660" y="101798"/>
                </a:lnTo>
                <a:lnTo>
                  <a:pt x="1322729" y="86965"/>
                </a:lnTo>
                <a:lnTo>
                  <a:pt x="1364523" y="73050"/>
                </a:lnTo>
                <a:lnTo>
                  <a:pt x="1408159" y="60125"/>
                </a:lnTo>
                <a:lnTo>
                  <a:pt x="1453753" y="48260"/>
                </a:lnTo>
                <a:lnTo>
                  <a:pt x="1501424" y="37526"/>
                </a:lnTo>
                <a:lnTo>
                  <a:pt x="1551288" y="27995"/>
                </a:lnTo>
                <a:lnTo>
                  <a:pt x="1603462" y="19735"/>
                </a:lnTo>
                <a:lnTo>
                  <a:pt x="1658064" y="12819"/>
                </a:lnTo>
                <a:lnTo>
                  <a:pt x="1715212" y="7317"/>
                </a:lnTo>
                <a:lnTo>
                  <a:pt x="1775021" y="3299"/>
                </a:lnTo>
                <a:lnTo>
                  <a:pt x="1837610" y="837"/>
                </a:lnTo>
                <a:lnTo>
                  <a:pt x="19030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B5B03F-3367-461C-A078-C0DD8EBB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5919158"/>
            <a:ext cx="72570" cy="33626"/>
          </a:xfrm>
          <a:custGeom xmlns:a="http://schemas.openxmlformats.org/drawingml/2006/main">
            <a:pathLst>
              <a:path w="72570" h="33626">
                <a:moveTo>
                  <a:pt x="0" y="33626"/>
                </a:moveTo>
                <a:lnTo>
                  <a:pt x="72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D097F0-C794-4625-B6F9-32647612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85" y="5919158"/>
            <a:ext cx="104443" cy="78936"/>
          </a:xfrm>
          <a:custGeom xmlns:a="http://schemas.openxmlformats.org/drawingml/2006/main">
            <a:pathLst>
              <a:path w="104443" h="78936">
                <a:moveTo>
                  <a:pt x="104443" y="0"/>
                </a:moveTo>
                <a:lnTo>
                  <a:pt x="0" y="1155"/>
                </a:lnTo>
                <a:lnTo>
                  <a:pt x="36041" y="7893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1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760203C-7E6F-4371-8B6A-79DE08D7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5990273"/>
            <a:ext cx="2143125" cy="634365"/>
          </a:xfrm>
          <a:custGeom xmlns:a="http://schemas.openxmlformats.org/drawingml/2006/main">
            <a:pathLst>
              <a:path w="2143125" h="634365">
                <a:moveTo>
                  <a:pt x="0" y="0"/>
                </a:moveTo>
                <a:lnTo>
                  <a:pt x="74515" y="815"/>
                </a:lnTo>
                <a:lnTo>
                  <a:pt x="145977" y="3212"/>
                </a:lnTo>
                <a:lnTo>
                  <a:pt x="214501" y="7124"/>
                </a:lnTo>
                <a:lnTo>
                  <a:pt x="280204" y="12482"/>
                </a:lnTo>
                <a:lnTo>
                  <a:pt x="343202" y="19216"/>
                </a:lnTo>
                <a:lnTo>
                  <a:pt x="403611" y="27258"/>
                </a:lnTo>
                <a:lnTo>
                  <a:pt x="461547" y="36539"/>
                </a:lnTo>
                <a:lnTo>
                  <a:pt x="517128" y="46990"/>
                </a:lnTo>
                <a:lnTo>
                  <a:pt x="570469" y="58542"/>
                </a:lnTo>
                <a:lnTo>
                  <a:pt x="621686" y="71127"/>
                </a:lnTo>
                <a:lnTo>
                  <a:pt x="670896" y="84676"/>
                </a:lnTo>
                <a:lnTo>
                  <a:pt x="718215" y="99120"/>
                </a:lnTo>
                <a:lnTo>
                  <a:pt x="763759" y="114389"/>
                </a:lnTo>
                <a:lnTo>
                  <a:pt x="807644" y="130416"/>
                </a:lnTo>
                <a:lnTo>
                  <a:pt x="849988" y="147131"/>
                </a:lnTo>
                <a:lnTo>
                  <a:pt x="890905" y="164465"/>
                </a:lnTo>
                <a:lnTo>
                  <a:pt x="930513" y="182350"/>
                </a:lnTo>
                <a:lnTo>
                  <a:pt x="968927" y="200717"/>
                </a:lnTo>
                <a:lnTo>
                  <a:pt x="1006264" y="219497"/>
                </a:lnTo>
                <a:lnTo>
                  <a:pt x="1042640" y="238621"/>
                </a:lnTo>
                <a:lnTo>
                  <a:pt x="1078172" y="258021"/>
                </a:lnTo>
                <a:lnTo>
                  <a:pt x="1112975" y="277626"/>
                </a:lnTo>
                <a:lnTo>
                  <a:pt x="1147166" y="297370"/>
                </a:lnTo>
                <a:lnTo>
                  <a:pt x="1180862" y="317182"/>
                </a:lnTo>
                <a:lnTo>
                  <a:pt x="1214178" y="336995"/>
                </a:lnTo>
                <a:lnTo>
                  <a:pt x="1247231" y="356739"/>
                </a:lnTo>
                <a:lnTo>
                  <a:pt x="1280136" y="376344"/>
                </a:lnTo>
                <a:lnTo>
                  <a:pt x="1313011" y="395744"/>
                </a:lnTo>
                <a:lnTo>
                  <a:pt x="1345972" y="414868"/>
                </a:lnTo>
                <a:lnTo>
                  <a:pt x="1379134" y="433648"/>
                </a:lnTo>
                <a:lnTo>
                  <a:pt x="1412615" y="452015"/>
                </a:lnTo>
                <a:lnTo>
                  <a:pt x="1446530" y="469900"/>
                </a:lnTo>
                <a:lnTo>
                  <a:pt x="1480996" y="487234"/>
                </a:lnTo>
                <a:lnTo>
                  <a:pt x="1516128" y="503949"/>
                </a:lnTo>
                <a:lnTo>
                  <a:pt x="1552044" y="519976"/>
                </a:lnTo>
                <a:lnTo>
                  <a:pt x="1588859" y="535245"/>
                </a:lnTo>
                <a:lnTo>
                  <a:pt x="1626690" y="549689"/>
                </a:lnTo>
                <a:lnTo>
                  <a:pt x="1665653" y="563238"/>
                </a:lnTo>
                <a:lnTo>
                  <a:pt x="1705865" y="575823"/>
                </a:lnTo>
                <a:lnTo>
                  <a:pt x="1747441" y="587375"/>
                </a:lnTo>
                <a:lnTo>
                  <a:pt x="1790497" y="597826"/>
                </a:lnTo>
                <a:lnTo>
                  <a:pt x="1835151" y="607107"/>
                </a:lnTo>
                <a:lnTo>
                  <a:pt x="1881518" y="615149"/>
                </a:lnTo>
                <a:lnTo>
                  <a:pt x="1929715" y="621883"/>
                </a:lnTo>
                <a:lnTo>
                  <a:pt x="1979858" y="627241"/>
                </a:lnTo>
                <a:lnTo>
                  <a:pt x="2032063" y="631153"/>
                </a:lnTo>
                <a:lnTo>
                  <a:pt x="2086447" y="633550"/>
                </a:lnTo>
                <a:lnTo>
                  <a:pt x="2143125" y="63436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1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A35E108-65E9-436E-89B1-A2DC089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5990273"/>
            <a:ext cx="1903095" cy="634365"/>
          </a:xfrm>
          <a:custGeom xmlns:a="http://schemas.openxmlformats.org/drawingml/2006/main">
            <a:pathLst>
              <a:path w="1903095" h="634365">
                <a:moveTo>
                  <a:pt x="0" y="634365"/>
                </a:moveTo>
                <a:lnTo>
                  <a:pt x="56042" y="633550"/>
                </a:lnTo>
                <a:lnTo>
                  <a:pt x="109590" y="631153"/>
                </a:lnTo>
                <a:lnTo>
                  <a:pt x="160759" y="627241"/>
                </a:lnTo>
                <a:lnTo>
                  <a:pt x="209669" y="621883"/>
                </a:lnTo>
                <a:lnTo>
                  <a:pt x="256436" y="615149"/>
                </a:lnTo>
                <a:lnTo>
                  <a:pt x="301176" y="607107"/>
                </a:lnTo>
                <a:lnTo>
                  <a:pt x="344008" y="597826"/>
                </a:lnTo>
                <a:lnTo>
                  <a:pt x="385048" y="587375"/>
                </a:lnTo>
                <a:lnTo>
                  <a:pt x="424414" y="575823"/>
                </a:lnTo>
                <a:lnTo>
                  <a:pt x="462223" y="563238"/>
                </a:lnTo>
                <a:lnTo>
                  <a:pt x="498592" y="549689"/>
                </a:lnTo>
                <a:lnTo>
                  <a:pt x="533638" y="535245"/>
                </a:lnTo>
                <a:lnTo>
                  <a:pt x="567479" y="519976"/>
                </a:lnTo>
                <a:lnTo>
                  <a:pt x="600231" y="503949"/>
                </a:lnTo>
                <a:lnTo>
                  <a:pt x="632013" y="487234"/>
                </a:lnTo>
                <a:lnTo>
                  <a:pt x="662940" y="469900"/>
                </a:lnTo>
                <a:lnTo>
                  <a:pt x="693131" y="452015"/>
                </a:lnTo>
                <a:lnTo>
                  <a:pt x="722702" y="433648"/>
                </a:lnTo>
                <a:lnTo>
                  <a:pt x="751771" y="414868"/>
                </a:lnTo>
                <a:lnTo>
                  <a:pt x="780455" y="395744"/>
                </a:lnTo>
                <a:lnTo>
                  <a:pt x="808871" y="376344"/>
                </a:lnTo>
                <a:lnTo>
                  <a:pt x="837136" y="356739"/>
                </a:lnTo>
                <a:lnTo>
                  <a:pt x="865368" y="336995"/>
                </a:lnTo>
                <a:lnTo>
                  <a:pt x="893683" y="317182"/>
                </a:lnTo>
                <a:lnTo>
                  <a:pt x="922200" y="297370"/>
                </a:lnTo>
                <a:lnTo>
                  <a:pt x="951034" y="277626"/>
                </a:lnTo>
                <a:lnTo>
                  <a:pt x="980304" y="258021"/>
                </a:lnTo>
                <a:lnTo>
                  <a:pt x="1010126" y="238621"/>
                </a:lnTo>
                <a:lnTo>
                  <a:pt x="1040618" y="219497"/>
                </a:lnTo>
                <a:lnTo>
                  <a:pt x="1071897" y="200717"/>
                </a:lnTo>
                <a:lnTo>
                  <a:pt x="1104081" y="182350"/>
                </a:lnTo>
                <a:lnTo>
                  <a:pt x="1137285" y="164465"/>
                </a:lnTo>
                <a:lnTo>
                  <a:pt x="1171628" y="147131"/>
                </a:lnTo>
                <a:lnTo>
                  <a:pt x="1207227" y="130416"/>
                </a:lnTo>
                <a:lnTo>
                  <a:pt x="1244198" y="114389"/>
                </a:lnTo>
                <a:lnTo>
                  <a:pt x="1282660" y="99120"/>
                </a:lnTo>
                <a:lnTo>
                  <a:pt x="1322729" y="84676"/>
                </a:lnTo>
                <a:lnTo>
                  <a:pt x="1364523" y="71127"/>
                </a:lnTo>
                <a:lnTo>
                  <a:pt x="1408159" y="58542"/>
                </a:lnTo>
                <a:lnTo>
                  <a:pt x="1453753" y="46990"/>
                </a:lnTo>
                <a:lnTo>
                  <a:pt x="1501424" y="36539"/>
                </a:lnTo>
                <a:lnTo>
                  <a:pt x="1551288" y="27258"/>
                </a:lnTo>
                <a:lnTo>
                  <a:pt x="1603462" y="19216"/>
                </a:lnTo>
                <a:lnTo>
                  <a:pt x="1658064" y="12482"/>
                </a:lnTo>
                <a:lnTo>
                  <a:pt x="1715212" y="7124"/>
                </a:lnTo>
                <a:lnTo>
                  <a:pt x="1775021" y="3212"/>
                </a:lnTo>
                <a:lnTo>
                  <a:pt x="1837610" y="815"/>
                </a:lnTo>
                <a:lnTo>
                  <a:pt x="19030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6E19F7-D4A7-43FD-A249-E76FDAE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6104661"/>
            <a:ext cx="72570" cy="32742"/>
          </a:xfrm>
          <a:custGeom xmlns:a="http://schemas.openxmlformats.org/drawingml/2006/main">
            <a:pathLst>
              <a:path w="72570" h="32742">
                <a:moveTo>
                  <a:pt x="0" y="32742"/>
                </a:moveTo>
                <a:lnTo>
                  <a:pt x="72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5E66E9-CACE-4BBD-B645-11120B8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79" y="6104661"/>
            <a:ext cx="104450" cy="78242"/>
          </a:xfrm>
          <a:custGeom xmlns:a="http://schemas.openxmlformats.org/drawingml/2006/main">
            <a:pathLst>
              <a:path w="104450" h="78242">
                <a:moveTo>
                  <a:pt x="104450" y="0"/>
                </a:moveTo>
                <a:lnTo>
                  <a:pt x="0" y="102"/>
                </a:lnTo>
                <a:lnTo>
                  <a:pt x="35254" y="7824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2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E238478-EE0E-4AC0-904E-79FE4668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6178868"/>
            <a:ext cx="2143125" cy="617220"/>
          </a:xfrm>
          <a:custGeom xmlns:a="http://schemas.openxmlformats.org/drawingml/2006/main">
            <a:pathLst>
              <a:path w="2143125" h="617220">
                <a:moveTo>
                  <a:pt x="0" y="0"/>
                </a:moveTo>
                <a:lnTo>
                  <a:pt x="74515" y="793"/>
                </a:lnTo>
                <a:lnTo>
                  <a:pt x="145977" y="3125"/>
                </a:lnTo>
                <a:lnTo>
                  <a:pt x="214501" y="6932"/>
                </a:lnTo>
                <a:lnTo>
                  <a:pt x="280204" y="12144"/>
                </a:lnTo>
                <a:lnTo>
                  <a:pt x="343202" y="18697"/>
                </a:lnTo>
                <a:lnTo>
                  <a:pt x="403611" y="26521"/>
                </a:lnTo>
                <a:lnTo>
                  <a:pt x="461547" y="35551"/>
                </a:lnTo>
                <a:lnTo>
                  <a:pt x="517128" y="45720"/>
                </a:lnTo>
                <a:lnTo>
                  <a:pt x="570469" y="56960"/>
                </a:lnTo>
                <a:lnTo>
                  <a:pt x="621686" y="69205"/>
                </a:lnTo>
                <a:lnTo>
                  <a:pt x="670896" y="82388"/>
                </a:lnTo>
                <a:lnTo>
                  <a:pt x="718215" y="96441"/>
                </a:lnTo>
                <a:lnTo>
                  <a:pt x="763759" y="111297"/>
                </a:lnTo>
                <a:lnTo>
                  <a:pt x="807644" y="126891"/>
                </a:lnTo>
                <a:lnTo>
                  <a:pt x="849988" y="143154"/>
                </a:lnTo>
                <a:lnTo>
                  <a:pt x="890905" y="160020"/>
                </a:lnTo>
                <a:lnTo>
                  <a:pt x="930513" y="177422"/>
                </a:lnTo>
                <a:lnTo>
                  <a:pt x="968927" y="195292"/>
                </a:lnTo>
                <a:lnTo>
                  <a:pt x="1006264" y="213565"/>
                </a:lnTo>
                <a:lnTo>
                  <a:pt x="1042640" y="232172"/>
                </a:lnTo>
                <a:lnTo>
                  <a:pt x="1078172" y="251047"/>
                </a:lnTo>
                <a:lnTo>
                  <a:pt x="1112975" y="270123"/>
                </a:lnTo>
                <a:lnTo>
                  <a:pt x="1147166" y="289333"/>
                </a:lnTo>
                <a:lnTo>
                  <a:pt x="1180862" y="308610"/>
                </a:lnTo>
                <a:lnTo>
                  <a:pt x="1214178" y="327887"/>
                </a:lnTo>
                <a:lnTo>
                  <a:pt x="1247231" y="347097"/>
                </a:lnTo>
                <a:lnTo>
                  <a:pt x="1280136" y="366173"/>
                </a:lnTo>
                <a:lnTo>
                  <a:pt x="1313011" y="385048"/>
                </a:lnTo>
                <a:lnTo>
                  <a:pt x="1345972" y="403655"/>
                </a:lnTo>
                <a:lnTo>
                  <a:pt x="1379134" y="421928"/>
                </a:lnTo>
                <a:lnTo>
                  <a:pt x="1412615" y="439798"/>
                </a:lnTo>
                <a:lnTo>
                  <a:pt x="1446530" y="457200"/>
                </a:lnTo>
                <a:lnTo>
                  <a:pt x="1480996" y="474066"/>
                </a:lnTo>
                <a:lnTo>
                  <a:pt x="1516128" y="490329"/>
                </a:lnTo>
                <a:lnTo>
                  <a:pt x="1552044" y="505923"/>
                </a:lnTo>
                <a:lnTo>
                  <a:pt x="1588859" y="520779"/>
                </a:lnTo>
                <a:lnTo>
                  <a:pt x="1626690" y="534832"/>
                </a:lnTo>
                <a:lnTo>
                  <a:pt x="1665653" y="548015"/>
                </a:lnTo>
                <a:lnTo>
                  <a:pt x="1705865" y="560260"/>
                </a:lnTo>
                <a:lnTo>
                  <a:pt x="1747441" y="571500"/>
                </a:lnTo>
                <a:lnTo>
                  <a:pt x="1790497" y="581669"/>
                </a:lnTo>
                <a:lnTo>
                  <a:pt x="1835151" y="590699"/>
                </a:lnTo>
                <a:lnTo>
                  <a:pt x="1881518" y="598523"/>
                </a:lnTo>
                <a:lnTo>
                  <a:pt x="1929715" y="605076"/>
                </a:lnTo>
                <a:lnTo>
                  <a:pt x="1979858" y="610288"/>
                </a:lnTo>
                <a:lnTo>
                  <a:pt x="2032063" y="614095"/>
                </a:lnTo>
                <a:lnTo>
                  <a:pt x="2086447" y="616427"/>
                </a:lnTo>
                <a:lnTo>
                  <a:pt x="2143125" y="61722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2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56039F71-3A62-4AD0-AEE5-04900C4E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6178868"/>
            <a:ext cx="1903095" cy="617220"/>
          </a:xfrm>
          <a:custGeom xmlns:a="http://schemas.openxmlformats.org/drawingml/2006/main">
            <a:pathLst>
              <a:path w="1903095" h="617220">
                <a:moveTo>
                  <a:pt x="0" y="617220"/>
                </a:moveTo>
                <a:lnTo>
                  <a:pt x="56042" y="616427"/>
                </a:lnTo>
                <a:lnTo>
                  <a:pt x="109590" y="614095"/>
                </a:lnTo>
                <a:lnTo>
                  <a:pt x="160759" y="610288"/>
                </a:lnTo>
                <a:lnTo>
                  <a:pt x="209669" y="605076"/>
                </a:lnTo>
                <a:lnTo>
                  <a:pt x="256436" y="598523"/>
                </a:lnTo>
                <a:lnTo>
                  <a:pt x="301176" y="590699"/>
                </a:lnTo>
                <a:lnTo>
                  <a:pt x="344008" y="581669"/>
                </a:lnTo>
                <a:lnTo>
                  <a:pt x="385048" y="571500"/>
                </a:lnTo>
                <a:lnTo>
                  <a:pt x="424414" y="560260"/>
                </a:lnTo>
                <a:lnTo>
                  <a:pt x="462223" y="548015"/>
                </a:lnTo>
                <a:lnTo>
                  <a:pt x="498592" y="534832"/>
                </a:lnTo>
                <a:lnTo>
                  <a:pt x="533638" y="520779"/>
                </a:lnTo>
                <a:lnTo>
                  <a:pt x="567479" y="505923"/>
                </a:lnTo>
                <a:lnTo>
                  <a:pt x="600231" y="490329"/>
                </a:lnTo>
                <a:lnTo>
                  <a:pt x="632013" y="474066"/>
                </a:lnTo>
                <a:lnTo>
                  <a:pt x="662940" y="457200"/>
                </a:lnTo>
                <a:lnTo>
                  <a:pt x="693131" y="439798"/>
                </a:lnTo>
                <a:lnTo>
                  <a:pt x="722702" y="421928"/>
                </a:lnTo>
                <a:lnTo>
                  <a:pt x="751771" y="403655"/>
                </a:lnTo>
                <a:lnTo>
                  <a:pt x="780455" y="385048"/>
                </a:lnTo>
                <a:lnTo>
                  <a:pt x="808871" y="366173"/>
                </a:lnTo>
                <a:lnTo>
                  <a:pt x="837136" y="347097"/>
                </a:lnTo>
                <a:lnTo>
                  <a:pt x="865368" y="327887"/>
                </a:lnTo>
                <a:lnTo>
                  <a:pt x="893683" y="308610"/>
                </a:lnTo>
                <a:lnTo>
                  <a:pt x="922200" y="289333"/>
                </a:lnTo>
                <a:lnTo>
                  <a:pt x="951034" y="270123"/>
                </a:lnTo>
                <a:lnTo>
                  <a:pt x="980304" y="251047"/>
                </a:lnTo>
                <a:lnTo>
                  <a:pt x="1010126" y="232172"/>
                </a:lnTo>
                <a:lnTo>
                  <a:pt x="1040618" y="213565"/>
                </a:lnTo>
                <a:lnTo>
                  <a:pt x="1071897" y="195292"/>
                </a:lnTo>
                <a:lnTo>
                  <a:pt x="1104081" y="177422"/>
                </a:lnTo>
                <a:lnTo>
                  <a:pt x="1137285" y="160020"/>
                </a:lnTo>
                <a:lnTo>
                  <a:pt x="1171628" y="143154"/>
                </a:lnTo>
                <a:lnTo>
                  <a:pt x="1207227" y="126891"/>
                </a:lnTo>
                <a:lnTo>
                  <a:pt x="1244198" y="111297"/>
                </a:lnTo>
                <a:lnTo>
                  <a:pt x="1282660" y="96441"/>
                </a:lnTo>
                <a:lnTo>
                  <a:pt x="1322729" y="82388"/>
                </a:lnTo>
                <a:lnTo>
                  <a:pt x="1364523" y="69205"/>
                </a:lnTo>
                <a:lnTo>
                  <a:pt x="1408159" y="56960"/>
                </a:lnTo>
                <a:lnTo>
                  <a:pt x="1453753" y="45720"/>
                </a:lnTo>
                <a:lnTo>
                  <a:pt x="1501424" y="35551"/>
                </a:lnTo>
                <a:lnTo>
                  <a:pt x="1551288" y="26521"/>
                </a:lnTo>
                <a:lnTo>
                  <a:pt x="1603462" y="18697"/>
                </a:lnTo>
                <a:lnTo>
                  <a:pt x="1658064" y="12144"/>
                </a:lnTo>
                <a:lnTo>
                  <a:pt x="1715212" y="6932"/>
                </a:lnTo>
                <a:lnTo>
                  <a:pt x="1775021" y="3125"/>
                </a:lnTo>
                <a:lnTo>
                  <a:pt x="1837610" y="793"/>
                </a:lnTo>
                <a:lnTo>
                  <a:pt x="19030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0DE42F-F2AA-43AB-95E2-53E96416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6290165"/>
            <a:ext cx="72570" cy="31857"/>
          </a:xfrm>
          <a:custGeom xmlns:a="http://schemas.openxmlformats.org/drawingml/2006/main">
            <a:pathLst>
              <a:path w="72570" h="31857">
                <a:moveTo>
                  <a:pt x="0" y="31857"/>
                </a:moveTo>
                <a:lnTo>
                  <a:pt x="72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84AC4A-0E66-4CBA-9CFA-586686A7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83" y="6289203"/>
            <a:ext cx="104445" cy="78495"/>
          </a:xfrm>
          <a:custGeom xmlns:a="http://schemas.openxmlformats.org/drawingml/2006/main">
            <a:pathLst>
              <a:path w="104445" h="78495">
                <a:moveTo>
                  <a:pt x="104445" y="962"/>
                </a:moveTo>
                <a:lnTo>
                  <a:pt x="0" y="0"/>
                </a:lnTo>
                <a:lnTo>
                  <a:pt x="34457" y="784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2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18A8A296-618A-4F3B-AF73-880BBD71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6367463"/>
            <a:ext cx="2143125" cy="600075"/>
          </a:xfrm>
          <a:custGeom xmlns:a="http://schemas.openxmlformats.org/drawingml/2006/main">
            <a:pathLst>
              <a:path w="2143125" h="600075">
                <a:moveTo>
                  <a:pt x="0" y="0"/>
                </a:moveTo>
                <a:lnTo>
                  <a:pt x="74515" y="770"/>
                </a:lnTo>
                <a:lnTo>
                  <a:pt x="145977" y="3039"/>
                </a:lnTo>
                <a:lnTo>
                  <a:pt x="214501" y="6739"/>
                </a:lnTo>
                <a:lnTo>
                  <a:pt x="280204" y="11807"/>
                </a:lnTo>
                <a:lnTo>
                  <a:pt x="343202" y="18177"/>
                </a:lnTo>
                <a:lnTo>
                  <a:pt x="403611" y="25784"/>
                </a:lnTo>
                <a:lnTo>
                  <a:pt x="461547" y="34564"/>
                </a:lnTo>
                <a:lnTo>
                  <a:pt x="517128" y="44450"/>
                </a:lnTo>
                <a:lnTo>
                  <a:pt x="570469" y="55378"/>
                </a:lnTo>
                <a:lnTo>
                  <a:pt x="621686" y="67283"/>
                </a:lnTo>
                <a:lnTo>
                  <a:pt x="670896" y="80099"/>
                </a:lnTo>
                <a:lnTo>
                  <a:pt x="718215" y="93762"/>
                </a:lnTo>
                <a:lnTo>
                  <a:pt x="763759" y="108206"/>
                </a:lnTo>
                <a:lnTo>
                  <a:pt x="807644" y="123366"/>
                </a:lnTo>
                <a:lnTo>
                  <a:pt x="849988" y="139178"/>
                </a:lnTo>
                <a:lnTo>
                  <a:pt x="890905" y="155575"/>
                </a:lnTo>
                <a:lnTo>
                  <a:pt x="930513" y="172493"/>
                </a:lnTo>
                <a:lnTo>
                  <a:pt x="968927" y="189867"/>
                </a:lnTo>
                <a:lnTo>
                  <a:pt x="1006264" y="207632"/>
                </a:lnTo>
                <a:lnTo>
                  <a:pt x="1042640" y="225723"/>
                </a:lnTo>
                <a:lnTo>
                  <a:pt x="1078172" y="244073"/>
                </a:lnTo>
                <a:lnTo>
                  <a:pt x="1112975" y="262620"/>
                </a:lnTo>
                <a:lnTo>
                  <a:pt x="1147166" y="281296"/>
                </a:lnTo>
                <a:lnTo>
                  <a:pt x="1180862" y="300038"/>
                </a:lnTo>
                <a:lnTo>
                  <a:pt x="1214178" y="318779"/>
                </a:lnTo>
                <a:lnTo>
                  <a:pt x="1247231" y="337455"/>
                </a:lnTo>
                <a:lnTo>
                  <a:pt x="1280136" y="356002"/>
                </a:lnTo>
                <a:lnTo>
                  <a:pt x="1313011" y="374352"/>
                </a:lnTo>
                <a:lnTo>
                  <a:pt x="1345972" y="392443"/>
                </a:lnTo>
                <a:lnTo>
                  <a:pt x="1379134" y="410208"/>
                </a:lnTo>
                <a:lnTo>
                  <a:pt x="1412615" y="427582"/>
                </a:lnTo>
                <a:lnTo>
                  <a:pt x="1446530" y="444500"/>
                </a:lnTo>
                <a:lnTo>
                  <a:pt x="1480996" y="460897"/>
                </a:lnTo>
                <a:lnTo>
                  <a:pt x="1516128" y="476709"/>
                </a:lnTo>
                <a:lnTo>
                  <a:pt x="1552044" y="491869"/>
                </a:lnTo>
                <a:lnTo>
                  <a:pt x="1588859" y="506313"/>
                </a:lnTo>
                <a:lnTo>
                  <a:pt x="1626690" y="519976"/>
                </a:lnTo>
                <a:lnTo>
                  <a:pt x="1665653" y="532792"/>
                </a:lnTo>
                <a:lnTo>
                  <a:pt x="1705865" y="544697"/>
                </a:lnTo>
                <a:lnTo>
                  <a:pt x="1747441" y="555625"/>
                </a:lnTo>
                <a:lnTo>
                  <a:pt x="1790497" y="565511"/>
                </a:lnTo>
                <a:lnTo>
                  <a:pt x="1835151" y="574291"/>
                </a:lnTo>
                <a:lnTo>
                  <a:pt x="1881518" y="581898"/>
                </a:lnTo>
                <a:lnTo>
                  <a:pt x="1929715" y="588268"/>
                </a:lnTo>
                <a:lnTo>
                  <a:pt x="1979858" y="593336"/>
                </a:lnTo>
                <a:lnTo>
                  <a:pt x="2032063" y="597036"/>
                </a:lnTo>
                <a:lnTo>
                  <a:pt x="2086447" y="599305"/>
                </a:lnTo>
                <a:lnTo>
                  <a:pt x="2143125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2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08CF554-C4C1-4748-B50A-EE4B9E49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6367463"/>
            <a:ext cx="1903095" cy="600075"/>
          </a:xfrm>
          <a:custGeom xmlns:a="http://schemas.openxmlformats.org/drawingml/2006/main">
            <a:pathLst>
              <a:path w="1903095" h="600075">
                <a:moveTo>
                  <a:pt x="0" y="600075"/>
                </a:moveTo>
                <a:lnTo>
                  <a:pt x="56042" y="599305"/>
                </a:lnTo>
                <a:lnTo>
                  <a:pt x="109590" y="597036"/>
                </a:lnTo>
                <a:lnTo>
                  <a:pt x="160759" y="593336"/>
                </a:lnTo>
                <a:lnTo>
                  <a:pt x="209669" y="588268"/>
                </a:lnTo>
                <a:lnTo>
                  <a:pt x="256436" y="581898"/>
                </a:lnTo>
                <a:lnTo>
                  <a:pt x="301176" y="574291"/>
                </a:lnTo>
                <a:lnTo>
                  <a:pt x="344008" y="565511"/>
                </a:lnTo>
                <a:lnTo>
                  <a:pt x="385048" y="555625"/>
                </a:lnTo>
                <a:lnTo>
                  <a:pt x="424414" y="544697"/>
                </a:lnTo>
                <a:lnTo>
                  <a:pt x="462223" y="532792"/>
                </a:lnTo>
                <a:lnTo>
                  <a:pt x="498592" y="519976"/>
                </a:lnTo>
                <a:lnTo>
                  <a:pt x="533638" y="506313"/>
                </a:lnTo>
                <a:lnTo>
                  <a:pt x="567479" y="491869"/>
                </a:lnTo>
                <a:lnTo>
                  <a:pt x="600231" y="476709"/>
                </a:lnTo>
                <a:lnTo>
                  <a:pt x="632013" y="460897"/>
                </a:lnTo>
                <a:lnTo>
                  <a:pt x="662940" y="444500"/>
                </a:lnTo>
                <a:lnTo>
                  <a:pt x="693131" y="427582"/>
                </a:lnTo>
                <a:lnTo>
                  <a:pt x="722702" y="410208"/>
                </a:lnTo>
                <a:lnTo>
                  <a:pt x="751771" y="392443"/>
                </a:lnTo>
                <a:lnTo>
                  <a:pt x="780455" y="374352"/>
                </a:lnTo>
                <a:lnTo>
                  <a:pt x="808871" y="356002"/>
                </a:lnTo>
                <a:lnTo>
                  <a:pt x="837136" y="337455"/>
                </a:lnTo>
                <a:lnTo>
                  <a:pt x="865368" y="318779"/>
                </a:lnTo>
                <a:lnTo>
                  <a:pt x="893683" y="300038"/>
                </a:lnTo>
                <a:lnTo>
                  <a:pt x="922200" y="281296"/>
                </a:lnTo>
                <a:lnTo>
                  <a:pt x="951034" y="262620"/>
                </a:lnTo>
                <a:lnTo>
                  <a:pt x="980304" y="244073"/>
                </a:lnTo>
                <a:lnTo>
                  <a:pt x="1010126" y="225723"/>
                </a:lnTo>
                <a:lnTo>
                  <a:pt x="1040618" y="207632"/>
                </a:lnTo>
                <a:lnTo>
                  <a:pt x="1071897" y="189867"/>
                </a:lnTo>
                <a:lnTo>
                  <a:pt x="1104081" y="172493"/>
                </a:lnTo>
                <a:lnTo>
                  <a:pt x="1137285" y="155575"/>
                </a:lnTo>
                <a:lnTo>
                  <a:pt x="1171628" y="139178"/>
                </a:lnTo>
                <a:lnTo>
                  <a:pt x="1207227" y="123366"/>
                </a:lnTo>
                <a:lnTo>
                  <a:pt x="1244198" y="108206"/>
                </a:lnTo>
                <a:lnTo>
                  <a:pt x="1282660" y="93762"/>
                </a:lnTo>
                <a:lnTo>
                  <a:pt x="1322729" y="80099"/>
                </a:lnTo>
                <a:lnTo>
                  <a:pt x="1364523" y="67283"/>
                </a:lnTo>
                <a:lnTo>
                  <a:pt x="1408159" y="55378"/>
                </a:lnTo>
                <a:lnTo>
                  <a:pt x="1453753" y="44450"/>
                </a:lnTo>
                <a:lnTo>
                  <a:pt x="1501424" y="34564"/>
                </a:lnTo>
                <a:lnTo>
                  <a:pt x="1551288" y="25784"/>
                </a:lnTo>
                <a:lnTo>
                  <a:pt x="1603462" y="18177"/>
                </a:lnTo>
                <a:lnTo>
                  <a:pt x="1658064" y="11807"/>
                </a:lnTo>
                <a:lnTo>
                  <a:pt x="1715212" y="6739"/>
                </a:lnTo>
                <a:lnTo>
                  <a:pt x="1775021" y="3039"/>
                </a:lnTo>
                <a:lnTo>
                  <a:pt x="1837610" y="770"/>
                </a:lnTo>
                <a:lnTo>
                  <a:pt x="19030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47A105-F104-4EA7-991D-9A1700EF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958" y="6475668"/>
            <a:ext cx="72570" cy="30972"/>
          </a:xfrm>
          <a:custGeom xmlns:a="http://schemas.openxmlformats.org/drawingml/2006/main">
            <a:pathLst>
              <a:path w="72570" h="30972">
                <a:moveTo>
                  <a:pt x="0" y="30972"/>
                </a:moveTo>
                <a:lnTo>
                  <a:pt x="72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0768C5"/>
            </a:solidFill>
            <a:prstDash val="solid"/>
          </a:ln>
        </p:spPr>
      </p:sp>
      <p:sp>
        <p:nvSpPr>
          <p:cNvPr id="2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ED0760-C438-42FD-8F9D-BF8FBE40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99" y="6473634"/>
            <a:ext cx="104430" cy="78845"/>
          </a:xfrm>
          <a:custGeom xmlns:a="http://schemas.openxmlformats.org/drawingml/2006/main">
            <a:pathLst>
              <a:path w="104430" h="78845">
                <a:moveTo>
                  <a:pt x="104430" y="2034"/>
                </a:moveTo>
                <a:lnTo>
                  <a:pt x="0" y="0"/>
                </a:lnTo>
                <a:lnTo>
                  <a:pt x="33649" y="7884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7445256-16CA-4B9F-BD93-4B26BB7B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393" y="443865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2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F7498A-B76C-4DCD-AFF9-CEF6D7E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4481513"/>
            <a:ext cx="95" cy="1200150"/>
          </a:xfrm>
          <a:custGeom xmlns:a="http://schemas.openxmlformats.org/drawingml/2006/main">
            <a:pathLst>
              <a:path w="95" h="1200150">
                <a:moveTo>
                  <a:pt x="0" y="0"/>
                </a:moveTo>
                <a:lnTo>
                  <a:pt x="0" y="120015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2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C63172-A39F-4B0E-96C4-F7E00576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469" y="5613083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2516FBB-A1B0-4329-8E17-D2164BE0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330" y="4481513"/>
            <a:ext cx="95" cy="1200150"/>
          </a:xfrm>
          <a:custGeom xmlns:a="http://schemas.openxmlformats.org/drawingml/2006/main">
            <a:pathLst>
              <a:path w="95" h="1200150">
                <a:moveTo>
                  <a:pt x="0" y="1200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2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7A3B73-EAE6-43D2-BDB8-BB5863F6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469" y="4481513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0"/>
                </a:moveTo>
                <a:lnTo>
                  <a:pt x="0" y="68580"/>
                </a:lnTo>
                <a:lnTo>
                  <a:pt x="61722" y="6858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34" name="d_p">
            <a:extLst xmlns:a="http://schemas.openxmlformats.org/drawingml/2006/main">
              <a:ext uri="{FF2B5EF4-FFF2-40B4-BE49-F238E27FC236}">
                <a16:creationId xmlns:a16="http://schemas.microsoft.com/office/drawing/2014/main" id="{87E9905E-B6D4-4AC8-9A97-9B9B7768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705" y="5150168"/>
            <a:ext cx="8572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d_p</a:t>
            </a:r>
          </a:p>
        </p:txBody>
      </p:sp>
      <p:sp>
        <p:nvSpPr>
          <p:cNvPr id="235" name="slip">
            <a:extLst xmlns:a="http://schemas.openxmlformats.org/drawingml/2006/main">
              <a:ext uri="{FF2B5EF4-FFF2-40B4-BE49-F238E27FC236}">
                <a16:creationId xmlns:a16="http://schemas.microsoft.com/office/drawing/2014/main" id="{3349570B-EBC7-438B-86CB-9A2E893B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4267200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slip</a:t>
            </a:r>
          </a:p>
        </p:txBody>
      </p:sp>
      <p:sp>
        <p:nvSpPr>
          <p:cNvPr id="2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54C889-1CC0-4409-A25C-B655B4DC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405" y="4541520"/>
            <a:ext cx="231457" cy="171450"/>
          </a:xfrm>
          <a:custGeom xmlns:a="http://schemas.openxmlformats.org/drawingml/2006/main">
            <a:pathLst>
              <a:path w="231457" h="171450">
                <a:moveTo>
                  <a:pt x="231457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2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5A3A62-9908-418B-B65B-3B2723C7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405" y="4663756"/>
            <a:ext cx="55108" cy="49214"/>
          </a:xfrm>
          <a:custGeom xmlns:a="http://schemas.openxmlformats.org/drawingml/2006/main">
            <a:pathLst>
              <a:path w="55108" h="49214">
                <a:moveTo>
                  <a:pt x="0" y="49214"/>
                </a:moveTo>
                <a:lnTo>
                  <a:pt x="55108" y="37198"/>
                </a:lnTo>
                <a:lnTo>
                  <a:pt x="27554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EE724A-7B08-4649-A5F3-85B217E5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64668"/>
            <a:ext cx="3557588" cy="95"/>
          </a:xfrm>
          <a:custGeom xmlns:a="http://schemas.openxmlformats.org/drawingml/2006/main">
            <a:pathLst>
              <a:path w="3557588" h="95">
                <a:moveTo>
                  <a:pt x="0" y="0"/>
                </a:moveTo>
                <a:lnTo>
                  <a:pt x="35575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2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B5C67B-86FA-43B3-AD4E-E17389C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33" y="6833807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26564D-405C-4DBB-B288-C0DD3C53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64668"/>
            <a:ext cx="3557588" cy="95"/>
          </a:xfrm>
          <a:custGeom xmlns:a="http://schemas.openxmlformats.org/drawingml/2006/main">
            <a:pathLst>
              <a:path w="3557588" h="95">
                <a:moveTo>
                  <a:pt x="355758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2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19122C-1221-4938-810F-28281314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33807"/>
            <a:ext cx="68580" cy="61722"/>
          </a:xfrm>
          <a:custGeom xmlns:a="http://schemas.openxmlformats.org/drawingml/2006/main">
            <a:pathLst>
              <a:path w="68580" h="61722">
                <a:moveTo>
                  <a:pt x="0" y="30861"/>
                </a:moveTo>
                <a:lnTo>
                  <a:pt x="68580" y="61722"/>
                </a:lnTo>
                <a:lnTo>
                  <a:pt x="6858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42" name="λ ≫ a">
            <a:extLst xmlns:a="http://schemas.openxmlformats.org/drawingml/2006/main">
              <a:ext uri="{FF2B5EF4-FFF2-40B4-BE49-F238E27FC236}">
                <a16:creationId xmlns:a16="http://schemas.microsoft.com/office/drawing/2014/main" id="{A5EADEE7-5E71-4F62-86C6-6C7182E4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294" y="6933248"/>
            <a:ext cx="8572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λ ≫ a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D99935A-1FAB-4206-A4E5-69D3C39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513" y="6667500"/>
            <a:ext cx="390048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7D91A6"/>
            </a:solidFill>
          </a:ln>
        </p:spPr>
      </p:sp>
      <p:sp>
        <p:nvSpPr>
          <p:cNvPr id="244" name="鏡面反射（1−σ_R）">
            <a:extLst xmlns:a="http://schemas.openxmlformats.org/drawingml/2006/main">
              <a:ext uri="{FF2B5EF4-FFF2-40B4-BE49-F238E27FC236}">
                <a16:creationId xmlns:a16="http://schemas.microsoft.com/office/drawing/2014/main" id="{3BB10DC2-0414-4D4D-9903-B9E674E3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684645"/>
            <a:ext cx="1843088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鏡面反射（1−σ_R）</a:t>
            </a:r>
          </a:p>
        </p:txBody>
      </p:sp>
      <p:sp>
        <p:nvSpPr>
          <p:cNvPr id="245" name="拡散反射（σ_R）">
            <a:extLst xmlns:a="http://schemas.openxmlformats.org/drawingml/2006/main">
              <a:ext uri="{FF2B5EF4-FFF2-40B4-BE49-F238E27FC236}">
                <a16:creationId xmlns:a16="http://schemas.microsoft.com/office/drawing/2014/main" id="{B79534A9-8F70-4E70-B68A-8CD1FC6F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6684645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拡散反射（σ_R）</a:t>
            </a:r>
          </a:p>
        </p:txBody>
      </p:sp>
      <p:sp>
        <p:nvSpPr>
          <p:cNvPr id="2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E51C5C-C8B6-46DC-81F7-057EAF5B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829" y="7679055"/>
            <a:ext cx="1098752" cy="317182"/>
          </a:xfrm>
          <a:custGeom xmlns:a="http://schemas.openxmlformats.org/drawingml/2006/main">
            <a:pathLst>
              <a:path w="1098752" h="317182">
                <a:moveTo>
                  <a:pt x="0" y="317182"/>
                </a:moveTo>
                <a:lnTo>
                  <a:pt x="11404" y="298203"/>
                </a:lnTo>
                <a:lnTo>
                  <a:pt x="23464" y="279633"/>
                </a:lnTo>
                <a:lnTo>
                  <a:pt x="36164" y="261495"/>
                </a:lnTo>
                <a:lnTo>
                  <a:pt x="49490" y="243811"/>
                </a:lnTo>
                <a:lnTo>
                  <a:pt x="63424" y="226603"/>
                </a:lnTo>
                <a:lnTo>
                  <a:pt x="77951" y="209892"/>
                </a:lnTo>
                <a:lnTo>
                  <a:pt x="93052" y="193698"/>
                </a:lnTo>
                <a:lnTo>
                  <a:pt x="108709" y="178041"/>
                </a:lnTo>
                <a:lnTo>
                  <a:pt x="124903" y="162940"/>
                </a:lnTo>
                <a:lnTo>
                  <a:pt x="141614" y="148413"/>
                </a:lnTo>
                <a:lnTo>
                  <a:pt x="158822" y="134479"/>
                </a:lnTo>
                <a:lnTo>
                  <a:pt x="176506" y="121153"/>
                </a:lnTo>
                <a:lnTo>
                  <a:pt x="194644" y="108453"/>
                </a:lnTo>
                <a:lnTo>
                  <a:pt x="213214" y="96393"/>
                </a:lnTo>
                <a:lnTo>
                  <a:pt x="232194" y="84989"/>
                </a:lnTo>
                <a:lnTo>
                  <a:pt x="251560" y="74254"/>
                </a:lnTo>
                <a:lnTo>
                  <a:pt x="271289" y="64202"/>
                </a:lnTo>
                <a:lnTo>
                  <a:pt x="291357" y="54844"/>
                </a:lnTo>
                <a:lnTo>
                  <a:pt x="311739" y="46192"/>
                </a:lnTo>
                <a:lnTo>
                  <a:pt x="332411" y="38257"/>
                </a:lnTo>
                <a:lnTo>
                  <a:pt x="353347" y="31048"/>
                </a:lnTo>
                <a:lnTo>
                  <a:pt x="374522" y="24574"/>
                </a:lnTo>
                <a:lnTo>
                  <a:pt x="395909" y="18843"/>
                </a:lnTo>
                <a:lnTo>
                  <a:pt x="417484" y="13862"/>
                </a:lnTo>
                <a:lnTo>
                  <a:pt x="439220" y="9637"/>
                </a:lnTo>
                <a:lnTo>
                  <a:pt x="461090" y="6174"/>
                </a:lnTo>
                <a:lnTo>
                  <a:pt x="483067" y="3475"/>
                </a:lnTo>
                <a:lnTo>
                  <a:pt x="505125" y="1545"/>
                </a:lnTo>
                <a:lnTo>
                  <a:pt x="527237" y="386"/>
                </a:lnTo>
                <a:lnTo>
                  <a:pt x="549376" y="0"/>
                </a:lnTo>
                <a:lnTo>
                  <a:pt x="571515" y="386"/>
                </a:lnTo>
                <a:lnTo>
                  <a:pt x="593627" y="1545"/>
                </a:lnTo>
                <a:lnTo>
                  <a:pt x="615685" y="3475"/>
                </a:lnTo>
                <a:lnTo>
                  <a:pt x="637663" y="6174"/>
                </a:lnTo>
                <a:lnTo>
                  <a:pt x="659533" y="9637"/>
                </a:lnTo>
                <a:lnTo>
                  <a:pt x="681268" y="13862"/>
                </a:lnTo>
                <a:lnTo>
                  <a:pt x="702843" y="18843"/>
                </a:lnTo>
                <a:lnTo>
                  <a:pt x="724231" y="24574"/>
                </a:lnTo>
                <a:lnTo>
                  <a:pt x="745406" y="31048"/>
                </a:lnTo>
                <a:lnTo>
                  <a:pt x="766342" y="38257"/>
                </a:lnTo>
                <a:lnTo>
                  <a:pt x="787014" y="46192"/>
                </a:lnTo>
                <a:lnTo>
                  <a:pt x="807396" y="54844"/>
                </a:lnTo>
                <a:lnTo>
                  <a:pt x="827464" y="64202"/>
                </a:lnTo>
                <a:lnTo>
                  <a:pt x="847193" y="74254"/>
                </a:lnTo>
                <a:lnTo>
                  <a:pt x="866559" y="84989"/>
                </a:lnTo>
                <a:lnTo>
                  <a:pt x="885538" y="96393"/>
                </a:lnTo>
                <a:lnTo>
                  <a:pt x="904109" y="108453"/>
                </a:lnTo>
                <a:lnTo>
                  <a:pt x="922247" y="121153"/>
                </a:lnTo>
                <a:lnTo>
                  <a:pt x="939930" y="134479"/>
                </a:lnTo>
                <a:lnTo>
                  <a:pt x="957138" y="148413"/>
                </a:lnTo>
                <a:lnTo>
                  <a:pt x="973849" y="162940"/>
                </a:lnTo>
                <a:lnTo>
                  <a:pt x="990043" y="178041"/>
                </a:lnTo>
                <a:lnTo>
                  <a:pt x="1005700" y="193698"/>
                </a:lnTo>
                <a:lnTo>
                  <a:pt x="1020801" y="209892"/>
                </a:lnTo>
                <a:lnTo>
                  <a:pt x="1035328" y="226603"/>
                </a:lnTo>
                <a:lnTo>
                  <a:pt x="1049263" y="243811"/>
                </a:lnTo>
                <a:lnTo>
                  <a:pt x="1062588" y="261495"/>
                </a:lnTo>
                <a:lnTo>
                  <a:pt x="1075289" y="279633"/>
                </a:lnTo>
                <a:lnTo>
                  <a:pt x="1087348" y="298203"/>
                </a:lnTo>
                <a:lnTo>
                  <a:pt x="1098752" y="317182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112D50"/>
            </a:solidFill>
            <a:prstDash val="solid"/>
          </a:ln>
        </p:spPr>
      </p:sp>
      <p:sp>
        <p:nvSpPr>
          <p:cNvPr id="2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20CE7B-C311-4B1F-97C8-25AC759E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7147560"/>
            <a:ext cx="600075" cy="522923"/>
          </a:xfrm>
          <a:custGeom xmlns:a="http://schemas.openxmlformats.org/drawingml/2006/main">
            <a:pathLst>
              <a:path w="600075" h="522923">
                <a:moveTo>
                  <a:pt x="0" y="0"/>
                </a:moveTo>
                <a:lnTo>
                  <a:pt x="600075" y="522923"/>
                </a:lnTo>
              </a:path>
            </a:pathLst>
          </a:custGeom>
          <a:noFill xmlns:a="http://schemas.openxmlformats.org/drawingml/2006/main"/>
          <a:ln xmlns:a="http://schemas.openxmlformats.org/drawingml/2006/main" w="18860">
            <a:solidFill>
              <a:srgbClr val="0768C5"/>
            </a:solidFill>
            <a:prstDash val="solid"/>
          </a:ln>
        </p:spPr>
      </p:sp>
      <p:sp>
        <p:nvSpPr>
          <p:cNvPr id="2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9EB9A2A-BC72-41E0-9804-8EE65835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230" y="7593620"/>
            <a:ext cx="80975" cy="76862"/>
          </a:xfrm>
          <a:custGeom xmlns:a="http://schemas.openxmlformats.org/drawingml/2006/main">
            <a:pathLst>
              <a:path w="80975" h="76862">
                <a:moveTo>
                  <a:pt x="80975" y="76862"/>
                </a:moveTo>
                <a:lnTo>
                  <a:pt x="45619" y="0"/>
                </a:lnTo>
                <a:lnTo>
                  <a:pt x="0" y="52349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00E252B-5BC1-439E-ACF9-8B3CCC32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123" y="708755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B3BE0F-D706-4B3E-8674-00FC9D3F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205" y="7147560"/>
            <a:ext cx="600075" cy="522923"/>
          </a:xfrm>
          <a:custGeom xmlns:a="http://schemas.openxmlformats.org/drawingml/2006/main">
            <a:pathLst>
              <a:path w="600075" h="522923">
                <a:moveTo>
                  <a:pt x="0" y="522923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60">
            <a:solidFill>
              <a:srgbClr val="D78300"/>
            </a:solidFill>
            <a:prstDash val="solid"/>
          </a:ln>
        </p:spPr>
      </p:sp>
      <p:sp>
        <p:nvSpPr>
          <p:cNvPr id="2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97E2DB-BBBE-4B20-BFB1-305316BB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305" y="7147560"/>
            <a:ext cx="80975" cy="76862"/>
          </a:xfrm>
          <a:custGeom xmlns:a="http://schemas.openxmlformats.org/drawingml/2006/main">
            <a:pathLst>
              <a:path w="80975" h="76862">
                <a:moveTo>
                  <a:pt x="80975" y="0"/>
                </a:moveTo>
                <a:lnTo>
                  <a:pt x="0" y="24513"/>
                </a:lnTo>
                <a:lnTo>
                  <a:pt x="45619" y="76862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5B25AF-5ED2-4499-8F29-2A7FFFA3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641" y="7679055"/>
            <a:ext cx="1098752" cy="317182"/>
          </a:xfrm>
          <a:custGeom xmlns:a="http://schemas.openxmlformats.org/drawingml/2006/main">
            <a:pathLst>
              <a:path w="1098752" h="317182">
                <a:moveTo>
                  <a:pt x="0" y="317182"/>
                </a:moveTo>
                <a:lnTo>
                  <a:pt x="11404" y="298203"/>
                </a:lnTo>
                <a:lnTo>
                  <a:pt x="23464" y="279633"/>
                </a:lnTo>
                <a:lnTo>
                  <a:pt x="36164" y="261495"/>
                </a:lnTo>
                <a:lnTo>
                  <a:pt x="49490" y="243811"/>
                </a:lnTo>
                <a:lnTo>
                  <a:pt x="63424" y="226603"/>
                </a:lnTo>
                <a:lnTo>
                  <a:pt x="77951" y="209892"/>
                </a:lnTo>
                <a:lnTo>
                  <a:pt x="93052" y="193698"/>
                </a:lnTo>
                <a:lnTo>
                  <a:pt x="108709" y="178041"/>
                </a:lnTo>
                <a:lnTo>
                  <a:pt x="124903" y="162940"/>
                </a:lnTo>
                <a:lnTo>
                  <a:pt x="141614" y="148413"/>
                </a:lnTo>
                <a:lnTo>
                  <a:pt x="158822" y="134479"/>
                </a:lnTo>
                <a:lnTo>
                  <a:pt x="176506" y="121153"/>
                </a:lnTo>
                <a:lnTo>
                  <a:pt x="194644" y="108453"/>
                </a:lnTo>
                <a:lnTo>
                  <a:pt x="213214" y="96393"/>
                </a:lnTo>
                <a:lnTo>
                  <a:pt x="232194" y="84989"/>
                </a:lnTo>
                <a:lnTo>
                  <a:pt x="251560" y="74254"/>
                </a:lnTo>
                <a:lnTo>
                  <a:pt x="271289" y="64202"/>
                </a:lnTo>
                <a:lnTo>
                  <a:pt x="291357" y="54844"/>
                </a:lnTo>
                <a:lnTo>
                  <a:pt x="311739" y="46192"/>
                </a:lnTo>
                <a:lnTo>
                  <a:pt x="332411" y="38257"/>
                </a:lnTo>
                <a:lnTo>
                  <a:pt x="353347" y="31048"/>
                </a:lnTo>
                <a:lnTo>
                  <a:pt x="374522" y="24574"/>
                </a:lnTo>
                <a:lnTo>
                  <a:pt x="395909" y="18843"/>
                </a:lnTo>
                <a:lnTo>
                  <a:pt x="417484" y="13862"/>
                </a:lnTo>
                <a:lnTo>
                  <a:pt x="439220" y="9637"/>
                </a:lnTo>
                <a:lnTo>
                  <a:pt x="461090" y="6174"/>
                </a:lnTo>
                <a:lnTo>
                  <a:pt x="483067" y="3475"/>
                </a:lnTo>
                <a:lnTo>
                  <a:pt x="505125" y="1545"/>
                </a:lnTo>
                <a:lnTo>
                  <a:pt x="527237" y="386"/>
                </a:lnTo>
                <a:lnTo>
                  <a:pt x="549376" y="0"/>
                </a:lnTo>
                <a:lnTo>
                  <a:pt x="571515" y="386"/>
                </a:lnTo>
                <a:lnTo>
                  <a:pt x="593627" y="1545"/>
                </a:lnTo>
                <a:lnTo>
                  <a:pt x="615685" y="3475"/>
                </a:lnTo>
                <a:lnTo>
                  <a:pt x="637663" y="6174"/>
                </a:lnTo>
                <a:lnTo>
                  <a:pt x="659533" y="9637"/>
                </a:lnTo>
                <a:lnTo>
                  <a:pt x="681268" y="13862"/>
                </a:lnTo>
                <a:lnTo>
                  <a:pt x="702843" y="18843"/>
                </a:lnTo>
                <a:lnTo>
                  <a:pt x="724231" y="24574"/>
                </a:lnTo>
                <a:lnTo>
                  <a:pt x="745406" y="31048"/>
                </a:lnTo>
                <a:lnTo>
                  <a:pt x="766342" y="38257"/>
                </a:lnTo>
                <a:lnTo>
                  <a:pt x="787014" y="46192"/>
                </a:lnTo>
                <a:lnTo>
                  <a:pt x="807396" y="54844"/>
                </a:lnTo>
                <a:lnTo>
                  <a:pt x="827464" y="64202"/>
                </a:lnTo>
                <a:lnTo>
                  <a:pt x="847193" y="74254"/>
                </a:lnTo>
                <a:lnTo>
                  <a:pt x="866559" y="84989"/>
                </a:lnTo>
                <a:lnTo>
                  <a:pt x="885538" y="96393"/>
                </a:lnTo>
                <a:lnTo>
                  <a:pt x="904109" y="108453"/>
                </a:lnTo>
                <a:lnTo>
                  <a:pt x="922247" y="121153"/>
                </a:lnTo>
                <a:lnTo>
                  <a:pt x="939930" y="134479"/>
                </a:lnTo>
                <a:lnTo>
                  <a:pt x="957138" y="148413"/>
                </a:lnTo>
                <a:lnTo>
                  <a:pt x="973849" y="162940"/>
                </a:lnTo>
                <a:lnTo>
                  <a:pt x="990043" y="178041"/>
                </a:lnTo>
                <a:lnTo>
                  <a:pt x="1005700" y="193698"/>
                </a:lnTo>
                <a:lnTo>
                  <a:pt x="1020801" y="209892"/>
                </a:lnTo>
                <a:lnTo>
                  <a:pt x="1035328" y="226603"/>
                </a:lnTo>
                <a:lnTo>
                  <a:pt x="1049263" y="243811"/>
                </a:lnTo>
                <a:lnTo>
                  <a:pt x="1062588" y="261495"/>
                </a:lnTo>
                <a:lnTo>
                  <a:pt x="1075289" y="279633"/>
                </a:lnTo>
                <a:lnTo>
                  <a:pt x="1087348" y="298203"/>
                </a:lnTo>
                <a:lnTo>
                  <a:pt x="1098752" y="317182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112D50"/>
            </a:solidFill>
            <a:prstDash val="solid"/>
          </a:ln>
        </p:spPr>
      </p:sp>
      <p:sp>
        <p:nvSpPr>
          <p:cNvPr id="2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935966-3501-41A1-9CE2-62BA4A1F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943" y="7147560"/>
            <a:ext cx="600075" cy="522923"/>
          </a:xfrm>
          <a:custGeom xmlns:a="http://schemas.openxmlformats.org/drawingml/2006/main">
            <a:pathLst>
              <a:path w="600075" h="522923">
                <a:moveTo>
                  <a:pt x="0" y="0"/>
                </a:moveTo>
                <a:lnTo>
                  <a:pt x="600075" y="522923"/>
                </a:lnTo>
              </a:path>
            </a:pathLst>
          </a:custGeom>
          <a:noFill xmlns:a="http://schemas.openxmlformats.org/drawingml/2006/main"/>
          <a:ln xmlns:a="http://schemas.openxmlformats.org/drawingml/2006/main" w="18860">
            <a:solidFill>
              <a:srgbClr val="0768C5"/>
            </a:solidFill>
            <a:prstDash val="solid"/>
          </a:ln>
        </p:spPr>
      </p:sp>
      <p:sp>
        <p:nvSpPr>
          <p:cNvPr id="2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E56DCF5-2A99-4228-965D-14C3D72E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042" y="7593620"/>
            <a:ext cx="80975" cy="76862"/>
          </a:xfrm>
          <a:custGeom xmlns:a="http://schemas.openxmlformats.org/drawingml/2006/main">
            <a:pathLst>
              <a:path w="80975" h="76862">
                <a:moveTo>
                  <a:pt x="80975" y="76862"/>
                </a:moveTo>
                <a:lnTo>
                  <a:pt x="45619" y="0"/>
                </a:lnTo>
                <a:lnTo>
                  <a:pt x="0" y="52349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3D0E278C-42A2-4461-96F2-9C337D2B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935" y="708755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B02FEB-F8F0-4148-9596-F364F40C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18" y="7011986"/>
            <a:ext cx="116111" cy="658497"/>
          </a:xfrm>
          <a:custGeom xmlns:a="http://schemas.openxmlformats.org/drawingml/2006/main">
            <a:pathLst>
              <a:path w="116111" h="658497">
                <a:moveTo>
                  <a:pt x="0" y="658497"/>
                </a:moveTo>
                <a:lnTo>
                  <a:pt x="1161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D74805-EFC8-4825-A87F-547B914A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827" y="7011986"/>
            <a:ext cx="60784" cy="72897"/>
          </a:xfrm>
          <a:custGeom xmlns:a="http://schemas.openxmlformats.org/drawingml/2006/main">
            <a:pathLst>
              <a:path w="60784" h="72897">
                <a:moveTo>
                  <a:pt x="42301" y="0"/>
                </a:moveTo>
                <a:lnTo>
                  <a:pt x="0" y="62179"/>
                </a:lnTo>
                <a:lnTo>
                  <a:pt x="60784" y="72897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0434C24-2651-44F5-824F-87F41BED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18" y="7064475"/>
            <a:ext cx="282586" cy="606007"/>
          </a:xfrm>
          <a:custGeom xmlns:a="http://schemas.openxmlformats.org/drawingml/2006/main">
            <a:pathLst>
              <a:path w="282586" h="606007">
                <a:moveTo>
                  <a:pt x="0" y="606007"/>
                </a:moveTo>
                <a:lnTo>
                  <a:pt x="28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C688628-A44F-4ACE-90FB-628E98F9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7651" y="7064475"/>
            <a:ext cx="56953" cy="75197"/>
          </a:xfrm>
          <a:custGeom xmlns:a="http://schemas.openxmlformats.org/drawingml/2006/main">
            <a:pathLst>
              <a:path w="56953" h="75197">
                <a:moveTo>
                  <a:pt x="56953" y="0"/>
                </a:moveTo>
                <a:lnTo>
                  <a:pt x="0" y="49112"/>
                </a:lnTo>
                <a:lnTo>
                  <a:pt x="55939" y="75197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27033E-02BD-40A3-8F89-8B32D81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18" y="7158263"/>
            <a:ext cx="429803" cy="512219"/>
          </a:xfrm>
          <a:custGeom xmlns:a="http://schemas.openxmlformats.org/drawingml/2006/main">
            <a:pathLst>
              <a:path w="429803" h="512219">
                <a:moveTo>
                  <a:pt x="0" y="512219"/>
                </a:moveTo>
                <a:lnTo>
                  <a:pt x="429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138E14-BD5B-4AF8-947C-3F1A851C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097" y="7158263"/>
            <a:ext cx="67723" cy="72372"/>
          </a:xfrm>
          <a:custGeom xmlns:a="http://schemas.openxmlformats.org/drawingml/2006/main">
            <a:pathLst>
              <a:path w="67723" h="72372">
                <a:moveTo>
                  <a:pt x="67723" y="0"/>
                </a:moveTo>
                <a:lnTo>
                  <a:pt x="0" y="32698"/>
                </a:lnTo>
                <a:lnTo>
                  <a:pt x="47282" y="72372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AE901F-568A-447F-9E02-663E53E3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18" y="7286958"/>
            <a:ext cx="547730" cy="383525"/>
          </a:xfrm>
          <a:custGeom xmlns:a="http://schemas.openxmlformats.org/drawingml/2006/main">
            <a:pathLst>
              <a:path w="547730" h="383525">
                <a:moveTo>
                  <a:pt x="0" y="383525"/>
                </a:moveTo>
                <a:lnTo>
                  <a:pt x="547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646318-494D-489C-A925-E29EC340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69" y="7286958"/>
            <a:ext cx="73879" cy="64616"/>
          </a:xfrm>
          <a:custGeom xmlns:a="http://schemas.openxmlformats.org/drawingml/2006/main">
            <a:pathLst>
              <a:path w="73879" h="64616">
                <a:moveTo>
                  <a:pt x="73879" y="0"/>
                </a:moveTo>
                <a:lnTo>
                  <a:pt x="0" y="14056"/>
                </a:lnTo>
                <a:lnTo>
                  <a:pt x="35402" y="64616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834FF5-2746-436C-BA1A-502FE3A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18" y="7441789"/>
            <a:ext cx="628330" cy="228693"/>
          </a:xfrm>
          <a:custGeom xmlns:a="http://schemas.openxmlformats.org/drawingml/2006/main">
            <a:pathLst>
              <a:path w="628330" h="228693">
                <a:moveTo>
                  <a:pt x="0" y="228693"/>
                </a:moveTo>
                <a:lnTo>
                  <a:pt x="6283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6287397-8643-46C1-A825-8B661915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348" y="7436245"/>
            <a:ext cx="74999" cy="58000"/>
          </a:xfrm>
          <a:custGeom xmlns:a="http://schemas.openxmlformats.org/drawingml/2006/main">
            <a:pathLst>
              <a:path w="74999" h="58000">
                <a:moveTo>
                  <a:pt x="74999" y="5544"/>
                </a:moveTo>
                <a:lnTo>
                  <a:pt x="0" y="0"/>
                </a:lnTo>
                <a:lnTo>
                  <a:pt x="21110" y="5800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1932609-A2E9-428B-9417-F98BD8B3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3" y="8339138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8573">
            <a:noFill/>
          </a:ln>
        </p:spPr>
      </p:sp>
      <p:sp>
        <p:nvSpPr>
          <p:cNvPr id="267" name="F_d = βw">
            <a:extLst xmlns:a="http://schemas.openxmlformats.org/drawingml/2006/main">
              <a:ext uri="{FF2B5EF4-FFF2-40B4-BE49-F238E27FC236}">
                <a16:creationId xmlns:a16="http://schemas.microsoft.com/office/drawing/2014/main" id="{79E6F5AE-5A71-4B9A-BCD1-88FA8B1F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8442008"/>
            <a:ext cx="32575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F_d = βw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195CFD4-A413-46CB-87AF-FC012381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339138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8573">
            <a:noFill/>
          </a:ln>
        </p:spPr>
      </p:sp>
      <p:sp>
        <p:nvSpPr>
          <p:cNvPr id="269" name="F_d = β(S)w">
            <a:extLst xmlns:a="http://schemas.openxmlformats.org/drawingml/2006/main">
              <a:ext uri="{FF2B5EF4-FFF2-40B4-BE49-F238E27FC236}">
                <a16:creationId xmlns:a16="http://schemas.microsoft.com/office/drawing/2014/main" id="{336CE658-073A-4848-8731-9836D598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8442008"/>
            <a:ext cx="32575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F_d = β(S)w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7FD2EB8-8835-4E6A-A740-B4497E86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388" y="8339138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8573">
            <a:noFill/>
          </a:ln>
        </p:spPr>
      </p:sp>
      <p:sp>
        <p:nvSpPr>
          <p:cNvPr id="271" name="F_d = (3πμd_p/Cc)w">
            <a:extLst xmlns:a="http://schemas.openxmlformats.org/drawingml/2006/main">
              <a:ext uri="{FF2B5EF4-FFF2-40B4-BE49-F238E27FC236}">
                <a16:creationId xmlns:a16="http://schemas.microsoft.com/office/drawing/2014/main" id="{3F7484BA-BF67-4ED0-9E15-ACFEC70C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113" y="8442008"/>
            <a:ext cx="32575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F_d = (3πμd_p/Cc)w</a:t>
            </a:r>
          </a:p>
        </p:txBody>
      </p:sp>
      <p:sp>
        <p:nvSpPr>
          <p:cNvPr id="272" name="抗力モデルを1つ選択。粒子の質量と抗力径を独立に指定し、モデルの適用域を検査する">
            <a:extLst xmlns:a="http://schemas.openxmlformats.org/drawingml/2006/main">
              <a:ext uri="{FF2B5EF4-FFF2-40B4-BE49-F238E27FC236}">
                <a16:creationId xmlns:a16="http://schemas.microsoft.com/office/drawing/2014/main" id="{17CF0CA6-839D-4C83-9046-1138FAB0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170670"/>
            <a:ext cx="1183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rPr>
              <a:t>抗力モデルを1つ選択。粒子の質量と抗力径を独立に指定し、モデルの適用域を検査する</a:t>
            </a:r>
          </a:p>
        </p:txBody>
      </p:sp>
    </p:spTree>
    <p:extLst>
      <p:ext uri="{BB962C8B-B14F-4D97-AF65-F5344CB8AC3E}">
        <p14:creationId xmlns:p14="http://schemas.microsoft.com/office/powerpoint/2010/main" val="20142723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図03　OML帯電と粒子運動の連成">
            <a:extLst xmlns:a="http://schemas.openxmlformats.org/drawingml/2006/main">
              <a:ext uri="{FF2B5EF4-FFF2-40B4-BE49-F238E27FC236}">
                <a16:creationId xmlns:a16="http://schemas.microsoft.com/office/drawing/2014/main" id="{C61D73D7-9711-49FC-9F5D-BE71AA81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図03　OML帯電と粒子運動の連成</a:t>
            </a:r>
          </a:p>
        </p:txBody>
      </p:sp>
      <p:sp>
        <p:nvSpPr>
          <p:cNvPr id="2" name="局所密度・温度・相対イオン速度から電荷を更新し、電荷による軌道の変化を計算できる">
            <a:extLst xmlns:a="http://schemas.openxmlformats.org/drawingml/2006/main">
              <a:ext uri="{FF2B5EF4-FFF2-40B4-BE49-F238E27FC236}">
                <a16:creationId xmlns:a16="http://schemas.microsoft.com/office/drawing/2014/main" id="{349BC57B-5FCA-4BC0-8203-7C4BE37D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局所密度・温度・相対イオン速度から電荷を更新し、電荷による軌道の変化を計算できる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6B2813-1D2B-47E4-9442-BB7F757D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4EF592A4-7077-4047-98EC-5A1B9A26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E2AAFF0B-788B-4937-A396-8F35640B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6" name="(a) 静止Maxwellian OML">
            <a:extLst xmlns:a="http://schemas.openxmlformats.org/drawingml/2006/main">
              <a:ext uri="{FF2B5EF4-FFF2-40B4-BE49-F238E27FC236}">
                <a16:creationId xmlns:a16="http://schemas.microsoft.com/office/drawing/2014/main" id="{B76D3A1E-4849-4396-99DA-2673702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8313"/>
            <a:ext cx="6172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静止Maxwellian OML</a:t>
            </a:r>
          </a:p>
        </p:txBody>
      </p:sp>
      <p:sp>
        <p:nvSpPr>
          <p:cNvPr id="7" name="(b) ドリフトOML">
            <a:extLst xmlns:a="http://schemas.openxmlformats.org/drawingml/2006/main">
              <a:ext uri="{FF2B5EF4-FFF2-40B4-BE49-F238E27FC236}">
                <a16:creationId xmlns:a16="http://schemas.microsoft.com/office/drawing/2014/main" id="{357231AA-5F63-4B05-A8DD-7D0A0A2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1738313"/>
            <a:ext cx="6172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ドリフトOML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43E07-9353-4838-8932-D095037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3281363"/>
            <a:ext cx="1114425" cy="1114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9" name="φ ≤ 0">
            <a:extLst xmlns:a="http://schemas.openxmlformats.org/drawingml/2006/main">
              <a:ext uri="{FF2B5EF4-FFF2-40B4-BE49-F238E27FC236}">
                <a16:creationId xmlns:a16="http://schemas.microsoft.com/office/drawing/2014/main" id="{6FF6F12F-AC21-473D-9DE5-D7540A1E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967163"/>
            <a:ext cx="10287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φ ≤ 0</a:t>
            </a:r>
          </a:p>
        </p:txBody>
      </p:sp>
      <p:sp>
        <p:nvSpPr>
          <p:cNvPr id="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521699-C5DA-4831-A1AF-00A60E85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808" y="2613454"/>
            <a:ext cx="2451735" cy="2450241"/>
          </a:xfrm>
          <a:custGeom xmlns:a="http://schemas.openxmlformats.org/drawingml/2006/main">
            <a:pathLst>
              <a:path w="2451735" h="2450241">
                <a:moveTo>
                  <a:pt x="2451735" y="1225121"/>
                </a:moveTo>
                <a:lnTo>
                  <a:pt x="2448749" y="1310633"/>
                </a:lnTo>
                <a:lnTo>
                  <a:pt x="2439805" y="1395729"/>
                </a:lnTo>
                <a:lnTo>
                  <a:pt x="2424947" y="1479993"/>
                </a:lnTo>
                <a:lnTo>
                  <a:pt x="2404247" y="1563016"/>
                </a:lnTo>
                <a:lnTo>
                  <a:pt x="2377806" y="1644392"/>
                </a:lnTo>
                <a:lnTo>
                  <a:pt x="2345753" y="1723726"/>
                </a:lnTo>
                <a:lnTo>
                  <a:pt x="2308244" y="1800631"/>
                </a:lnTo>
                <a:lnTo>
                  <a:pt x="2265462" y="1874732"/>
                </a:lnTo>
                <a:lnTo>
                  <a:pt x="2217615" y="1945668"/>
                </a:lnTo>
                <a:lnTo>
                  <a:pt x="2164936" y="2013093"/>
                </a:lnTo>
                <a:lnTo>
                  <a:pt x="2107683" y="2076680"/>
                </a:lnTo>
                <a:lnTo>
                  <a:pt x="2046133" y="2136118"/>
                </a:lnTo>
                <a:lnTo>
                  <a:pt x="1980587" y="2191118"/>
                </a:lnTo>
                <a:lnTo>
                  <a:pt x="1911364" y="2241411"/>
                </a:lnTo>
                <a:lnTo>
                  <a:pt x="1838801" y="2286753"/>
                </a:lnTo>
                <a:lnTo>
                  <a:pt x="1763252" y="2326923"/>
                </a:lnTo>
                <a:lnTo>
                  <a:pt x="1685086" y="2361725"/>
                </a:lnTo>
                <a:lnTo>
                  <a:pt x="1604681" y="2390990"/>
                </a:lnTo>
                <a:lnTo>
                  <a:pt x="1522432" y="2414575"/>
                </a:lnTo>
                <a:lnTo>
                  <a:pt x="1438737" y="2432365"/>
                </a:lnTo>
                <a:lnTo>
                  <a:pt x="1354006" y="2444273"/>
                </a:lnTo>
                <a:lnTo>
                  <a:pt x="1268650" y="2450241"/>
                </a:lnTo>
                <a:lnTo>
                  <a:pt x="1183085" y="2450241"/>
                </a:lnTo>
                <a:lnTo>
                  <a:pt x="1097729" y="2444273"/>
                </a:lnTo>
                <a:lnTo>
                  <a:pt x="1012998" y="2432365"/>
                </a:lnTo>
                <a:lnTo>
                  <a:pt x="929303" y="2414575"/>
                </a:lnTo>
                <a:lnTo>
                  <a:pt x="847054" y="2390990"/>
                </a:lnTo>
                <a:lnTo>
                  <a:pt x="766649" y="2361725"/>
                </a:lnTo>
                <a:lnTo>
                  <a:pt x="688483" y="2326923"/>
                </a:lnTo>
                <a:lnTo>
                  <a:pt x="612934" y="2286753"/>
                </a:lnTo>
                <a:lnTo>
                  <a:pt x="540371" y="2241411"/>
                </a:lnTo>
                <a:lnTo>
                  <a:pt x="471148" y="2191118"/>
                </a:lnTo>
                <a:lnTo>
                  <a:pt x="405602" y="2136118"/>
                </a:lnTo>
                <a:lnTo>
                  <a:pt x="344052" y="2076680"/>
                </a:lnTo>
                <a:lnTo>
                  <a:pt x="286799" y="2013093"/>
                </a:lnTo>
                <a:lnTo>
                  <a:pt x="234120" y="1945668"/>
                </a:lnTo>
                <a:lnTo>
                  <a:pt x="186273" y="1874732"/>
                </a:lnTo>
                <a:lnTo>
                  <a:pt x="143491" y="1800631"/>
                </a:lnTo>
                <a:lnTo>
                  <a:pt x="105982" y="1723726"/>
                </a:lnTo>
                <a:lnTo>
                  <a:pt x="73929" y="1644392"/>
                </a:lnTo>
                <a:lnTo>
                  <a:pt x="47488" y="1563016"/>
                </a:lnTo>
                <a:lnTo>
                  <a:pt x="26788" y="1479993"/>
                </a:lnTo>
                <a:lnTo>
                  <a:pt x="11930" y="1395729"/>
                </a:lnTo>
                <a:lnTo>
                  <a:pt x="2986" y="1310633"/>
                </a:lnTo>
                <a:lnTo>
                  <a:pt x="0" y="1225121"/>
                </a:lnTo>
                <a:lnTo>
                  <a:pt x="2986" y="1139609"/>
                </a:lnTo>
                <a:lnTo>
                  <a:pt x="11930" y="1054513"/>
                </a:lnTo>
                <a:lnTo>
                  <a:pt x="26788" y="970249"/>
                </a:lnTo>
                <a:lnTo>
                  <a:pt x="47488" y="887226"/>
                </a:lnTo>
                <a:lnTo>
                  <a:pt x="73929" y="805849"/>
                </a:lnTo>
                <a:lnTo>
                  <a:pt x="105982" y="726516"/>
                </a:lnTo>
                <a:lnTo>
                  <a:pt x="143491" y="649611"/>
                </a:lnTo>
                <a:lnTo>
                  <a:pt x="186273" y="575510"/>
                </a:lnTo>
                <a:lnTo>
                  <a:pt x="234120" y="504574"/>
                </a:lnTo>
                <a:lnTo>
                  <a:pt x="286799" y="437148"/>
                </a:lnTo>
                <a:lnTo>
                  <a:pt x="344052" y="373562"/>
                </a:lnTo>
                <a:lnTo>
                  <a:pt x="405602" y="314124"/>
                </a:lnTo>
                <a:lnTo>
                  <a:pt x="471148" y="259124"/>
                </a:lnTo>
                <a:lnTo>
                  <a:pt x="540371" y="208831"/>
                </a:lnTo>
                <a:lnTo>
                  <a:pt x="612934" y="163488"/>
                </a:lnTo>
                <a:lnTo>
                  <a:pt x="688483" y="123318"/>
                </a:lnTo>
                <a:lnTo>
                  <a:pt x="766649" y="88516"/>
                </a:lnTo>
                <a:lnTo>
                  <a:pt x="847054" y="59251"/>
                </a:lnTo>
                <a:lnTo>
                  <a:pt x="929303" y="35667"/>
                </a:lnTo>
                <a:lnTo>
                  <a:pt x="1012998" y="17877"/>
                </a:lnTo>
                <a:lnTo>
                  <a:pt x="1097729" y="5969"/>
                </a:lnTo>
                <a:lnTo>
                  <a:pt x="1183085" y="0"/>
                </a:lnTo>
                <a:lnTo>
                  <a:pt x="1268650" y="0"/>
                </a:lnTo>
                <a:lnTo>
                  <a:pt x="1354006" y="5969"/>
                </a:lnTo>
                <a:lnTo>
                  <a:pt x="1438737" y="17877"/>
                </a:lnTo>
                <a:lnTo>
                  <a:pt x="1522432" y="35667"/>
                </a:lnTo>
                <a:lnTo>
                  <a:pt x="1604681" y="59251"/>
                </a:lnTo>
                <a:lnTo>
                  <a:pt x="1685086" y="88516"/>
                </a:lnTo>
                <a:lnTo>
                  <a:pt x="1763252" y="123318"/>
                </a:lnTo>
                <a:lnTo>
                  <a:pt x="1838801" y="163488"/>
                </a:lnTo>
                <a:lnTo>
                  <a:pt x="1911364" y="208831"/>
                </a:lnTo>
                <a:lnTo>
                  <a:pt x="1980587" y="259124"/>
                </a:lnTo>
                <a:lnTo>
                  <a:pt x="2046133" y="314124"/>
                </a:lnTo>
                <a:lnTo>
                  <a:pt x="2107683" y="373562"/>
                </a:lnTo>
                <a:lnTo>
                  <a:pt x="2164936" y="437148"/>
                </a:lnTo>
                <a:lnTo>
                  <a:pt x="2217615" y="504574"/>
                </a:lnTo>
                <a:lnTo>
                  <a:pt x="2265462" y="575510"/>
                </a:lnTo>
                <a:lnTo>
                  <a:pt x="2308244" y="649611"/>
                </a:lnTo>
                <a:lnTo>
                  <a:pt x="2345753" y="726516"/>
                </a:lnTo>
                <a:lnTo>
                  <a:pt x="2377806" y="805849"/>
                </a:lnTo>
                <a:lnTo>
                  <a:pt x="2404247" y="887226"/>
                </a:lnTo>
                <a:lnTo>
                  <a:pt x="2424947" y="970249"/>
                </a:lnTo>
                <a:lnTo>
                  <a:pt x="2439805" y="1054513"/>
                </a:lnTo>
                <a:lnTo>
                  <a:pt x="2448749" y="1139609"/>
                </a:lnTo>
                <a:lnTo>
                  <a:pt x="2451735" y="1225121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112D50"/>
            </a:solidFill>
            <a:prstDash val="dash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E12344-2D11-4548-B306-F85223CB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2938463"/>
            <a:ext cx="720090" cy="514350"/>
          </a:xfrm>
          <a:custGeom xmlns:a="http://schemas.openxmlformats.org/drawingml/2006/main">
            <a:pathLst>
              <a:path w="720090" h="514350">
                <a:moveTo>
                  <a:pt x="0" y="514350"/>
                </a:moveTo>
                <a:lnTo>
                  <a:pt x="7200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  <a:prstDash val="dash"/>
          </a:ln>
        </p:spPr>
      </p:sp>
      <p:sp>
        <p:nvSpPr>
          <p:cNvPr id="12" name="λ_D">
            <a:extLst xmlns:a="http://schemas.openxmlformats.org/drawingml/2006/main">
              <a:ext uri="{FF2B5EF4-FFF2-40B4-BE49-F238E27FC236}">
                <a16:creationId xmlns:a16="http://schemas.microsoft.com/office/drawing/2014/main" id="{86BA90AD-5DB5-46AD-BA2F-5A99476E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72715"/>
            <a:ext cx="771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λ_D</a:t>
            </a:r>
          </a:p>
        </p:txBody>
      </p:sp>
      <p:sp>
        <p:nvSpPr>
          <p:cNvPr id="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E3AA77-EAE2-493B-82D9-73456067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27133"/>
            <a:ext cx="514350" cy="95"/>
          </a:xfrm>
          <a:custGeom xmlns:a="http://schemas.openxmlformats.org/drawingml/2006/main"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E5809C-A0D5-4957-96EF-2442EBB9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3703987"/>
            <a:ext cx="51435" cy="46292"/>
          </a:xfrm>
          <a:custGeom xmlns:a="http://schemas.openxmlformats.org/drawingml/2006/main">
            <a:pathLst>
              <a:path w="51435" h="46292">
                <a:moveTo>
                  <a:pt x="51435" y="23146"/>
                </a:moveTo>
                <a:lnTo>
                  <a:pt x="0" y="0"/>
                </a:lnTo>
                <a:lnTo>
                  <a:pt x="0" y="4629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5" name="a">
            <a:extLst xmlns:a="http://schemas.openxmlformats.org/drawingml/2006/main">
              <a:ext uri="{FF2B5EF4-FFF2-40B4-BE49-F238E27FC236}">
                <a16:creationId xmlns:a16="http://schemas.microsoft.com/office/drawing/2014/main" id="{248E0F94-2279-4EE1-99DD-47F2E4C0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01378"/>
            <a:ext cx="3429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7C673-6FEF-4DD8-A917-F93B316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346960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" name="−">
            <a:extLst xmlns:a="http://schemas.openxmlformats.org/drawingml/2006/main">
              <a:ext uri="{FF2B5EF4-FFF2-40B4-BE49-F238E27FC236}">
                <a16:creationId xmlns:a16="http://schemas.microsoft.com/office/drawing/2014/main" id="{36FB628E-0C0E-447E-A2F2-41BDC2B4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338388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E22A1EC-9142-47CD-844B-5C88E47F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2166938"/>
            <a:ext cx="3874770" cy="516305"/>
          </a:xfrm>
          <a:custGeom xmlns:a="http://schemas.openxmlformats.org/drawingml/2006/main">
            <a:pathLst>
              <a:path w="3874770" h="516305">
                <a:moveTo>
                  <a:pt x="0" y="257175"/>
                </a:moveTo>
                <a:lnTo>
                  <a:pt x="82072" y="258102"/>
                </a:lnTo>
                <a:lnTo>
                  <a:pt x="165357" y="260793"/>
                </a:lnTo>
                <a:lnTo>
                  <a:pt x="249770" y="265118"/>
                </a:lnTo>
                <a:lnTo>
                  <a:pt x="335230" y="270942"/>
                </a:lnTo>
                <a:lnTo>
                  <a:pt x="421654" y="278133"/>
                </a:lnTo>
                <a:lnTo>
                  <a:pt x="508959" y="286559"/>
                </a:lnTo>
                <a:lnTo>
                  <a:pt x="597061" y="296088"/>
                </a:lnTo>
                <a:lnTo>
                  <a:pt x="685879" y="306586"/>
                </a:lnTo>
                <a:lnTo>
                  <a:pt x="775330" y="317921"/>
                </a:lnTo>
                <a:lnTo>
                  <a:pt x="865330" y="329961"/>
                </a:lnTo>
                <a:lnTo>
                  <a:pt x="955797" y="342573"/>
                </a:lnTo>
                <a:lnTo>
                  <a:pt x="1046649" y="355625"/>
                </a:lnTo>
                <a:lnTo>
                  <a:pt x="1137801" y="368983"/>
                </a:lnTo>
                <a:lnTo>
                  <a:pt x="1229173" y="382516"/>
                </a:lnTo>
                <a:lnTo>
                  <a:pt x="1320680" y="396091"/>
                </a:lnTo>
                <a:lnTo>
                  <a:pt x="1412240" y="409575"/>
                </a:lnTo>
                <a:lnTo>
                  <a:pt x="1503770" y="422836"/>
                </a:lnTo>
                <a:lnTo>
                  <a:pt x="1595188" y="435741"/>
                </a:lnTo>
                <a:lnTo>
                  <a:pt x="1686411" y="448158"/>
                </a:lnTo>
                <a:lnTo>
                  <a:pt x="1777355" y="459953"/>
                </a:lnTo>
                <a:lnTo>
                  <a:pt x="1867939" y="470996"/>
                </a:lnTo>
                <a:lnTo>
                  <a:pt x="1958078" y="481152"/>
                </a:lnTo>
                <a:lnTo>
                  <a:pt x="2047692" y="490290"/>
                </a:lnTo>
                <a:lnTo>
                  <a:pt x="2136696" y="498277"/>
                </a:lnTo>
                <a:lnTo>
                  <a:pt x="2225008" y="504980"/>
                </a:lnTo>
                <a:lnTo>
                  <a:pt x="2312545" y="510267"/>
                </a:lnTo>
                <a:lnTo>
                  <a:pt x="2399224" y="514005"/>
                </a:lnTo>
                <a:lnTo>
                  <a:pt x="2484963" y="516062"/>
                </a:lnTo>
                <a:lnTo>
                  <a:pt x="2569679" y="516305"/>
                </a:lnTo>
                <a:lnTo>
                  <a:pt x="2653289" y="514601"/>
                </a:lnTo>
                <a:lnTo>
                  <a:pt x="2735710" y="510819"/>
                </a:lnTo>
                <a:lnTo>
                  <a:pt x="2816860" y="504825"/>
                </a:lnTo>
                <a:lnTo>
                  <a:pt x="2896655" y="496487"/>
                </a:lnTo>
                <a:lnTo>
                  <a:pt x="2975013" y="485673"/>
                </a:lnTo>
                <a:lnTo>
                  <a:pt x="3051852" y="472249"/>
                </a:lnTo>
                <a:lnTo>
                  <a:pt x="3127087" y="456084"/>
                </a:lnTo>
                <a:lnTo>
                  <a:pt x="3200637" y="437044"/>
                </a:lnTo>
                <a:lnTo>
                  <a:pt x="3272419" y="414998"/>
                </a:lnTo>
                <a:lnTo>
                  <a:pt x="3342350" y="389812"/>
                </a:lnTo>
                <a:lnTo>
                  <a:pt x="3410347" y="361355"/>
                </a:lnTo>
                <a:lnTo>
                  <a:pt x="3476327" y="329493"/>
                </a:lnTo>
                <a:lnTo>
                  <a:pt x="3540208" y="294094"/>
                </a:lnTo>
                <a:lnTo>
                  <a:pt x="3601907" y="255025"/>
                </a:lnTo>
                <a:lnTo>
                  <a:pt x="3661341" y="212154"/>
                </a:lnTo>
                <a:lnTo>
                  <a:pt x="3718427" y="165349"/>
                </a:lnTo>
                <a:lnTo>
                  <a:pt x="3773082" y="114477"/>
                </a:lnTo>
                <a:lnTo>
                  <a:pt x="3825224" y="59405"/>
                </a:lnTo>
                <a:lnTo>
                  <a:pt x="3874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FF2802B-98C4-439F-89D8-666AE35B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673" y="2639187"/>
            <a:ext cx="155196" cy="24238"/>
          </a:xfrm>
          <a:custGeom xmlns:a="http://schemas.openxmlformats.org/drawingml/2006/main">
            <a:pathLst>
              <a:path w="155196" h="24238">
                <a:moveTo>
                  <a:pt x="0" y="24238"/>
                </a:moveTo>
                <a:lnTo>
                  <a:pt x="15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94A094-A0FC-48C9-B5FA-C728591D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146" y="2611535"/>
            <a:ext cx="100723" cy="84698"/>
          </a:xfrm>
          <a:custGeom xmlns:a="http://schemas.openxmlformats.org/drawingml/2006/main">
            <a:pathLst>
              <a:path w="100723" h="84698">
                <a:moveTo>
                  <a:pt x="100723" y="27651"/>
                </a:moveTo>
                <a:lnTo>
                  <a:pt x="0" y="0"/>
                </a:lnTo>
                <a:lnTo>
                  <a:pt x="13228" y="846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39321-9FB5-421C-999A-31BACF3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2" name="+">
            <a:extLst xmlns:a="http://schemas.openxmlformats.org/drawingml/2006/main">
              <a:ext uri="{FF2B5EF4-FFF2-40B4-BE49-F238E27FC236}">
                <a16:creationId xmlns:a16="http://schemas.microsoft.com/office/drawing/2014/main" id="{E3AE0F6D-4EA6-4F2D-9188-1B4860FD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38538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2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2B863699-0DD0-481C-A844-905F3CE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3624263"/>
            <a:ext cx="2460308" cy="94297"/>
          </a:xfrm>
          <a:custGeom xmlns:a="http://schemas.openxmlformats.org/drawingml/2006/main">
            <a:pathLst>
              <a:path w="2460308" h="94297">
                <a:moveTo>
                  <a:pt x="0" y="0"/>
                </a:moveTo>
                <a:lnTo>
                  <a:pt x="83371" y="56"/>
                </a:lnTo>
                <a:lnTo>
                  <a:pt x="165254" y="221"/>
                </a:lnTo>
                <a:lnTo>
                  <a:pt x="245658" y="494"/>
                </a:lnTo>
                <a:lnTo>
                  <a:pt x="324589" y="873"/>
                </a:lnTo>
                <a:lnTo>
                  <a:pt x="402056" y="1357"/>
                </a:lnTo>
                <a:lnTo>
                  <a:pt x="478068" y="1942"/>
                </a:lnTo>
                <a:lnTo>
                  <a:pt x="552630" y="2628"/>
                </a:lnTo>
                <a:lnTo>
                  <a:pt x="625753" y="3413"/>
                </a:lnTo>
                <a:lnTo>
                  <a:pt x="697443" y="4295"/>
                </a:lnTo>
                <a:lnTo>
                  <a:pt x="767708" y="5271"/>
                </a:lnTo>
                <a:lnTo>
                  <a:pt x="836557" y="6340"/>
                </a:lnTo>
                <a:lnTo>
                  <a:pt x="903997" y="7501"/>
                </a:lnTo>
                <a:lnTo>
                  <a:pt x="970036" y="8751"/>
                </a:lnTo>
                <a:lnTo>
                  <a:pt x="1034682" y="10088"/>
                </a:lnTo>
                <a:lnTo>
                  <a:pt x="1097943" y="11511"/>
                </a:lnTo>
                <a:lnTo>
                  <a:pt x="1159827" y="13018"/>
                </a:lnTo>
                <a:lnTo>
                  <a:pt x="1220342" y="14606"/>
                </a:lnTo>
                <a:lnTo>
                  <a:pt x="1279496" y="16274"/>
                </a:lnTo>
                <a:lnTo>
                  <a:pt x="1337296" y="18021"/>
                </a:lnTo>
                <a:lnTo>
                  <a:pt x="1393751" y="19844"/>
                </a:lnTo>
                <a:lnTo>
                  <a:pt x="1448868" y="21741"/>
                </a:lnTo>
                <a:lnTo>
                  <a:pt x="1502655" y="23711"/>
                </a:lnTo>
                <a:lnTo>
                  <a:pt x="1555121" y="25751"/>
                </a:lnTo>
                <a:lnTo>
                  <a:pt x="1606272" y="27861"/>
                </a:lnTo>
                <a:lnTo>
                  <a:pt x="1656118" y="30037"/>
                </a:lnTo>
                <a:lnTo>
                  <a:pt x="1704666" y="32278"/>
                </a:lnTo>
                <a:lnTo>
                  <a:pt x="1751923" y="34583"/>
                </a:lnTo>
                <a:lnTo>
                  <a:pt x="1797898" y="36949"/>
                </a:lnTo>
                <a:lnTo>
                  <a:pt x="1842599" y="39375"/>
                </a:lnTo>
                <a:lnTo>
                  <a:pt x="1886034" y="41858"/>
                </a:lnTo>
                <a:lnTo>
                  <a:pt x="1928210" y="44397"/>
                </a:lnTo>
                <a:lnTo>
                  <a:pt x="1969135" y="46990"/>
                </a:lnTo>
                <a:lnTo>
                  <a:pt x="2008818" y="49635"/>
                </a:lnTo>
                <a:lnTo>
                  <a:pt x="2047265" y="52330"/>
                </a:lnTo>
                <a:lnTo>
                  <a:pt x="2084486" y="55074"/>
                </a:lnTo>
                <a:lnTo>
                  <a:pt x="2120488" y="57864"/>
                </a:lnTo>
                <a:lnTo>
                  <a:pt x="2155279" y="60699"/>
                </a:lnTo>
                <a:lnTo>
                  <a:pt x="2188867" y="63577"/>
                </a:lnTo>
                <a:lnTo>
                  <a:pt x="2221259" y="66495"/>
                </a:lnTo>
                <a:lnTo>
                  <a:pt x="2252464" y="69453"/>
                </a:lnTo>
                <a:lnTo>
                  <a:pt x="2282490" y="72448"/>
                </a:lnTo>
                <a:lnTo>
                  <a:pt x="2311344" y="75478"/>
                </a:lnTo>
                <a:lnTo>
                  <a:pt x="2339034" y="78542"/>
                </a:lnTo>
                <a:lnTo>
                  <a:pt x="2365568" y="81637"/>
                </a:lnTo>
                <a:lnTo>
                  <a:pt x="2390955" y="84762"/>
                </a:lnTo>
                <a:lnTo>
                  <a:pt x="2415202" y="87915"/>
                </a:lnTo>
                <a:lnTo>
                  <a:pt x="2438317" y="91094"/>
                </a:lnTo>
                <a:lnTo>
                  <a:pt x="2460308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0A3F731-EC36-428B-8CBE-AC79D915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35" y="3673898"/>
            <a:ext cx="75669" cy="5439"/>
          </a:xfrm>
          <a:custGeom xmlns:a="http://schemas.openxmlformats.org/drawingml/2006/main">
            <a:pathLst>
              <a:path w="75669" h="5439">
                <a:moveTo>
                  <a:pt x="0" y="0"/>
                </a:moveTo>
                <a:lnTo>
                  <a:pt x="75669" y="5439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91AF29-8DB9-48B9-982F-A5116672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426" y="3629756"/>
            <a:ext cx="98078" cy="85504"/>
          </a:xfrm>
          <a:custGeom xmlns:a="http://schemas.openxmlformats.org/drawingml/2006/main">
            <a:pathLst>
              <a:path w="98078" h="85504">
                <a:moveTo>
                  <a:pt x="98078" y="49581"/>
                </a:moveTo>
                <a:lnTo>
                  <a:pt x="6146" y="0"/>
                </a:lnTo>
                <a:lnTo>
                  <a:pt x="0" y="85504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9257F0-C582-4064-8062-613BF19B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595563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7" name="−">
            <a:extLst xmlns:a="http://schemas.openxmlformats.org/drawingml/2006/main">
              <a:ext uri="{FF2B5EF4-FFF2-40B4-BE49-F238E27FC236}">
                <a16:creationId xmlns:a16="http://schemas.microsoft.com/office/drawing/2014/main" id="{42F5E416-B8C7-49EF-B126-C0B4736D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586990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2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1A03B7DB-5652-41B8-8C23-A39E8C8C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2372678"/>
            <a:ext cx="3874770" cy="446024"/>
          </a:xfrm>
          <a:custGeom xmlns:a="http://schemas.openxmlformats.org/drawingml/2006/main">
            <a:pathLst>
              <a:path w="3874770" h="446024">
                <a:moveTo>
                  <a:pt x="0" y="300038"/>
                </a:moveTo>
                <a:lnTo>
                  <a:pt x="82072" y="300647"/>
                </a:lnTo>
                <a:lnTo>
                  <a:pt x="165357" y="302412"/>
                </a:lnTo>
                <a:lnTo>
                  <a:pt x="249770" y="305238"/>
                </a:lnTo>
                <a:lnTo>
                  <a:pt x="335230" y="309032"/>
                </a:lnTo>
                <a:lnTo>
                  <a:pt x="421654" y="313698"/>
                </a:lnTo>
                <a:lnTo>
                  <a:pt x="508959" y="319141"/>
                </a:lnTo>
                <a:lnTo>
                  <a:pt x="597061" y="325269"/>
                </a:lnTo>
                <a:lnTo>
                  <a:pt x="685879" y="331986"/>
                </a:lnTo>
                <a:lnTo>
                  <a:pt x="775330" y="339198"/>
                </a:lnTo>
                <a:lnTo>
                  <a:pt x="865330" y="346810"/>
                </a:lnTo>
                <a:lnTo>
                  <a:pt x="955797" y="354728"/>
                </a:lnTo>
                <a:lnTo>
                  <a:pt x="1046649" y="362858"/>
                </a:lnTo>
                <a:lnTo>
                  <a:pt x="1137801" y="371105"/>
                </a:lnTo>
                <a:lnTo>
                  <a:pt x="1229173" y="379375"/>
                </a:lnTo>
                <a:lnTo>
                  <a:pt x="1320680" y="387573"/>
                </a:lnTo>
                <a:lnTo>
                  <a:pt x="1412240" y="395605"/>
                </a:lnTo>
                <a:lnTo>
                  <a:pt x="1503770" y="403377"/>
                </a:lnTo>
                <a:lnTo>
                  <a:pt x="1595188" y="410794"/>
                </a:lnTo>
                <a:lnTo>
                  <a:pt x="1686411" y="417761"/>
                </a:lnTo>
                <a:lnTo>
                  <a:pt x="1777355" y="424185"/>
                </a:lnTo>
                <a:lnTo>
                  <a:pt x="1867939" y="429971"/>
                </a:lnTo>
                <a:lnTo>
                  <a:pt x="1958078" y="435024"/>
                </a:lnTo>
                <a:lnTo>
                  <a:pt x="2047692" y="439250"/>
                </a:lnTo>
                <a:lnTo>
                  <a:pt x="2136696" y="442555"/>
                </a:lnTo>
                <a:lnTo>
                  <a:pt x="2225008" y="444845"/>
                </a:lnTo>
                <a:lnTo>
                  <a:pt x="2312545" y="446024"/>
                </a:lnTo>
                <a:lnTo>
                  <a:pt x="2399224" y="445998"/>
                </a:lnTo>
                <a:lnTo>
                  <a:pt x="2484963" y="444674"/>
                </a:lnTo>
                <a:lnTo>
                  <a:pt x="2569679" y="441956"/>
                </a:lnTo>
                <a:lnTo>
                  <a:pt x="2653289" y="437750"/>
                </a:lnTo>
                <a:lnTo>
                  <a:pt x="2735710" y="431962"/>
                </a:lnTo>
                <a:lnTo>
                  <a:pt x="2816860" y="424497"/>
                </a:lnTo>
                <a:lnTo>
                  <a:pt x="2896655" y="415262"/>
                </a:lnTo>
                <a:lnTo>
                  <a:pt x="2975013" y="404161"/>
                </a:lnTo>
                <a:lnTo>
                  <a:pt x="3051852" y="391100"/>
                </a:lnTo>
                <a:lnTo>
                  <a:pt x="3127087" y="375984"/>
                </a:lnTo>
                <a:lnTo>
                  <a:pt x="3200637" y="358721"/>
                </a:lnTo>
                <a:lnTo>
                  <a:pt x="3272419" y="339213"/>
                </a:lnTo>
                <a:lnTo>
                  <a:pt x="3342350" y="317369"/>
                </a:lnTo>
                <a:lnTo>
                  <a:pt x="3410347" y="293092"/>
                </a:lnTo>
                <a:lnTo>
                  <a:pt x="3476327" y="266289"/>
                </a:lnTo>
                <a:lnTo>
                  <a:pt x="3540208" y="236866"/>
                </a:lnTo>
                <a:lnTo>
                  <a:pt x="3601907" y="204727"/>
                </a:lnTo>
                <a:lnTo>
                  <a:pt x="3661341" y="169778"/>
                </a:lnTo>
                <a:lnTo>
                  <a:pt x="3718427" y="131926"/>
                </a:lnTo>
                <a:lnTo>
                  <a:pt x="3773082" y="91075"/>
                </a:lnTo>
                <a:lnTo>
                  <a:pt x="3825224" y="47131"/>
                </a:lnTo>
                <a:lnTo>
                  <a:pt x="3874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E6D9BEF-F390-41F1-B8AE-D4E40FB1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673" y="2763777"/>
            <a:ext cx="155196" cy="24162"/>
          </a:xfrm>
          <a:custGeom xmlns:a="http://schemas.openxmlformats.org/drawingml/2006/main">
            <a:pathLst>
              <a:path w="155196" h="24162">
                <a:moveTo>
                  <a:pt x="0" y="24162"/>
                </a:moveTo>
                <a:lnTo>
                  <a:pt x="15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5C4DDA-72AF-4EBC-9867-7FC8C159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159" y="2736078"/>
            <a:ext cx="100710" cy="84705"/>
          </a:xfrm>
          <a:custGeom xmlns:a="http://schemas.openxmlformats.org/drawingml/2006/main">
            <a:pathLst>
              <a:path w="100710" h="84705">
                <a:moveTo>
                  <a:pt x="100710" y="27700"/>
                </a:moveTo>
                <a:lnTo>
                  <a:pt x="0" y="0"/>
                </a:lnTo>
                <a:lnTo>
                  <a:pt x="13187" y="8470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7E8B17-DF57-4CF5-849B-52E385C4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2" name="+">
            <a:extLst xmlns:a="http://schemas.openxmlformats.org/drawingml/2006/main">
              <a:ext uri="{FF2B5EF4-FFF2-40B4-BE49-F238E27FC236}">
                <a16:creationId xmlns:a16="http://schemas.microsoft.com/office/drawing/2014/main" id="{76BBCA37-EECC-455E-8231-A7E202BA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3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4ADCA3B4-4A67-4917-9CDA-E301FC69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3838575"/>
            <a:ext cx="2460308" cy="85725"/>
          </a:xfrm>
          <a:custGeom xmlns:a="http://schemas.openxmlformats.org/drawingml/2006/main">
            <a:pathLst>
              <a:path w="2460308" h="85725">
                <a:moveTo>
                  <a:pt x="0" y="85725"/>
                </a:moveTo>
                <a:lnTo>
                  <a:pt x="83371" y="85615"/>
                </a:lnTo>
                <a:lnTo>
                  <a:pt x="165254" y="85291"/>
                </a:lnTo>
                <a:lnTo>
                  <a:pt x="245658" y="84762"/>
                </a:lnTo>
                <a:lnTo>
                  <a:pt x="324589" y="84038"/>
                </a:lnTo>
                <a:lnTo>
                  <a:pt x="402056" y="83128"/>
                </a:lnTo>
                <a:lnTo>
                  <a:pt x="478068" y="82042"/>
                </a:lnTo>
                <a:lnTo>
                  <a:pt x="552630" y="80787"/>
                </a:lnTo>
                <a:lnTo>
                  <a:pt x="625753" y="79375"/>
                </a:lnTo>
                <a:lnTo>
                  <a:pt x="697443" y="77814"/>
                </a:lnTo>
                <a:lnTo>
                  <a:pt x="767708" y="76113"/>
                </a:lnTo>
                <a:lnTo>
                  <a:pt x="836557" y="74282"/>
                </a:lnTo>
                <a:lnTo>
                  <a:pt x="903997" y="72330"/>
                </a:lnTo>
                <a:lnTo>
                  <a:pt x="970036" y="70267"/>
                </a:lnTo>
                <a:lnTo>
                  <a:pt x="1034682" y="68101"/>
                </a:lnTo>
                <a:lnTo>
                  <a:pt x="1097943" y="65842"/>
                </a:lnTo>
                <a:lnTo>
                  <a:pt x="1159827" y="63500"/>
                </a:lnTo>
                <a:lnTo>
                  <a:pt x="1220342" y="61083"/>
                </a:lnTo>
                <a:lnTo>
                  <a:pt x="1279496" y="58601"/>
                </a:lnTo>
                <a:lnTo>
                  <a:pt x="1337296" y="56063"/>
                </a:lnTo>
                <a:lnTo>
                  <a:pt x="1393751" y="53479"/>
                </a:lnTo>
                <a:lnTo>
                  <a:pt x="1448868" y="50857"/>
                </a:lnTo>
                <a:lnTo>
                  <a:pt x="1502655" y="48208"/>
                </a:lnTo>
                <a:lnTo>
                  <a:pt x="1555121" y="45540"/>
                </a:lnTo>
                <a:lnTo>
                  <a:pt x="1606272" y="42863"/>
                </a:lnTo>
                <a:lnTo>
                  <a:pt x="1656118" y="40185"/>
                </a:lnTo>
                <a:lnTo>
                  <a:pt x="1704666" y="37517"/>
                </a:lnTo>
                <a:lnTo>
                  <a:pt x="1751923" y="34868"/>
                </a:lnTo>
                <a:lnTo>
                  <a:pt x="1797898" y="32246"/>
                </a:lnTo>
                <a:lnTo>
                  <a:pt x="1842599" y="29662"/>
                </a:lnTo>
                <a:lnTo>
                  <a:pt x="1886034" y="27124"/>
                </a:lnTo>
                <a:lnTo>
                  <a:pt x="1928210" y="24642"/>
                </a:lnTo>
                <a:lnTo>
                  <a:pt x="1969135" y="22225"/>
                </a:lnTo>
                <a:lnTo>
                  <a:pt x="2008818" y="19883"/>
                </a:lnTo>
                <a:lnTo>
                  <a:pt x="2047265" y="17624"/>
                </a:lnTo>
                <a:lnTo>
                  <a:pt x="2084486" y="15458"/>
                </a:lnTo>
                <a:lnTo>
                  <a:pt x="2120488" y="13395"/>
                </a:lnTo>
                <a:lnTo>
                  <a:pt x="2155279" y="11443"/>
                </a:lnTo>
                <a:lnTo>
                  <a:pt x="2188867" y="9612"/>
                </a:lnTo>
                <a:lnTo>
                  <a:pt x="2221259" y="7911"/>
                </a:lnTo>
                <a:lnTo>
                  <a:pt x="2252464" y="6350"/>
                </a:lnTo>
                <a:lnTo>
                  <a:pt x="2282490" y="4938"/>
                </a:lnTo>
                <a:lnTo>
                  <a:pt x="2311344" y="3683"/>
                </a:lnTo>
                <a:lnTo>
                  <a:pt x="2339034" y="2597"/>
                </a:lnTo>
                <a:lnTo>
                  <a:pt x="2365568" y="1687"/>
                </a:lnTo>
                <a:lnTo>
                  <a:pt x="2390955" y="963"/>
                </a:lnTo>
                <a:lnTo>
                  <a:pt x="2415202" y="434"/>
                </a:lnTo>
                <a:lnTo>
                  <a:pt x="2438317" y="110"/>
                </a:lnTo>
                <a:lnTo>
                  <a:pt x="2460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2F45FB-7094-4098-B812-A022C7E4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35" y="3854033"/>
            <a:ext cx="75669" cy="4425"/>
          </a:xfrm>
          <a:custGeom xmlns:a="http://schemas.openxmlformats.org/drawingml/2006/main">
            <a:pathLst>
              <a:path w="75669" h="4425">
                <a:moveTo>
                  <a:pt x="0" y="4425"/>
                </a:moveTo>
                <a:lnTo>
                  <a:pt x="7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3AF3FD3-0733-4887-9C09-41EF7E1E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914" y="3816804"/>
            <a:ext cx="97590" cy="85579"/>
          </a:xfrm>
          <a:custGeom xmlns:a="http://schemas.openxmlformats.org/drawingml/2006/main">
            <a:pathLst>
              <a:path w="97590" h="85579">
                <a:moveTo>
                  <a:pt x="97590" y="37229"/>
                </a:moveTo>
                <a:lnTo>
                  <a:pt x="0" y="0"/>
                </a:lnTo>
                <a:lnTo>
                  <a:pt x="5004" y="85579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F30542-4728-4AA3-AE0F-BDFEC2FD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84416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7" name="−">
            <a:extLst xmlns:a="http://schemas.openxmlformats.org/drawingml/2006/main">
              <a:ext uri="{FF2B5EF4-FFF2-40B4-BE49-F238E27FC236}">
                <a16:creationId xmlns:a16="http://schemas.microsoft.com/office/drawing/2014/main" id="{F2617BC7-4B6B-4BE5-B429-DDAC33E4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835593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3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07E38EC-7E22-4B65-BFF4-89E2411D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2921318"/>
            <a:ext cx="2486025" cy="728663"/>
          </a:xfrm>
          <a:custGeom xmlns:a="http://schemas.openxmlformats.org/drawingml/2006/main">
            <a:pathLst>
              <a:path w="2486025" h="728663">
                <a:moveTo>
                  <a:pt x="0" y="0"/>
                </a:moveTo>
                <a:lnTo>
                  <a:pt x="83371" y="641"/>
                </a:lnTo>
                <a:lnTo>
                  <a:pt x="165256" y="2534"/>
                </a:lnTo>
                <a:lnTo>
                  <a:pt x="245664" y="5640"/>
                </a:lnTo>
                <a:lnTo>
                  <a:pt x="324604" y="9917"/>
                </a:lnTo>
                <a:lnTo>
                  <a:pt x="402086" y="15323"/>
                </a:lnTo>
                <a:lnTo>
                  <a:pt x="478118" y="21816"/>
                </a:lnTo>
                <a:lnTo>
                  <a:pt x="552710" y="29356"/>
                </a:lnTo>
                <a:lnTo>
                  <a:pt x="625872" y="37902"/>
                </a:lnTo>
                <a:lnTo>
                  <a:pt x="697612" y="47410"/>
                </a:lnTo>
                <a:lnTo>
                  <a:pt x="767941" y="57841"/>
                </a:lnTo>
                <a:lnTo>
                  <a:pt x="836866" y="69153"/>
                </a:lnTo>
                <a:lnTo>
                  <a:pt x="904399" y="81305"/>
                </a:lnTo>
                <a:lnTo>
                  <a:pt x="970547" y="94254"/>
                </a:lnTo>
                <a:lnTo>
                  <a:pt x="1035320" y="107961"/>
                </a:lnTo>
                <a:lnTo>
                  <a:pt x="1098728" y="122382"/>
                </a:lnTo>
                <a:lnTo>
                  <a:pt x="1160780" y="137478"/>
                </a:lnTo>
                <a:lnTo>
                  <a:pt x="1221485" y="153205"/>
                </a:lnTo>
                <a:lnTo>
                  <a:pt x="1280852" y="169525"/>
                </a:lnTo>
                <a:lnTo>
                  <a:pt x="1338891" y="186393"/>
                </a:lnTo>
                <a:lnTo>
                  <a:pt x="1395611" y="203771"/>
                </a:lnTo>
                <a:lnTo>
                  <a:pt x="1451021" y="221615"/>
                </a:lnTo>
                <a:lnTo>
                  <a:pt x="1505131" y="239884"/>
                </a:lnTo>
                <a:lnTo>
                  <a:pt x="1557950" y="258538"/>
                </a:lnTo>
                <a:lnTo>
                  <a:pt x="1609487" y="277535"/>
                </a:lnTo>
                <a:lnTo>
                  <a:pt x="1659751" y="296833"/>
                </a:lnTo>
                <a:lnTo>
                  <a:pt x="1708753" y="316391"/>
                </a:lnTo>
                <a:lnTo>
                  <a:pt x="1756500" y="336167"/>
                </a:lnTo>
                <a:lnTo>
                  <a:pt x="1803003" y="356121"/>
                </a:lnTo>
                <a:lnTo>
                  <a:pt x="1848271" y="376210"/>
                </a:lnTo>
                <a:lnTo>
                  <a:pt x="1892312" y="396394"/>
                </a:lnTo>
                <a:lnTo>
                  <a:pt x="1935137" y="416631"/>
                </a:lnTo>
                <a:lnTo>
                  <a:pt x="1976755" y="436880"/>
                </a:lnTo>
                <a:lnTo>
                  <a:pt x="2017175" y="457099"/>
                </a:lnTo>
                <a:lnTo>
                  <a:pt x="2056405" y="477247"/>
                </a:lnTo>
                <a:lnTo>
                  <a:pt x="2094457" y="497282"/>
                </a:lnTo>
                <a:lnTo>
                  <a:pt x="2131338" y="517163"/>
                </a:lnTo>
                <a:lnTo>
                  <a:pt x="2167058" y="536849"/>
                </a:lnTo>
                <a:lnTo>
                  <a:pt x="2201627" y="556298"/>
                </a:lnTo>
                <a:lnTo>
                  <a:pt x="2235053" y="575469"/>
                </a:lnTo>
                <a:lnTo>
                  <a:pt x="2267347" y="594320"/>
                </a:lnTo>
                <a:lnTo>
                  <a:pt x="2298517" y="612811"/>
                </a:lnTo>
                <a:lnTo>
                  <a:pt x="2328572" y="630899"/>
                </a:lnTo>
                <a:lnTo>
                  <a:pt x="2357523" y="648544"/>
                </a:lnTo>
                <a:lnTo>
                  <a:pt x="2385378" y="665703"/>
                </a:lnTo>
                <a:lnTo>
                  <a:pt x="2412146" y="682336"/>
                </a:lnTo>
                <a:lnTo>
                  <a:pt x="2437837" y="698401"/>
                </a:lnTo>
                <a:lnTo>
                  <a:pt x="2462460" y="713857"/>
                </a:lnTo>
                <a:lnTo>
                  <a:pt x="2486025" y="728663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A28456-A5E8-4BC5-9261-6AA6703B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192" y="3378416"/>
            <a:ext cx="77282" cy="40183"/>
          </a:xfrm>
          <a:custGeom xmlns:a="http://schemas.openxmlformats.org/drawingml/2006/main">
            <a:pathLst>
              <a:path w="77282" h="40183">
                <a:moveTo>
                  <a:pt x="0" y="0"/>
                </a:moveTo>
                <a:lnTo>
                  <a:pt x="77282" y="40183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4A1F30-3F96-478D-899D-BB7AB4DE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192" y="3336630"/>
            <a:ext cx="104282" cy="81970"/>
          </a:xfrm>
          <a:custGeom xmlns:a="http://schemas.openxmlformats.org/drawingml/2006/main">
            <a:pathLst>
              <a:path w="104282" h="81970">
                <a:moveTo>
                  <a:pt x="104282" y="81970"/>
                </a:moveTo>
                <a:lnTo>
                  <a:pt x="39546" y="0"/>
                </a:lnTo>
                <a:lnTo>
                  <a:pt x="0" y="7605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CB7DA0-D92E-4CC5-B369-DEC4DDAA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86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" name="+">
            <a:extLst xmlns:a="http://schemas.openxmlformats.org/drawingml/2006/main">
              <a:ext uri="{FF2B5EF4-FFF2-40B4-BE49-F238E27FC236}">
                <a16:creationId xmlns:a16="http://schemas.microsoft.com/office/drawing/2014/main" id="{0709EFC3-EA9C-4DC6-BB15-24859E48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8613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4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75CA095-182C-41AC-A4C4-FEC98D99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3958590"/>
            <a:ext cx="2460308" cy="265747"/>
          </a:xfrm>
          <a:custGeom xmlns:a="http://schemas.openxmlformats.org/drawingml/2006/main">
            <a:pathLst>
              <a:path w="2460308" h="265747">
                <a:moveTo>
                  <a:pt x="0" y="265747"/>
                </a:moveTo>
                <a:lnTo>
                  <a:pt x="83371" y="265472"/>
                </a:lnTo>
                <a:lnTo>
                  <a:pt x="165254" y="264659"/>
                </a:lnTo>
                <a:lnTo>
                  <a:pt x="245658" y="263328"/>
                </a:lnTo>
                <a:lnTo>
                  <a:pt x="324589" y="261501"/>
                </a:lnTo>
                <a:lnTo>
                  <a:pt x="402056" y="259198"/>
                </a:lnTo>
                <a:lnTo>
                  <a:pt x="478068" y="256438"/>
                </a:lnTo>
                <a:lnTo>
                  <a:pt x="552630" y="253244"/>
                </a:lnTo>
                <a:lnTo>
                  <a:pt x="625753" y="249634"/>
                </a:lnTo>
                <a:lnTo>
                  <a:pt x="697443" y="245631"/>
                </a:lnTo>
                <a:lnTo>
                  <a:pt x="767708" y="241253"/>
                </a:lnTo>
                <a:lnTo>
                  <a:pt x="836557" y="236522"/>
                </a:lnTo>
                <a:lnTo>
                  <a:pt x="903997" y="231457"/>
                </a:lnTo>
                <a:lnTo>
                  <a:pt x="970036" y="226081"/>
                </a:lnTo>
                <a:lnTo>
                  <a:pt x="1034682" y="220412"/>
                </a:lnTo>
                <a:lnTo>
                  <a:pt x="1097943" y="214472"/>
                </a:lnTo>
                <a:lnTo>
                  <a:pt x="1159827" y="208280"/>
                </a:lnTo>
                <a:lnTo>
                  <a:pt x="1220342" y="201858"/>
                </a:lnTo>
                <a:lnTo>
                  <a:pt x="1279496" y="195225"/>
                </a:lnTo>
                <a:lnTo>
                  <a:pt x="1337296" y="188403"/>
                </a:lnTo>
                <a:lnTo>
                  <a:pt x="1393751" y="181412"/>
                </a:lnTo>
                <a:lnTo>
                  <a:pt x="1448868" y="174271"/>
                </a:lnTo>
                <a:lnTo>
                  <a:pt x="1502655" y="167003"/>
                </a:lnTo>
                <a:lnTo>
                  <a:pt x="1555121" y="159626"/>
                </a:lnTo>
                <a:lnTo>
                  <a:pt x="1606272" y="152162"/>
                </a:lnTo>
                <a:lnTo>
                  <a:pt x="1656118" y="144631"/>
                </a:lnTo>
                <a:lnTo>
                  <a:pt x="1704666" y="137053"/>
                </a:lnTo>
                <a:lnTo>
                  <a:pt x="1751923" y="129450"/>
                </a:lnTo>
                <a:lnTo>
                  <a:pt x="1797898" y="121841"/>
                </a:lnTo>
                <a:lnTo>
                  <a:pt x="1842599" y="114246"/>
                </a:lnTo>
                <a:lnTo>
                  <a:pt x="1886034" y="106687"/>
                </a:lnTo>
                <a:lnTo>
                  <a:pt x="1928210" y="99184"/>
                </a:lnTo>
                <a:lnTo>
                  <a:pt x="1969135" y="91757"/>
                </a:lnTo>
                <a:lnTo>
                  <a:pt x="2008818" y="84427"/>
                </a:lnTo>
                <a:lnTo>
                  <a:pt x="2047265" y="77215"/>
                </a:lnTo>
                <a:lnTo>
                  <a:pt x="2084486" y="70139"/>
                </a:lnTo>
                <a:lnTo>
                  <a:pt x="2120488" y="63222"/>
                </a:lnTo>
                <a:lnTo>
                  <a:pt x="2155279" y="56484"/>
                </a:lnTo>
                <a:lnTo>
                  <a:pt x="2188867" y="49944"/>
                </a:lnTo>
                <a:lnTo>
                  <a:pt x="2221259" y="43624"/>
                </a:lnTo>
                <a:lnTo>
                  <a:pt x="2252464" y="37544"/>
                </a:lnTo>
                <a:lnTo>
                  <a:pt x="2282490" y="31725"/>
                </a:lnTo>
                <a:lnTo>
                  <a:pt x="2311344" y="26186"/>
                </a:lnTo>
                <a:lnTo>
                  <a:pt x="2339034" y="20949"/>
                </a:lnTo>
                <a:lnTo>
                  <a:pt x="2365568" y="16034"/>
                </a:lnTo>
                <a:lnTo>
                  <a:pt x="2390955" y="11461"/>
                </a:lnTo>
                <a:lnTo>
                  <a:pt x="2415202" y="7250"/>
                </a:lnTo>
                <a:lnTo>
                  <a:pt x="2438317" y="3423"/>
                </a:lnTo>
                <a:lnTo>
                  <a:pt x="2460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CA9696-28ED-4ECF-98FC-009F18B8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35" y="4028729"/>
            <a:ext cx="75669" cy="14288"/>
          </a:xfrm>
          <a:custGeom xmlns:a="http://schemas.openxmlformats.org/drawingml/2006/main">
            <a:pathLst>
              <a:path w="75669" h="14288">
                <a:moveTo>
                  <a:pt x="0" y="14288"/>
                </a:moveTo>
                <a:lnTo>
                  <a:pt x="7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D9751F-DDAA-407B-A239-626A9695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955" y="4004284"/>
            <a:ext cx="101549" cy="84236"/>
          </a:xfrm>
          <a:custGeom xmlns:a="http://schemas.openxmlformats.org/drawingml/2006/main">
            <a:pathLst>
              <a:path w="101549" h="84236">
                <a:moveTo>
                  <a:pt x="101549" y="24445"/>
                </a:moveTo>
                <a:lnTo>
                  <a:pt x="0" y="0"/>
                </a:lnTo>
                <a:lnTo>
                  <a:pt x="15906" y="84236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637F82-2802-4E9A-B5C0-FCA2DF82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3092768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7" name="−">
            <a:extLst xmlns:a="http://schemas.openxmlformats.org/drawingml/2006/main">
              <a:ext uri="{FF2B5EF4-FFF2-40B4-BE49-F238E27FC236}">
                <a16:creationId xmlns:a16="http://schemas.microsoft.com/office/drawing/2014/main" id="{F2B50A6F-D8F8-49ED-9E94-F998579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3084195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4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412A54F4-EA28-40A5-BB55-B738C915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3169920"/>
            <a:ext cx="2486025" cy="522923"/>
          </a:xfrm>
          <a:custGeom xmlns:a="http://schemas.openxmlformats.org/drawingml/2006/main">
            <a:pathLst>
              <a:path w="2486025" h="522923">
                <a:moveTo>
                  <a:pt x="0" y="0"/>
                </a:moveTo>
                <a:lnTo>
                  <a:pt x="83371" y="464"/>
                </a:lnTo>
                <a:lnTo>
                  <a:pt x="165256" y="1835"/>
                </a:lnTo>
                <a:lnTo>
                  <a:pt x="245664" y="4083"/>
                </a:lnTo>
                <a:lnTo>
                  <a:pt x="324604" y="7178"/>
                </a:lnTo>
                <a:lnTo>
                  <a:pt x="402086" y="11090"/>
                </a:lnTo>
                <a:lnTo>
                  <a:pt x="478118" y="15789"/>
                </a:lnTo>
                <a:lnTo>
                  <a:pt x="552710" y="21243"/>
                </a:lnTo>
                <a:lnTo>
                  <a:pt x="625872" y="27424"/>
                </a:lnTo>
                <a:lnTo>
                  <a:pt x="697612" y="34300"/>
                </a:lnTo>
                <a:lnTo>
                  <a:pt x="767941" y="41842"/>
                </a:lnTo>
                <a:lnTo>
                  <a:pt x="836866" y="50020"/>
                </a:lnTo>
                <a:lnTo>
                  <a:pt x="904399" y="58802"/>
                </a:lnTo>
                <a:lnTo>
                  <a:pt x="970547" y="68159"/>
                </a:lnTo>
                <a:lnTo>
                  <a:pt x="1035320" y="78061"/>
                </a:lnTo>
                <a:lnTo>
                  <a:pt x="1098728" y="88477"/>
                </a:lnTo>
                <a:lnTo>
                  <a:pt x="1160780" y="99378"/>
                </a:lnTo>
                <a:lnTo>
                  <a:pt x="1221485" y="110732"/>
                </a:lnTo>
                <a:lnTo>
                  <a:pt x="1280852" y="122510"/>
                </a:lnTo>
                <a:lnTo>
                  <a:pt x="1338891" y="134681"/>
                </a:lnTo>
                <a:lnTo>
                  <a:pt x="1395611" y="147216"/>
                </a:lnTo>
                <a:lnTo>
                  <a:pt x="1451021" y="160083"/>
                </a:lnTo>
                <a:lnTo>
                  <a:pt x="1505131" y="173254"/>
                </a:lnTo>
                <a:lnTo>
                  <a:pt x="1557950" y="186697"/>
                </a:lnTo>
                <a:lnTo>
                  <a:pt x="1609487" y="200382"/>
                </a:lnTo>
                <a:lnTo>
                  <a:pt x="1659751" y="214280"/>
                </a:lnTo>
                <a:lnTo>
                  <a:pt x="1708753" y="228359"/>
                </a:lnTo>
                <a:lnTo>
                  <a:pt x="1756500" y="242590"/>
                </a:lnTo>
                <a:lnTo>
                  <a:pt x="1803003" y="256942"/>
                </a:lnTo>
                <a:lnTo>
                  <a:pt x="1848271" y="271385"/>
                </a:lnTo>
                <a:lnTo>
                  <a:pt x="1892312" y="285890"/>
                </a:lnTo>
                <a:lnTo>
                  <a:pt x="1935137" y="300425"/>
                </a:lnTo>
                <a:lnTo>
                  <a:pt x="1976755" y="314960"/>
                </a:lnTo>
                <a:lnTo>
                  <a:pt x="2017175" y="329466"/>
                </a:lnTo>
                <a:lnTo>
                  <a:pt x="2056405" y="343911"/>
                </a:lnTo>
                <a:lnTo>
                  <a:pt x="2094457" y="358267"/>
                </a:lnTo>
                <a:lnTo>
                  <a:pt x="2131338" y="372502"/>
                </a:lnTo>
                <a:lnTo>
                  <a:pt x="2167058" y="386586"/>
                </a:lnTo>
                <a:lnTo>
                  <a:pt x="2201627" y="400490"/>
                </a:lnTo>
                <a:lnTo>
                  <a:pt x="2235053" y="414182"/>
                </a:lnTo>
                <a:lnTo>
                  <a:pt x="2267347" y="427633"/>
                </a:lnTo>
                <a:lnTo>
                  <a:pt x="2298517" y="440812"/>
                </a:lnTo>
                <a:lnTo>
                  <a:pt x="2328572" y="453690"/>
                </a:lnTo>
                <a:lnTo>
                  <a:pt x="2357523" y="466235"/>
                </a:lnTo>
                <a:lnTo>
                  <a:pt x="2385378" y="478418"/>
                </a:lnTo>
                <a:lnTo>
                  <a:pt x="2412146" y="490208"/>
                </a:lnTo>
                <a:lnTo>
                  <a:pt x="2437837" y="501576"/>
                </a:lnTo>
                <a:lnTo>
                  <a:pt x="2462460" y="512491"/>
                </a:lnTo>
                <a:lnTo>
                  <a:pt x="2486025" y="522923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CA88F6-D319-4FC9-B0EF-ED865EC5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192" y="3499386"/>
            <a:ext cx="77282" cy="28801"/>
          </a:xfrm>
          <a:custGeom xmlns:a="http://schemas.openxmlformats.org/drawingml/2006/main">
            <a:pathLst>
              <a:path w="77282" h="28801">
                <a:moveTo>
                  <a:pt x="0" y="0"/>
                </a:moveTo>
                <a:lnTo>
                  <a:pt x="77282" y="28801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F759D91-8C7A-4DE8-B3B2-2D7D4997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253" y="3454760"/>
            <a:ext cx="104222" cy="80328"/>
          </a:xfrm>
          <a:custGeom xmlns:a="http://schemas.openxmlformats.org/drawingml/2006/main">
            <a:pathLst>
              <a:path w="104222" h="80328">
                <a:moveTo>
                  <a:pt x="104222" y="73427"/>
                </a:moveTo>
                <a:lnTo>
                  <a:pt x="29936" y="0"/>
                </a:lnTo>
                <a:lnTo>
                  <a:pt x="0" y="8032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77E88E-DC58-4E41-B5C1-881D6457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2" name="+">
            <a:extLst xmlns:a="http://schemas.openxmlformats.org/drawingml/2006/main">
              <a:ext uri="{FF2B5EF4-FFF2-40B4-BE49-F238E27FC236}">
                <a16:creationId xmlns:a16="http://schemas.microsoft.com/office/drawing/2014/main" id="{1BF3719A-73A7-4165-A291-F76C784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5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7BCA299-4F21-43B4-8D66-163E1926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4078605"/>
            <a:ext cx="2460308" cy="445770"/>
          </a:xfrm>
          <a:custGeom xmlns:a="http://schemas.openxmlformats.org/drawingml/2006/main">
            <a:pathLst>
              <a:path w="2460308" h="445770">
                <a:moveTo>
                  <a:pt x="0" y="445770"/>
                </a:moveTo>
                <a:lnTo>
                  <a:pt x="83371" y="445329"/>
                </a:lnTo>
                <a:lnTo>
                  <a:pt x="165254" y="444026"/>
                </a:lnTo>
                <a:lnTo>
                  <a:pt x="245658" y="441894"/>
                </a:lnTo>
                <a:lnTo>
                  <a:pt x="324589" y="438964"/>
                </a:lnTo>
                <a:lnTo>
                  <a:pt x="402056" y="435267"/>
                </a:lnTo>
                <a:lnTo>
                  <a:pt x="478068" y="430835"/>
                </a:lnTo>
                <a:lnTo>
                  <a:pt x="552630" y="425700"/>
                </a:lnTo>
                <a:lnTo>
                  <a:pt x="625753" y="419894"/>
                </a:lnTo>
                <a:lnTo>
                  <a:pt x="697443" y="413447"/>
                </a:lnTo>
                <a:lnTo>
                  <a:pt x="767708" y="406393"/>
                </a:lnTo>
                <a:lnTo>
                  <a:pt x="836557" y="398761"/>
                </a:lnTo>
                <a:lnTo>
                  <a:pt x="903997" y="390585"/>
                </a:lnTo>
                <a:lnTo>
                  <a:pt x="970036" y="381895"/>
                </a:lnTo>
                <a:lnTo>
                  <a:pt x="1034682" y="372723"/>
                </a:lnTo>
                <a:lnTo>
                  <a:pt x="1097943" y="363101"/>
                </a:lnTo>
                <a:lnTo>
                  <a:pt x="1159827" y="353060"/>
                </a:lnTo>
                <a:lnTo>
                  <a:pt x="1220342" y="342632"/>
                </a:lnTo>
                <a:lnTo>
                  <a:pt x="1279496" y="331850"/>
                </a:lnTo>
                <a:lnTo>
                  <a:pt x="1337296" y="320743"/>
                </a:lnTo>
                <a:lnTo>
                  <a:pt x="1393751" y="309344"/>
                </a:lnTo>
                <a:lnTo>
                  <a:pt x="1448868" y="297685"/>
                </a:lnTo>
                <a:lnTo>
                  <a:pt x="1502655" y="285797"/>
                </a:lnTo>
                <a:lnTo>
                  <a:pt x="1555121" y="273712"/>
                </a:lnTo>
                <a:lnTo>
                  <a:pt x="1606272" y="261461"/>
                </a:lnTo>
                <a:lnTo>
                  <a:pt x="1656118" y="249077"/>
                </a:lnTo>
                <a:lnTo>
                  <a:pt x="1704666" y="236590"/>
                </a:lnTo>
                <a:lnTo>
                  <a:pt x="1751923" y="224032"/>
                </a:lnTo>
                <a:lnTo>
                  <a:pt x="1797898" y="211435"/>
                </a:lnTo>
                <a:lnTo>
                  <a:pt x="1842599" y="198831"/>
                </a:lnTo>
                <a:lnTo>
                  <a:pt x="1886034" y="186251"/>
                </a:lnTo>
                <a:lnTo>
                  <a:pt x="1928210" y="173727"/>
                </a:lnTo>
                <a:lnTo>
                  <a:pt x="1969135" y="161290"/>
                </a:lnTo>
                <a:lnTo>
                  <a:pt x="2008818" y="148972"/>
                </a:lnTo>
                <a:lnTo>
                  <a:pt x="2047265" y="136805"/>
                </a:lnTo>
                <a:lnTo>
                  <a:pt x="2084486" y="124821"/>
                </a:lnTo>
                <a:lnTo>
                  <a:pt x="2120488" y="113050"/>
                </a:lnTo>
                <a:lnTo>
                  <a:pt x="2155279" y="101525"/>
                </a:lnTo>
                <a:lnTo>
                  <a:pt x="2188867" y="90277"/>
                </a:lnTo>
                <a:lnTo>
                  <a:pt x="2221259" y="79337"/>
                </a:lnTo>
                <a:lnTo>
                  <a:pt x="2252464" y="68739"/>
                </a:lnTo>
                <a:lnTo>
                  <a:pt x="2282490" y="58512"/>
                </a:lnTo>
                <a:lnTo>
                  <a:pt x="2311344" y="48689"/>
                </a:lnTo>
                <a:lnTo>
                  <a:pt x="2339034" y="39301"/>
                </a:lnTo>
                <a:lnTo>
                  <a:pt x="2365568" y="30381"/>
                </a:lnTo>
                <a:lnTo>
                  <a:pt x="2390955" y="21959"/>
                </a:lnTo>
                <a:lnTo>
                  <a:pt x="2415202" y="14067"/>
                </a:lnTo>
                <a:lnTo>
                  <a:pt x="2438317" y="6737"/>
                </a:lnTo>
                <a:lnTo>
                  <a:pt x="2460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9715E6-322C-4789-A423-9342C915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35" y="4203426"/>
            <a:ext cx="75669" cy="24152"/>
          </a:xfrm>
          <a:custGeom xmlns:a="http://schemas.openxmlformats.org/drawingml/2006/main">
            <a:pathLst>
              <a:path w="75669" h="24152">
                <a:moveTo>
                  <a:pt x="0" y="24152"/>
                </a:moveTo>
                <a:lnTo>
                  <a:pt x="7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1E3B0A-52AB-45B8-B786-08F4993E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731" y="4191555"/>
            <a:ext cx="103773" cy="81666"/>
          </a:xfrm>
          <a:custGeom xmlns:a="http://schemas.openxmlformats.org/drawingml/2006/main">
            <a:pathLst>
              <a:path w="103773" h="81666">
                <a:moveTo>
                  <a:pt x="103773" y="11871"/>
                </a:moveTo>
                <a:lnTo>
                  <a:pt x="0" y="0"/>
                </a:lnTo>
                <a:lnTo>
                  <a:pt x="26066" y="81666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335EF7-7445-42F0-BA32-9000E0C8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3341370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7" name="−">
            <a:extLst xmlns:a="http://schemas.openxmlformats.org/drawingml/2006/main">
              <a:ext uri="{FF2B5EF4-FFF2-40B4-BE49-F238E27FC236}">
                <a16:creationId xmlns:a16="http://schemas.microsoft.com/office/drawing/2014/main" id="{D34807B6-BC04-440B-8958-A134AED3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3332798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5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1DF7F98-60BF-4A90-B62A-7E21AA4F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3418523"/>
            <a:ext cx="2486025" cy="317183"/>
          </a:xfrm>
          <a:custGeom xmlns:a="http://schemas.openxmlformats.org/drawingml/2006/main">
            <a:pathLst>
              <a:path w="2486025" h="317183">
                <a:moveTo>
                  <a:pt x="0" y="0"/>
                </a:moveTo>
                <a:lnTo>
                  <a:pt x="83371" y="287"/>
                </a:lnTo>
                <a:lnTo>
                  <a:pt x="165256" y="1135"/>
                </a:lnTo>
                <a:lnTo>
                  <a:pt x="245664" y="2526"/>
                </a:lnTo>
                <a:lnTo>
                  <a:pt x="324604" y="4440"/>
                </a:lnTo>
                <a:lnTo>
                  <a:pt x="402086" y="6858"/>
                </a:lnTo>
                <a:lnTo>
                  <a:pt x="478118" y="9761"/>
                </a:lnTo>
                <a:lnTo>
                  <a:pt x="552710" y="13130"/>
                </a:lnTo>
                <a:lnTo>
                  <a:pt x="625872" y="16947"/>
                </a:lnTo>
                <a:lnTo>
                  <a:pt x="697612" y="21191"/>
                </a:lnTo>
                <a:lnTo>
                  <a:pt x="767941" y="25843"/>
                </a:lnTo>
                <a:lnTo>
                  <a:pt x="836866" y="30886"/>
                </a:lnTo>
                <a:lnTo>
                  <a:pt x="904399" y="36299"/>
                </a:lnTo>
                <a:lnTo>
                  <a:pt x="970547" y="42064"/>
                </a:lnTo>
                <a:lnTo>
                  <a:pt x="1035320" y="48161"/>
                </a:lnTo>
                <a:lnTo>
                  <a:pt x="1098728" y="54572"/>
                </a:lnTo>
                <a:lnTo>
                  <a:pt x="1160780" y="61278"/>
                </a:lnTo>
                <a:lnTo>
                  <a:pt x="1221485" y="68258"/>
                </a:lnTo>
                <a:lnTo>
                  <a:pt x="1280852" y="75495"/>
                </a:lnTo>
                <a:lnTo>
                  <a:pt x="1338891" y="82969"/>
                </a:lnTo>
                <a:lnTo>
                  <a:pt x="1395611" y="90661"/>
                </a:lnTo>
                <a:lnTo>
                  <a:pt x="1451021" y="98552"/>
                </a:lnTo>
                <a:lnTo>
                  <a:pt x="1505131" y="106624"/>
                </a:lnTo>
                <a:lnTo>
                  <a:pt x="1557950" y="114856"/>
                </a:lnTo>
                <a:lnTo>
                  <a:pt x="1609487" y="123230"/>
                </a:lnTo>
                <a:lnTo>
                  <a:pt x="1659751" y="131726"/>
                </a:lnTo>
                <a:lnTo>
                  <a:pt x="1708753" y="140327"/>
                </a:lnTo>
                <a:lnTo>
                  <a:pt x="1756500" y="149012"/>
                </a:lnTo>
                <a:lnTo>
                  <a:pt x="1803003" y="157763"/>
                </a:lnTo>
                <a:lnTo>
                  <a:pt x="1848271" y="166560"/>
                </a:lnTo>
                <a:lnTo>
                  <a:pt x="1892312" y="175385"/>
                </a:lnTo>
                <a:lnTo>
                  <a:pt x="1935137" y="184218"/>
                </a:lnTo>
                <a:lnTo>
                  <a:pt x="1976755" y="193040"/>
                </a:lnTo>
                <a:lnTo>
                  <a:pt x="2017175" y="201833"/>
                </a:lnTo>
                <a:lnTo>
                  <a:pt x="2056405" y="210576"/>
                </a:lnTo>
                <a:lnTo>
                  <a:pt x="2094457" y="219252"/>
                </a:lnTo>
                <a:lnTo>
                  <a:pt x="2131338" y="227841"/>
                </a:lnTo>
                <a:lnTo>
                  <a:pt x="2167058" y="236324"/>
                </a:lnTo>
                <a:lnTo>
                  <a:pt x="2201627" y="244681"/>
                </a:lnTo>
                <a:lnTo>
                  <a:pt x="2235053" y="252895"/>
                </a:lnTo>
                <a:lnTo>
                  <a:pt x="2267347" y="260945"/>
                </a:lnTo>
                <a:lnTo>
                  <a:pt x="2298517" y="268813"/>
                </a:lnTo>
                <a:lnTo>
                  <a:pt x="2328572" y="276480"/>
                </a:lnTo>
                <a:lnTo>
                  <a:pt x="2357523" y="283926"/>
                </a:lnTo>
                <a:lnTo>
                  <a:pt x="2385378" y="291133"/>
                </a:lnTo>
                <a:lnTo>
                  <a:pt x="2412146" y="298081"/>
                </a:lnTo>
                <a:lnTo>
                  <a:pt x="2437837" y="304751"/>
                </a:lnTo>
                <a:lnTo>
                  <a:pt x="2462460" y="311125"/>
                </a:lnTo>
                <a:lnTo>
                  <a:pt x="2486025" y="317183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4451EE-8051-4AA5-A74A-18CC69B8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192" y="3620355"/>
            <a:ext cx="77282" cy="17420"/>
          </a:xfrm>
          <a:custGeom xmlns:a="http://schemas.openxmlformats.org/drawingml/2006/main">
            <a:pathLst>
              <a:path w="77282" h="17420">
                <a:moveTo>
                  <a:pt x="0" y="0"/>
                </a:moveTo>
                <a:lnTo>
                  <a:pt x="77282" y="1742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A503239-DC36-4A87-A6F8-20F94775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130" y="3575017"/>
            <a:ext cx="102344" cy="83627"/>
          </a:xfrm>
          <a:custGeom xmlns:a="http://schemas.openxmlformats.org/drawingml/2006/main">
            <a:pathLst>
              <a:path w="102344" h="83627">
                <a:moveTo>
                  <a:pt x="102344" y="62758"/>
                </a:moveTo>
                <a:lnTo>
                  <a:pt x="18850" y="0"/>
                </a:lnTo>
                <a:lnTo>
                  <a:pt x="0" y="8362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7E22C5-4EE6-41FA-B232-F82EF093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86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2" name="+">
            <a:extLst xmlns:a="http://schemas.openxmlformats.org/drawingml/2006/main">
              <a:ext uri="{FF2B5EF4-FFF2-40B4-BE49-F238E27FC236}">
                <a16:creationId xmlns:a16="http://schemas.microsoft.com/office/drawing/2014/main" id="{CC7F7F6D-B971-4820-B78D-47B1B9F1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8688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6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556EE513-DFBF-4EE6-89F3-FCB74F2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4198620"/>
            <a:ext cx="2460308" cy="625792"/>
          </a:xfrm>
          <a:custGeom xmlns:a="http://schemas.openxmlformats.org/drawingml/2006/main">
            <a:pathLst>
              <a:path w="2460308" h="625792">
                <a:moveTo>
                  <a:pt x="0" y="625792"/>
                </a:moveTo>
                <a:lnTo>
                  <a:pt x="83371" y="625186"/>
                </a:lnTo>
                <a:lnTo>
                  <a:pt x="165254" y="623394"/>
                </a:lnTo>
                <a:lnTo>
                  <a:pt x="245658" y="620460"/>
                </a:lnTo>
                <a:lnTo>
                  <a:pt x="324589" y="616426"/>
                </a:lnTo>
                <a:lnTo>
                  <a:pt x="402056" y="611336"/>
                </a:lnTo>
                <a:lnTo>
                  <a:pt x="478068" y="605232"/>
                </a:lnTo>
                <a:lnTo>
                  <a:pt x="552630" y="598157"/>
                </a:lnTo>
                <a:lnTo>
                  <a:pt x="625753" y="590153"/>
                </a:lnTo>
                <a:lnTo>
                  <a:pt x="697443" y="581264"/>
                </a:lnTo>
                <a:lnTo>
                  <a:pt x="767708" y="571532"/>
                </a:lnTo>
                <a:lnTo>
                  <a:pt x="836557" y="561000"/>
                </a:lnTo>
                <a:lnTo>
                  <a:pt x="903997" y="549712"/>
                </a:lnTo>
                <a:lnTo>
                  <a:pt x="970036" y="537708"/>
                </a:lnTo>
                <a:lnTo>
                  <a:pt x="1034682" y="525033"/>
                </a:lnTo>
                <a:lnTo>
                  <a:pt x="1097943" y="511730"/>
                </a:lnTo>
                <a:lnTo>
                  <a:pt x="1159827" y="497840"/>
                </a:lnTo>
                <a:lnTo>
                  <a:pt x="1220342" y="483407"/>
                </a:lnTo>
                <a:lnTo>
                  <a:pt x="1279496" y="468474"/>
                </a:lnTo>
                <a:lnTo>
                  <a:pt x="1337296" y="453083"/>
                </a:lnTo>
                <a:lnTo>
                  <a:pt x="1393751" y="437277"/>
                </a:lnTo>
                <a:lnTo>
                  <a:pt x="1448868" y="421099"/>
                </a:lnTo>
                <a:lnTo>
                  <a:pt x="1502655" y="404592"/>
                </a:lnTo>
                <a:lnTo>
                  <a:pt x="1555121" y="387798"/>
                </a:lnTo>
                <a:lnTo>
                  <a:pt x="1606272" y="370761"/>
                </a:lnTo>
                <a:lnTo>
                  <a:pt x="1656118" y="353522"/>
                </a:lnTo>
                <a:lnTo>
                  <a:pt x="1704666" y="336126"/>
                </a:lnTo>
                <a:lnTo>
                  <a:pt x="1751923" y="318614"/>
                </a:lnTo>
                <a:lnTo>
                  <a:pt x="1797898" y="301030"/>
                </a:lnTo>
                <a:lnTo>
                  <a:pt x="1842599" y="283416"/>
                </a:lnTo>
                <a:lnTo>
                  <a:pt x="1886034" y="265814"/>
                </a:lnTo>
                <a:lnTo>
                  <a:pt x="1928210" y="248269"/>
                </a:lnTo>
                <a:lnTo>
                  <a:pt x="1969135" y="230822"/>
                </a:lnTo>
                <a:lnTo>
                  <a:pt x="2008818" y="213517"/>
                </a:lnTo>
                <a:lnTo>
                  <a:pt x="2047265" y="196396"/>
                </a:lnTo>
                <a:lnTo>
                  <a:pt x="2084486" y="179502"/>
                </a:lnTo>
                <a:lnTo>
                  <a:pt x="2120488" y="162877"/>
                </a:lnTo>
                <a:lnTo>
                  <a:pt x="2155279" y="146566"/>
                </a:lnTo>
                <a:lnTo>
                  <a:pt x="2188867" y="130609"/>
                </a:lnTo>
                <a:lnTo>
                  <a:pt x="2221259" y="115051"/>
                </a:lnTo>
                <a:lnTo>
                  <a:pt x="2252464" y="99933"/>
                </a:lnTo>
                <a:lnTo>
                  <a:pt x="2282490" y="85299"/>
                </a:lnTo>
                <a:lnTo>
                  <a:pt x="2311344" y="71192"/>
                </a:lnTo>
                <a:lnTo>
                  <a:pt x="2339034" y="57654"/>
                </a:lnTo>
                <a:lnTo>
                  <a:pt x="2365568" y="44728"/>
                </a:lnTo>
                <a:lnTo>
                  <a:pt x="2390955" y="32457"/>
                </a:lnTo>
                <a:lnTo>
                  <a:pt x="2415202" y="20883"/>
                </a:lnTo>
                <a:lnTo>
                  <a:pt x="2438317" y="10050"/>
                </a:lnTo>
                <a:lnTo>
                  <a:pt x="2460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DCE4ACE-E7F5-4465-A561-93177347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35" y="4378122"/>
            <a:ext cx="75669" cy="34015"/>
          </a:xfrm>
          <a:custGeom xmlns:a="http://schemas.openxmlformats.org/drawingml/2006/main">
            <a:pathLst>
              <a:path w="75669" h="34015">
                <a:moveTo>
                  <a:pt x="0" y="34015"/>
                </a:moveTo>
                <a:lnTo>
                  <a:pt x="7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90A1A0-0A7F-4260-80CE-E427BC4A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054" y="4378081"/>
            <a:ext cx="104450" cy="78188"/>
          </a:xfrm>
          <a:custGeom xmlns:a="http://schemas.openxmlformats.org/drawingml/2006/main">
            <a:pathLst>
              <a:path w="104450" h="78188">
                <a:moveTo>
                  <a:pt x="104450" y="41"/>
                </a:moveTo>
                <a:lnTo>
                  <a:pt x="0" y="0"/>
                </a:lnTo>
                <a:lnTo>
                  <a:pt x="35148" y="78188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66" name="Γe">
            <a:extLst xmlns:a="http://schemas.openxmlformats.org/drawingml/2006/main">
              <a:ext uri="{FF2B5EF4-FFF2-40B4-BE49-F238E27FC236}">
                <a16:creationId xmlns:a16="http://schemas.microsoft.com/office/drawing/2014/main" id="{A62FDF19-9206-47F3-8BB4-F4FB8007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809875"/>
            <a:ext cx="5143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Γe</a:t>
            </a:r>
          </a:p>
        </p:txBody>
      </p:sp>
      <p:sp>
        <p:nvSpPr>
          <p:cNvPr id="67" name="Γi">
            <a:extLst xmlns:a="http://schemas.openxmlformats.org/drawingml/2006/main">
              <a:ext uri="{FF2B5EF4-FFF2-40B4-BE49-F238E27FC236}">
                <a16:creationId xmlns:a16="http://schemas.microsoft.com/office/drawing/2014/main" id="{4E707941-3B19-4C74-A5C5-4BBDFA7A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378643"/>
            <a:ext cx="5143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Γi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C417A2A-5536-4E39-87A5-6490DF5B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281363"/>
            <a:ext cx="1114425" cy="1114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69" name="φ ≤ 0">
            <a:extLst xmlns:a="http://schemas.openxmlformats.org/drawingml/2006/main">
              <a:ext uri="{FF2B5EF4-FFF2-40B4-BE49-F238E27FC236}">
                <a16:creationId xmlns:a16="http://schemas.microsoft.com/office/drawing/2014/main" id="{8BC9C1FA-6C6E-4059-B4A5-42E51686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288" y="3967163"/>
            <a:ext cx="10287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φ ≤ 0</a:t>
            </a:r>
          </a:p>
        </p:txBody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2988FD-B357-4FC3-B44F-8B7792D7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3727133"/>
            <a:ext cx="514350" cy="95"/>
          </a:xfrm>
          <a:custGeom xmlns:a="http://schemas.openxmlformats.org/drawingml/2006/main"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64DDEC-F42B-44CB-81D3-DB95098B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553" y="3703987"/>
            <a:ext cx="51435" cy="46292"/>
          </a:xfrm>
          <a:custGeom xmlns:a="http://schemas.openxmlformats.org/drawingml/2006/main">
            <a:pathLst>
              <a:path w="51435" h="46292">
                <a:moveTo>
                  <a:pt x="51435" y="23146"/>
                </a:moveTo>
                <a:lnTo>
                  <a:pt x="0" y="0"/>
                </a:lnTo>
                <a:lnTo>
                  <a:pt x="0" y="4629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72" name="a">
            <a:extLst xmlns:a="http://schemas.openxmlformats.org/drawingml/2006/main">
              <a:ext uri="{FF2B5EF4-FFF2-40B4-BE49-F238E27FC236}">
                <a16:creationId xmlns:a16="http://schemas.microsoft.com/office/drawing/2014/main" id="{8EBA05C8-C452-469E-94DC-EC54B8DD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088" y="3401378"/>
            <a:ext cx="3429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6E2B9E-CBAD-48B9-9EB3-CDF0566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2346960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4" name="−">
            <a:extLst xmlns:a="http://schemas.openxmlformats.org/drawingml/2006/main">
              <a:ext uri="{FF2B5EF4-FFF2-40B4-BE49-F238E27FC236}">
                <a16:creationId xmlns:a16="http://schemas.microsoft.com/office/drawing/2014/main" id="{C8B5A78B-912E-4FDA-BCAF-90ED64C2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2338388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7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10FEBDE7-55E0-4988-9FD9-72AD2CF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2166938"/>
            <a:ext cx="3874770" cy="516305"/>
          </a:xfrm>
          <a:custGeom xmlns:a="http://schemas.openxmlformats.org/drawingml/2006/main">
            <a:pathLst>
              <a:path w="3874770" h="516305">
                <a:moveTo>
                  <a:pt x="0" y="257175"/>
                </a:moveTo>
                <a:lnTo>
                  <a:pt x="82072" y="258102"/>
                </a:lnTo>
                <a:lnTo>
                  <a:pt x="165357" y="260793"/>
                </a:lnTo>
                <a:lnTo>
                  <a:pt x="249770" y="265118"/>
                </a:lnTo>
                <a:lnTo>
                  <a:pt x="335230" y="270942"/>
                </a:lnTo>
                <a:lnTo>
                  <a:pt x="421654" y="278133"/>
                </a:lnTo>
                <a:lnTo>
                  <a:pt x="508959" y="286559"/>
                </a:lnTo>
                <a:lnTo>
                  <a:pt x="597061" y="296088"/>
                </a:lnTo>
                <a:lnTo>
                  <a:pt x="685879" y="306586"/>
                </a:lnTo>
                <a:lnTo>
                  <a:pt x="775330" y="317921"/>
                </a:lnTo>
                <a:lnTo>
                  <a:pt x="865330" y="329961"/>
                </a:lnTo>
                <a:lnTo>
                  <a:pt x="955797" y="342573"/>
                </a:lnTo>
                <a:lnTo>
                  <a:pt x="1046649" y="355625"/>
                </a:lnTo>
                <a:lnTo>
                  <a:pt x="1137801" y="368983"/>
                </a:lnTo>
                <a:lnTo>
                  <a:pt x="1229173" y="382516"/>
                </a:lnTo>
                <a:lnTo>
                  <a:pt x="1320680" y="396091"/>
                </a:lnTo>
                <a:lnTo>
                  <a:pt x="1412240" y="409575"/>
                </a:lnTo>
                <a:lnTo>
                  <a:pt x="1503770" y="422836"/>
                </a:lnTo>
                <a:lnTo>
                  <a:pt x="1595188" y="435741"/>
                </a:lnTo>
                <a:lnTo>
                  <a:pt x="1686411" y="448158"/>
                </a:lnTo>
                <a:lnTo>
                  <a:pt x="1777355" y="459953"/>
                </a:lnTo>
                <a:lnTo>
                  <a:pt x="1867939" y="470996"/>
                </a:lnTo>
                <a:lnTo>
                  <a:pt x="1958078" y="481152"/>
                </a:lnTo>
                <a:lnTo>
                  <a:pt x="2047692" y="490290"/>
                </a:lnTo>
                <a:lnTo>
                  <a:pt x="2136696" y="498277"/>
                </a:lnTo>
                <a:lnTo>
                  <a:pt x="2225008" y="504980"/>
                </a:lnTo>
                <a:lnTo>
                  <a:pt x="2312545" y="510267"/>
                </a:lnTo>
                <a:lnTo>
                  <a:pt x="2399224" y="514005"/>
                </a:lnTo>
                <a:lnTo>
                  <a:pt x="2484963" y="516062"/>
                </a:lnTo>
                <a:lnTo>
                  <a:pt x="2569679" y="516305"/>
                </a:lnTo>
                <a:lnTo>
                  <a:pt x="2653289" y="514601"/>
                </a:lnTo>
                <a:lnTo>
                  <a:pt x="2735710" y="510819"/>
                </a:lnTo>
                <a:lnTo>
                  <a:pt x="2816860" y="504825"/>
                </a:lnTo>
                <a:lnTo>
                  <a:pt x="2896655" y="496487"/>
                </a:lnTo>
                <a:lnTo>
                  <a:pt x="2975013" y="485673"/>
                </a:lnTo>
                <a:lnTo>
                  <a:pt x="3051852" y="472249"/>
                </a:lnTo>
                <a:lnTo>
                  <a:pt x="3127087" y="456084"/>
                </a:lnTo>
                <a:lnTo>
                  <a:pt x="3200637" y="437044"/>
                </a:lnTo>
                <a:lnTo>
                  <a:pt x="3272419" y="414998"/>
                </a:lnTo>
                <a:lnTo>
                  <a:pt x="3342350" y="389812"/>
                </a:lnTo>
                <a:lnTo>
                  <a:pt x="3410347" y="361355"/>
                </a:lnTo>
                <a:lnTo>
                  <a:pt x="3476327" y="329493"/>
                </a:lnTo>
                <a:lnTo>
                  <a:pt x="3540208" y="294094"/>
                </a:lnTo>
                <a:lnTo>
                  <a:pt x="3601907" y="255025"/>
                </a:lnTo>
                <a:lnTo>
                  <a:pt x="3661341" y="212154"/>
                </a:lnTo>
                <a:lnTo>
                  <a:pt x="3718427" y="165349"/>
                </a:lnTo>
                <a:lnTo>
                  <a:pt x="3773082" y="114477"/>
                </a:lnTo>
                <a:lnTo>
                  <a:pt x="3825224" y="59405"/>
                </a:lnTo>
                <a:lnTo>
                  <a:pt x="3874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49A3552-94BE-455E-B7AE-CCE23BF4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635" y="2639187"/>
            <a:ext cx="155196" cy="24238"/>
          </a:xfrm>
          <a:custGeom xmlns:a="http://schemas.openxmlformats.org/drawingml/2006/main">
            <a:pathLst>
              <a:path w="155196" h="24238">
                <a:moveTo>
                  <a:pt x="0" y="24238"/>
                </a:moveTo>
                <a:lnTo>
                  <a:pt x="15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2FDD4F-83B7-4B7E-A655-F09AFD8D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109" y="2611535"/>
            <a:ext cx="100723" cy="84698"/>
          </a:xfrm>
          <a:custGeom xmlns:a="http://schemas.openxmlformats.org/drawingml/2006/main">
            <a:pathLst>
              <a:path w="100723" h="84698">
                <a:moveTo>
                  <a:pt x="100723" y="27651"/>
                </a:moveTo>
                <a:lnTo>
                  <a:pt x="0" y="0"/>
                </a:lnTo>
                <a:lnTo>
                  <a:pt x="13228" y="846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482571-F7C7-4B59-BF93-F24AFEF0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3538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9" name="+">
            <a:extLst xmlns:a="http://schemas.openxmlformats.org/drawingml/2006/main">
              <a:ext uri="{FF2B5EF4-FFF2-40B4-BE49-F238E27FC236}">
                <a16:creationId xmlns:a16="http://schemas.microsoft.com/office/drawing/2014/main" id="{32980E8F-ED1D-4F5F-A96A-A7A5A979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3538538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8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F7C3100-8BD4-4D10-BF3D-820D221C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3624263"/>
            <a:ext cx="2460307" cy="94297"/>
          </a:xfrm>
          <a:custGeom xmlns:a="http://schemas.openxmlformats.org/drawingml/2006/main">
            <a:pathLst>
              <a:path w="2460307" h="94297">
                <a:moveTo>
                  <a:pt x="0" y="0"/>
                </a:moveTo>
                <a:lnTo>
                  <a:pt x="83371" y="56"/>
                </a:lnTo>
                <a:lnTo>
                  <a:pt x="165254" y="221"/>
                </a:lnTo>
                <a:lnTo>
                  <a:pt x="245658" y="494"/>
                </a:lnTo>
                <a:lnTo>
                  <a:pt x="324589" y="873"/>
                </a:lnTo>
                <a:lnTo>
                  <a:pt x="402056" y="1357"/>
                </a:lnTo>
                <a:lnTo>
                  <a:pt x="478068" y="1942"/>
                </a:lnTo>
                <a:lnTo>
                  <a:pt x="552630" y="2628"/>
                </a:lnTo>
                <a:lnTo>
                  <a:pt x="625753" y="3413"/>
                </a:lnTo>
                <a:lnTo>
                  <a:pt x="697443" y="4295"/>
                </a:lnTo>
                <a:lnTo>
                  <a:pt x="767708" y="5271"/>
                </a:lnTo>
                <a:lnTo>
                  <a:pt x="836557" y="6340"/>
                </a:lnTo>
                <a:lnTo>
                  <a:pt x="903997" y="7501"/>
                </a:lnTo>
                <a:lnTo>
                  <a:pt x="970036" y="8751"/>
                </a:lnTo>
                <a:lnTo>
                  <a:pt x="1034682" y="10088"/>
                </a:lnTo>
                <a:lnTo>
                  <a:pt x="1097943" y="11511"/>
                </a:lnTo>
                <a:lnTo>
                  <a:pt x="1159828" y="13018"/>
                </a:lnTo>
                <a:lnTo>
                  <a:pt x="1220342" y="14606"/>
                </a:lnTo>
                <a:lnTo>
                  <a:pt x="1279496" y="16274"/>
                </a:lnTo>
                <a:lnTo>
                  <a:pt x="1337296" y="18021"/>
                </a:lnTo>
                <a:lnTo>
                  <a:pt x="1393751" y="19844"/>
                </a:lnTo>
                <a:lnTo>
                  <a:pt x="1448868" y="21741"/>
                </a:lnTo>
                <a:lnTo>
                  <a:pt x="1502655" y="23711"/>
                </a:lnTo>
                <a:lnTo>
                  <a:pt x="1555121" y="25751"/>
                </a:lnTo>
                <a:lnTo>
                  <a:pt x="1606272" y="27861"/>
                </a:lnTo>
                <a:lnTo>
                  <a:pt x="1656118" y="30037"/>
                </a:lnTo>
                <a:lnTo>
                  <a:pt x="1704666" y="32278"/>
                </a:lnTo>
                <a:lnTo>
                  <a:pt x="1751923" y="34583"/>
                </a:lnTo>
                <a:lnTo>
                  <a:pt x="1797898" y="36949"/>
                </a:lnTo>
                <a:lnTo>
                  <a:pt x="1842599" y="39375"/>
                </a:lnTo>
                <a:lnTo>
                  <a:pt x="1886034" y="41858"/>
                </a:lnTo>
                <a:lnTo>
                  <a:pt x="1928210" y="44397"/>
                </a:lnTo>
                <a:lnTo>
                  <a:pt x="1969135" y="46990"/>
                </a:lnTo>
                <a:lnTo>
                  <a:pt x="2008818" y="49635"/>
                </a:lnTo>
                <a:lnTo>
                  <a:pt x="2047265" y="52330"/>
                </a:lnTo>
                <a:lnTo>
                  <a:pt x="2084486" y="55074"/>
                </a:lnTo>
                <a:lnTo>
                  <a:pt x="2120488" y="57864"/>
                </a:lnTo>
                <a:lnTo>
                  <a:pt x="2155279" y="60699"/>
                </a:lnTo>
                <a:lnTo>
                  <a:pt x="2188867" y="63577"/>
                </a:lnTo>
                <a:lnTo>
                  <a:pt x="2221259" y="66495"/>
                </a:lnTo>
                <a:lnTo>
                  <a:pt x="2252464" y="69453"/>
                </a:lnTo>
                <a:lnTo>
                  <a:pt x="2282490" y="72448"/>
                </a:lnTo>
                <a:lnTo>
                  <a:pt x="2311344" y="75478"/>
                </a:lnTo>
                <a:lnTo>
                  <a:pt x="2339034" y="78542"/>
                </a:lnTo>
                <a:lnTo>
                  <a:pt x="2365568" y="81637"/>
                </a:lnTo>
                <a:lnTo>
                  <a:pt x="2390955" y="84762"/>
                </a:lnTo>
                <a:lnTo>
                  <a:pt x="2415202" y="87915"/>
                </a:lnTo>
                <a:lnTo>
                  <a:pt x="2438317" y="91094"/>
                </a:lnTo>
                <a:lnTo>
                  <a:pt x="2460307" y="94297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2BC094-7C62-41CD-86A9-F6B98A6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798" y="3673898"/>
            <a:ext cx="75669" cy="5439"/>
          </a:xfrm>
          <a:custGeom xmlns:a="http://schemas.openxmlformats.org/drawingml/2006/main">
            <a:pathLst>
              <a:path w="75669" h="5439">
                <a:moveTo>
                  <a:pt x="0" y="0"/>
                </a:moveTo>
                <a:lnTo>
                  <a:pt x="75669" y="5439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071A730-B835-4633-BB8D-DC8DE78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388" y="3629756"/>
            <a:ext cx="98078" cy="85504"/>
          </a:xfrm>
          <a:custGeom xmlns:a="http://schemas.openxmlformats.org/drawingml/2006/main">
            <a:pathLst>
              <a:path w="98078" h="85504">
                <a:moveTo>
                  <a:pt x="98078" y="49581"/>
                </a:moveTo>
                <a:lnTo>
                  <a:pt x="6146" y="0"/>
                </a:lnTo>
                <a:lnTo>
                  <a:pt x="0" y="85504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7C212E6-67EA-4480-9911-A39D4FC2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2595563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4" name="−">
            <a:extLst xmlns:a="http://schemas.openxmlformats.org/drawingml/2006/main">
              <a:ext uri="{FF2B5EF4-FFF2-40B4-BE49-F238E27FC236}">
                <a16:creationId xmlns:a16="http://schemas.microsoft.com/office/drawing/2014/main" id="{B95F60AD-C74A-46DA-B7EC-97D632FA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2586990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8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DE2D2B6-B56D-4C07-84AA-9E047987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2372678"/>
            <a:ext cx="3874770" cy="446024"/>
          </a:xfrm>
          <a:custGeom xmlns:a="http://schemas.openxmlformats.org/drawingml/2006/main">
            <a:pathLst>
              <a:path w="3874770" h="446024">
                <a:moveTo>
                  <a:pt x="0" y="300038"/>
                </a:moveTo>
                <a:lnTo>
                  <a:pt x="82072" y="300647"/>
                </a:lnTo>
                <a:lnTo>
                  <a:pt x="165357" y="302412"/>
                </a:lnTo>
                <a:lnTo>
                  <a:pt x="249770" y="305238"/>
                </a:lnTo>
                <a:lnTo>
                  <a:pt x="335230" y="309032"/>
                </a:lnTo>
                <a:lnTo>
                  <a:pt x="421654" y="313698"/>
                </a:lnTo>
                <a:lnTo>
                  <a:pt x="508959" y="319141"/>
                </a:lnTo>
                <a:lnTo>
                  <a:pt x="597061" y="325269"/>
                </a:lnTo>
                <a:lnTo>
                  <a:pt x="685879" y="331986"/>
                </a:lnTo>
                <a:lnTo>
                  <a:pt x="775330" y="339198"/>
                </a:lnTo>
                <a:lnTo>
                  <a:pt x="865330" y="346810"/>
                </a:lnTo>
                <a:lnTo>
                  <a:pt x="955797" y="354728"/>
                </a:lnTo>
                <a:lnTo>
                  <a:pt x="1046649" y="362858"/>
                </a:lnTo>
                <a:lnTo>
                  <a:pt x="1137801" y="371105"/>
                </a:lnTo>
                <a:lnTo>
                  <a:pt x="1229173" y="379375"/>
                </a:lnTo>
                <a:lnTo>
                  <a:pt x="1320680" y="387573"/>
                </a:lnTo>
                <a:lnTo>
                  <a:pt x="1412240" y="395605"/>
                </a:lnTo>
                <a:lnTo>
                  <a:pt x="1503770" y="403377"/>
                </a:lnTo>
                <a:lnTo>
                  <a:pt x="1595188" y="410794"/>
                </a:lnTo>
                <a:lnTo>
                  <a:pt x="1686411" y="417761"/>
                </a:lnTo>
                <a:lnTo>
                  <a:pt x="1777355" y="424185"/>
                </a:lnTo>
                <a:lnTo>
                  <a:pt x="1867939" y="429971"/>
                </a:lnTo>
                <a:lnTo>
                  <a:pt x="1958078" y="435024"/>
                </a:lnTo>
                <a:lnTo>
                  <a:pt x="2047692" y="439250"/>
                </a:lnTo>
                <a:lnTo>
                  <a:pt x="2136696" y="442555"/>
                </a:lnTo>
                <a:lnTo>
                  <a:pt x="2225008" y="444845"/>
                </a:lnTo>
                <a:lnTo>
                  <a:pt x="2312545" y="446024"/>
                </a:lnTo>
                <a:lnTo>
                  <a:pt x="2399224" y="445998"/>
                </a:lnTo>
                <a:lnTo>
                  <a:pt x="2484963" y="444674"/>
                </a:lnTo>
                <a:lnTo>
                  <a:pt x="2569679" y="441956"/>
                </a:lnTo>
                <a:lnTo>
                  <a:pt x="2653289" y="437750"/>
                </a:lnTo>
                <a:lnTo>
                  <a:pt x="2735710" y="431962"/>
                </a:lnTo>
                <a:lnTo>
                  <a:pt x="2816860" y="424497"/>
                </a:lnTo>
                <a:lnTo>
                  <a:pt x="2896655" y="415262"/>
                </a:lnTo>
                <a:lnTo>
                  <a:pt x="2975013" y="404161"/>
                </a:lnTo>
                <a:lnTo>
                  <a:pt x="3051852" y="391100"/>
                </a:lnTo>
                <a:lnTo>
                  <a:pt x="3127087" y="375984"/>
                </a:lnTo>
                <a:lnTo>
                  <a:pt x="3200637" y="358721"/>
                </a:lnTo>
                <a:lnTo>
                  <a:pt x="3272419" y="339213"/>
                </a:lnTo>
                <a:lnTo>
                  <a:pt x="3342350" y="317369"/>
                </a:lnTo>
                <a:lnTo>
                  <a:pt x="3410347" y="293092"/>
                </a:lnTo>
                <a:lnTo>
                  <a:pt x="3476327" y="266289"/>
                </a:lnTo>
                <a:lnTo>
                  <a:pt x="3540208" y="236866"/>
                </a:lnTo>
                <a:lnTo>
                  <a:pt x="3601907" y="204727"/>
                </a:lnTo>
                <a:lnTo>
                  <a:pt x="3661341" y="169778"/>
                </a:lnTo>
                <a:lnTo>
                  <a:pt x="3718427" y="131926"/>
                </a:lnTo>
                <a:lnTo>
                  <a:pt x="3773082" y="91075"/>
                </a:lnTo>
                <a:lnTo>
                  <a:pt x="3825224" y="47131"/>
                </a:lnTo>
                <a:lnTo>
                  <a:pt x="3874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DADF873-AF31-409E-B150-F19A40FF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635" y="2763777"/>
            <a:ext cx="155196" cy="24162"/>
          </a:xfrm>
          <a:custGeom xmlns:a="http://schemas.openxmlformats.org/drawingml/2006/main">
            <a:pathLst>
              <a:path w="155196" h="24162">
                <a:moveTo>
                  <a:pt x="0" y="24162"/>
                </a:moveTo>
                <a:lnTo>
                  <a:pt x="15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C9F28D8-827D-409F-B1DE-3B7A4D49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122" y="2736078"/>
            <a:ext cx="100710" cy="84705"/>
          </a:xfrm>
          <a:custGeom xmlns:a="http://schemas.openxmlformats.org/drawingml/2006/main">
            <a:pathLst>
              <a:path w="100710" h="84705">
                <a:moveTo>
                  <a:pt x="100710" y="27700"/>
                </a:moveTo>
                <a:lnTo>
                  <a:pt x="0" y="0"/>
                </a:lnTo>
                <a:lnTo>
                  <a:pt x="13187" y="8470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8038F5F-5542-48AB-B300-C27DA25D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9" name="+">
            <a:extLst xmlns:a="http://schemas.openxmlformats.org/drawingml/2006/main">
              <a:ext uri="{FF2B5EF4-FFF2-40B4-BE49-F238E27FC236}">
                <a16:creationId xmlns:a16="http://schemas.microsoft.com/office/drawing/2014/main" id="{98898D22-7C43-40E4-B580-13A2EF98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3838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9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E6CC7764-C104-45A6-AAE5-FE0C0D9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3838575"/>
            <a:ext cx="2460307" cy="85725"/>
          </a:xfrm>
          <a:custGeom xmlns:a="http://schemas.openxmlformats.org/drawingml/2006/main">
            <a:pathLst>
              <a:path w="2460307" h="85725">
                <a:moveTo>
                  <a:pt x="0" y="85725"/>
                </a:moveTo>
                <a:lnTo>
                  <a:pt x="83371" y="85615"/>
                </a:lnTo>
                <a:lnTo>
                  <a:pt x="165254" y="85291"/>
                </a:lnTo>
                <a:lnTo>
                  <a:pt x="245658" y="84762"/>
                </a:lnTo>
                <a:lnTo>
                  <a:pt x="324589" y="84038"/>
                </a:lnTo>
                <a:lnTo>
                  <a:pt x="402056" y="83128"/>
                </a:lnTo>
                <a:lnTo>
                  <a:pt x="478068" y="82042"/>
                </a:lnTo>
                <a:lnTo>
                  <a:pt x="552630" y="80787"/>
                </a:lnTo>
                <a:lnTo>
                  <a:pt x="625753" y="79375"/>
                </a:lnTo>
                <a:lnTo>
                  <a:pt x="697443" y="77814"/>
                </a:lnTo>
                <a:lnTo>
                  <a:pt x="767708" y="76113"/>
                </a:lnTo>
                <a:lnTo>
                  <a:pt x="836557" y="74282"/>
                </a:lnTo>
                <a:lnTo>
                  <a:pt x="903997" y="72330"/>
                </a:lnTo>
                <a:lnTo>
                  <a:pt x="970036" y="70267"/>
                </a:lnTo>
                <a:lnTo>
                  <a:pt x="1034682" y="68101"/>
                </a:lnTo>
                <a:lnTo>
                  <a:pt x="1097943" y="65842"/>
                </a:lnTo>
                <a:lnTo>
                  <a:pt x="1159828" y="63500"/>
                </a:lnTo>
                <a:lnTo>
                  <a:pt x="1220342" y="61083"/>
                </a:lnTo>
                <a:lnTo>
                  <a:pt x="1279496" y="58601"/>
                </a:lnTo>
                <a:lnTo>
                  <a:pt x="1337296" y="56063"/>
                </a:lnTo>
                <a:lnTo>
                  <a:pt x="1393751" y="53479"/>
                </a:lnTo>
                <a:lnTo>
                  <a:pt x="1448868" y="50857"/>
                </a:lnTo>
                <a:lnTo>
                  <a:pt x="1502655" y="48208"/>
                </a:lnTo>
                <a:lnTo>
                  <a:pt x="1555121" y="45540"/>
                </a:lnTo>
                <a:lnTo>
                  <a:pt x="1606272" y="42863"/>
                </a:lnTo>
                <a:lnTo>
                  <a:pt x="1656118" y="40185"/>
                </a:lnTo>
                <a:lnTo>
                  <a:pt x="1704666" y="37517"/>
                </a:lnTo>
                <a:lnTo>
                  <a:pt x="1751923" y="34868"/>
                </a:lnTo>
                <a:lnTo>
                  <a:pt x="1797898" y="32246"/>
                </a:lnTo>
                <a:lnTo>
                  <a:pt x="1842599" y="29662"/>
                </a:lnTo>
                <a:lnTo>
                  <a:pt x="1886034" y="27124"/>
                </a:lnTo>
                <a:lnTo>
                  <a:pt x="1928210" y="24642"/>
                </a:lnTo>
                <a:lnTo>
                  <a:pt x="1969135" y="22225"/>
                </a:lnTo>
                <a:lnTo>
                  <a:pt x="2008818" y="19883"/>
                </a:lnTo>
                <a:lnTo>
                  <a:pt x="2047265" y="17624"/>
                </a:lnTo>
                <a:lnTo>
                  <a:pt x="2084486" y="15458"/>
                </a:lnTo>
                <a:lnTo>
                  <a:pt x="2120488" y="13395"/>
                </a:lnTo>
                <a:lnTo>
                  <a:pt x="2155279" y="11443"/>
                </a:lnTo>
                <a:lnTo>
                  <a:pt x="2188867" y="9612"/>
                </a:lnTo>
                <a:lnTo>
                  <a:pt x="2221259" y="7911"/>
                </a:lnTo>
                <a:lnTo>
                  <a:pt x="2252464" y="6350"/>
                </a:lnTo>
                <a:lnTo>
                  <a:pt x="2282490" y="4938"/>
                </a:lnTo>
                <a:lnTo>
                  <a:pt x="2311344" y="3683"/>
                </a:lnTo>
                <a:lnTo>
                  <a:pt x="2339034" y="2597"/>
                </a:lnTo>
                <a:lnTo>
                  <a:pt x="2365568" y="1687"/>
                </a:lnTo>
                <a:lnTo>
                  <a:pt x="2390955" y="963"/>
                </a:lnTo>
                <a:lnTo>
                  <a:pt x="2415202" y="434"/>
                </a:lnTo>
                <a:lnTo>
                  <a:pt x="2438317" y="110"/>
                </a:lnTo>
                <a:lnTo>
                  <a:pt x="2460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2FB1FE-2A3C-4EBD-A88C-9C85A4F3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798" y="3854033"/>
            <a:ext cx="75669" cy="4425"/>
          </a:xfrm>
          <a:custGeom xmlns:a="http://schemas.openxmlformats.org/drawingml/2006/main">
            <a:pathLst>
              <a:path w="75669" h="4425">
                <a:moveTo>
                  <a:pt x="0" y="4425"/>
                </a:moveTo>
                <a:lnTo>
                  <a:pt x="7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3CCD79-D81F-44CE-9301-51D41C46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77" y="3816804"/>
            <a:ext cx="97590" cy="85579"/>
          </a:xfrm>
          <a:custGeom xmlns:a="http://schemas.openxmlformats.org/drawingml/2006/main">
            <a:pathLst>
              <a:path w="97590" h="85579">
                <a:moveTo>
                  <a:pt x="97590" y="37229"/>
                </a:moveTo>
                <a:lnTo>
                  <a:pt x="0" y="0"/>
                </a:lnTo>
                <a:lnTo>
                  <a:pt x="5004" y="85579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01E42AF-DEB4-4064-89DB-9FB1119E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284416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4" name="−">
            <a:extLst xmlns:a="http://schemas.openxmlformats.org/drawingml/2006/main">
              <a:ext uri="{FF2B5EF4-FFF2-40B4-BE49-F238E27FC236}">
                <a16:creationId xmlns:a16="http://schemas.microsoft.com/office/drawing/2014/main" id="{A404A75B-045D-4FAE-911F-9232B903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2835593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9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CB71B623-9D77-476D-82C5-B724557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2921318"/>
            <a:ext cx="2486025" cy="728663"/>
          </a:xfrm>
          <a:custGeom xmlns:a="http://schemas.openxmlformats.org/drawingml/2006/main">
            <a:pathLst>
              <a:path w="2486025" h="728663">
                <a:moveTo>
                  <a:pt x="0" y="0"/>
                </a:moveTo>
                <a:lnTo>
                  <a:pt x="83371" y="641"/>
                </a:lnTo>
                <a:lnTo>
                  <a:pt x="165256" y="2534"/>
                </a:lnTo>
                <a:lnTo>
                  <a:pt x="245664" y="5640"/>
                </a:lnTo>
                <a:lnTo>
                  <a:pt x="324604" y="9917"/>
                </a:lnTo>
                <a:lnTo>
                  <a:pt x="402086" y="15323"/>
                </a:lnTo>
                <a:lnTo>
                  <a:pt x="478118" y="21816"/>
                </a:lnTo>
                <a:lnTo>
                  <a:pt x="552710" y="29356"/>
                </a:lnTo>
                <a:lnTo>
                  <a:pt x="625872" y="37902"/>
                </a:lnTo>
                <a:lnTo>
                  <a:pt x="697612" y="47410"/>
                </a:lnTo>
                <a:lnTo>
                  <a:pt x="767941" y="57841"/>
                </a:lnTo>
                <a:lnTo>
                  <a:pt x="836866" y="69153"/>
                </a:lnTo>
                <a:lnTo>
                  <a:pt x="904399" y="81305"/>
                </a:lnTo>
                <a:lnTo>
                  <a:pt x="970547" y="94254"/>
                </a:lnTo>
                <a:lnTo>
                  <a:pt x="1035320" y="107961"/>
                </a:lnTo>
                <a:lnTo>
                  <a:pt x="1098728" y="122382"/>
                </a:lnTo>
                <a:lnTo>
                  <a:pt x="1160780" y="137478"/>
                </a:lnTo>
                <a:lnTo>
                  <a:pt x="1221485" y="153205"/>
                </a:lnTo>
                <a:lnTo>
                  <a:pt x="1280852" y="169525"/>
                </a:lnTo>
                <a:lnTo>
                  <a:pt x="1338891" y="186393"/>
                </a:lnTo>
                <a:lnTo>
                  <a:pt x="1395611" y="203771"/>
                </a:lnTo>
                <a:lnTo>
                  <a:pt x="1451021" y="221615"/>
                </a:lnTo>
                <a:lnTo>
                  <a:pt x="1505131" y="239884"/>
                </a:lnTo>
                <a:lnTo>
                  <a:pt x="1557950" y="258538"/>
                </a:lnTo>
                <a:lnTo>
                  <a:pt x="1609487" y="277535"/>
                </a:lnTo>
                <a:lnTo>
                  <a:pt x="1659751" y="296833"/>
                </a:lnTo>
                <a:lnTo>
                  <a:pt x="1708753" y="316391"/>
                </a:lnTo>
                <a:lnTo>
                  <a:pt x="1756500" y="336167"/>
                </a:lnTo>
                <a:lnTo>
                  <a:pt x="1803003" y="356121"/>
                </a:lnTo>
                <a:lnTo>
                  <a:pt x="1848271" y="376210"/>
                </a:lnTo>
                <a:lnTo>
                  <a:pt x="1892312" y="396394"/>
                </a:lnTo>
                <a:lnTo>
                  <a:pt x="1935137" y="416631"/>
                </a:lnTo>
                <a:lnTo>
                  <a:pt x="1976755" y="436880"/>
                </a:lnTo>
                <a:lnTo>
                  <a:pt x="2017175" y="457099"/>
                </a:lnTo>
                <a:lnTo>
                  <a:pt x="2056405" y="477247"/>
                </a:lnTo>
                <a:lnTo>
                  <a:pt x="2094457" y="497282"/>
                </a:lnTo>
                <a:lnTo>
                  <a:pt x="2131338" y="517163"/>
                </a:lnTo>
                <a:lnTo>
                  <a:pt x="2167058" y="536849"/>
                </a:lnTo>
                <a:lnTo>
                  <a:pt x="2201627" y="556298"/>
                </a:lnTo>
                <a:lnTo>
                  <a:pt x="2235053" y="575469"/>
                </a:lnTo>
                <a:lnTo>
                  <a:pt x="2267347" y="594320"/>
                </a:lnTo>
                <a:lnTo>
                  <a:pt x="2298517" y="612811"/>
                </a:lnTo>
                <a:lnTo>
                  <a:pt x="2328572" y="630899"/>
                </a:lnTo>
                <a:lnTo>
                  <a:pt x="2357523" y="648544"/>
                </a:lnTo>
                <a:lnTo>
                  <a:pt x="2385378" y="665703"/>
                </a:lnTo>
                <a:lnTo>
                  <a:pt x="2412146" y="682336"/>
                </a:lnTo>
                <a:lnTo>
                  <a:pt x="2437837" y="698401"/>
                </a:lnTo>
                <a:lnTo>
                  <a:pt x="2462460" y="713857"/>
                </a:lnTo>
                <a:lnTo>
                  <a:pt x="2486025" y="728663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2356F5-05A4-4563-B920-B3687FDA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155" y="3378416"/>
            <a:ext cx="77282" cy="40183"/>
          </a:xfrm>
          <a:custGeom xmlns:a="http://schemas.openxmlformats.org/drawingml/2006/main">
            <a:pathLst>
              <a:path w="77282" h="40183">
                <a:moveTo>
                  <a:pt x="0" y="0"/>
                </a:moveTo>
                <a:lnTo>
                  <a:pt x="77282" y="40183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A68B70-09CE-4276-A06D-27041BC4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154" y="3336630"/>
            <a:ext cx="104282" cy="81970"/>
          </a:xfrm>
          <a:custGeom xmlns:a="http://schemas.openxmlformats.org/drawingml/2006/main">
            <a:pathLst>
              <a:path w="104282" h="81970">
                <a:moveTo>
                  <a:pt x="104282" y="81970"/>
                </a:moveTo>
                <a:lnTo>
                  <a:pt x="39546" y="0"/>
                </a:lnTo>
                <a:lnTo>
                  <a:pt x="0" y="7605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1EF1800-083B-45E7-9BF1-11CFBDDD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1386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9" name="+">
            <a:extLst xmlns:a="http://schemas.openxmlformats.org/drawingml/2006/main">
              <a:ext uri="{FF2B5EF4-FFF2-40B4-BE49-F238E27FC236}">
                <a16:creationId xmlns:a16="http://schemas.microsoft.com/office/drawing/2014/main" id="{73F21361-4D4E-4761-B6A2-9BEFB55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138613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0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A3EFAA9D-0047-4DF3-8E49-2717FD63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3958590"/>
            <a:ext cx="2460307" cy="265747"/>
          </a:xfrm>
          <a:custGeom xmlns:a="http://schemas.openxmlformats.org/drawingml/2006/main">
            <a:pathLst>
              <a:path w="2460307" h="265747">
                <a:moveTo>
                  <a:pt x="0" y="265747"/>
                </a:moveTo>
                <a:lnTo>
                  <a:pt x="83371" y="265472"/>
                </a:lnTo>
                <a:lnTo>
                  <a:pt x="165254" y="264659"/>
                </a:lnTo>
                <a:lnTo>
                  <a:pt x="245658" y="263328"/>
                </a:lnTo>
                <a:lnTo>
                  <a:pt x="324589" y="261501"/>
                </a:lnTo>
                <a:lnTo>
                  <a:pt x="402056" y="259198"/>
                </a:lnTo>
                <a:lnTo>
                  <a:pt x="478068" y="256438"/>
                </a:lnTo>
                <a:lnTo>
                  <a:pt x="552630" y="253244"/>
                </a:lnTo>
                <a:lnTo>
                  <a:pt x="625753" y="249634"/>
                </a:lnTo>
                <a:lnTo>
                  <a:pt x="697443" y="245631"/>
                </a:lnTo>
                <a:lnTo>
                  <a:pt x="767708" y="241253"/>
                </a:lnTo>
                <a:lnTo>
                  <a:pt x="836557" y="236522"/>
                </a:lnTo>
                <a:lnTo>
                  <a:pt x="903997" y="231457"/>
                </a:lnTo>
                <a:lnTo>
                  <a:pt x="970036" y="226081"/>
                </a:lnTo>
                <a:lnTo>
                  <a:pt x="1034682" y="220412"/>
                </a:lnTo>
                <a:lnTo>
                  <a:pt x="1097943" y="214472"/>
                </a:lnTo>
                <a:lnTo>
                  <a:pt x="1159828" y="208280"/>
                </a:lnTo>
                <a:lnTo>
                  <a:pt x="1220342" y="201858"/>
                </a:lnTo>
                <a:lnTo>
                  <a:pt x="1279496" y="195225"/>
                </a:lnTo>
                <a:lnTo>
                  <a:pt x="1337296" y="188403"/>
                </a:lnTo>
                <a:lnTo>
                  <a:pt x="1393751" y="181412"/>
                </a:lnTo>
                <a:lnTo>
                  <a:pt x="1448868" y="174271"/>
                </a:lnTo>
                <a:lnTo>
                  <a:pt x="1502655" y="167003"/>
                </a:lnTo>
                <a:lnTo>
                  <a:pt x="1555121" y="159626"/>
                </a:lnTo>
                <a:lnTo>
                  <a:pt x="1606272" y="152162"/>
                </a:lnTo>
                <a:lnTo>
                  <a:pt x="1656118" y="144631"/>
                </a:lnTo>
                <a:lnTo>
                  <a:pt x="1704666" y="137053"/>
                </a:lnTo>
                <a:lnTo>
                  <a:pt x="1751923" y="129450"/>
                </a:lnTo>
                <a:lnTo>
                  <a:pt x="1797898" y="121841"/>
                </a:lnTo>
                <a:lnTo>
                  <a:pt x="1842599" y="114246"/>
                </a:lnTo>
                <a:lnTo>
                  <a:pt x="1886034" y="106687"/>
                </a:lnTo>
                <a:lnTo>
                  <a:pt x="1928210" y="99184"/>
                </a:lnTo>
                <a:lnTo>
                  <a:pt x="1969135" y="91757"/>
                </a:lnTo>
                <a:lnTo>
                  <a:pt x="2008818" y="84427"/>
                </a:lnTo>
                <a:lnTo>
                  <a:pt x="2047265" y="77215"/>
                </a:lnTo>
                <a:lnTo>
                  <a:pt x="2084486" y="70139"/>
                </a:lnTo>
                <a:lnTo>
                  <a:pt x="2120488" y="63222"/>
                </a:lnTo>
                <a:lnTo>
                  <a:pt x="2155279" y="56484"/>
                </a:lnTo>
                <a:lnTo>
                  <a:pt x="2188867" y="49944"/>
                </a:lnTo>
                <a:lnTo>
                  <a:pt x="2221259" y="43624"/>
                </a:lnTo>
                <a:lnTo>
                  <a:pt x="2252464" y="37544"/>
                </a:lnTo>
                <a:lnTo>
                  <a:pt x="2282490" y="31725"/>
                </a:lnTo>
                <a:lnTo>
                  <a:pt x="2311344" y="26186"/>
                </a:lnTo>
                <a:lnTo>
                  <a:pt x="2339034" y="20949"/>
                </a:lnTo>
                <a:lnTo>
                  <a:pt x="2365568" y="16034"/>
                </a:lnTo>
                <a:lnTo>
                  <a:pt x="2390955" y="11461"/>
                </a:lnTo>
                <a:lnTo>
                  <a:pt x="2415202" y="7250"/>
                </a:lnTo>
                <a:lnTo>
                  <a:pt x="2438317" y="3423"/>
                </a:lnTo>
                <a:lnTo>
                  <a:pt x="2460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1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DB7182-682F-4143-80A3-1C36CF6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798" y="4028729"/>
            <a:ext cx="75669" cy="14288"/>
          </a:xfrm>
          <a:custGeom xmlns:a="http://schemas.openxmlformats.org/drawingml/2006/main">
            <a:pathLst>
              <a:path w="75669" h="14288">
                <a:moveTo>
                  <a:pt x="0" y="14288"/>
                </a:moveTo>
                <a:lnTo>
                  <a:pt x="7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2DA223-A1F9-4828-B573-E571D92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917" y="4004284"/>
            <a:ext cx="101549" cy="84236"/>
          </a:xfrm>
          <a:custGeom xmlns:a="http://schemas.openxmlformats.org/drawingml/2006/main">
            <a:pathLst>
              <a:path w="101549" h="84236">
                <a:moveTo>
                  <a:pt x="101549" y="24445"/>
                </a:moveTo>
                <a:lnTo>
                  <a:pt x="0" y="0"/>
                </a:lnTo>
                <a:lnTo>
                  <a:pt x="15906" y="84236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854FE76-C153-4CA3-BB1F-972FC49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3092768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4" name="−">
            <a:extLst xmlns:a="http://schemas.openxmlformats.org/drawingml/2006/main">
              <a:ext uri="{FF2B5EF4-FFF2-40B4-BE49-F238E27FC236}">
                <a16:creationId xmlns:a16="http://schemas.microsoft.com/office/drawing/2014/main" id="{C2702F33-C5B3-4C16-A481-BD0F0E63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3084195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0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5B8DCBCA-EAB4-49C1-AC48-FA076164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3169920"/>
            <a:ext cx="2486025" cy="522923"/>
          </a:xfrm>
          <a:custGeom xmlns:a="http://schemas.openxmlformats.org/drawingml/2006/main">
            <a:pathLst>
              <a:path w="2486025" h="522923">
                <a:moveTo>
                  <a:pt x="0" y="0"/>
                </a:moveTo>
                <a:lnTo>
                  <a:pt x="83371" y="464"/>
                </a:lnTo>
                <a:lnTo>
                  <a:pt x="165256" y="1835"/>
                </a:lnTo>
                <a:lnTo>
                  <a:pt x="245664" y="4083"/>
                </a:lnTo>
                <a:lnTo>
                  <a:pt x="324604" y="7178"/>
                </a:lnTo>
                <a:lnTo>
                  <a:pt x="402086" y="11090"/>
                </a:lnTo>
                <a:lnTo>
                  <a:pt x="478118" y="15789"/>
                </a:lnTo>
                <a:lnTo>
                  <a:pt x="552710" y="21243"/>
                </a:lnTo>
                <a:lnTo>
                  <a:pt x="625872" y="27424"/>
                </a:lnTo>
                <a:lnTo>
                  <a:pt x="697612" y="34300"/>
                </a:lnTo>
                <a:lnTo>
                  <a:pt x="767941" y="41842"/>
                </a:lnTo>
                <a:lnTo>
                  <a:pt x="836866" y="50020"/>
                </a:lnTo>
                <a:lnTo>
                  <a:pt x="904399" y="58802"/>
                </a:lnTo>
                <a:lnTo>
                  <a:pt x="970547" y="68159"/>
                </a:lnTo>
                <a:lnTo>
                  <a:pt x="1035320" y="78061"/>
                </a:lnTo>
                <a:lnTo>
                  <a:pt x="1098728" y="88477"/>
                </a:lnTo>
                <a:lnTo>
                  <a:pt x="1160780" y="99378"/>
                </a:lnTo>
                <a:lnTo>
                  <a:pt x="1221485" y="110732"/>
                </a:lnTo>
                <a:lnTo>
                  <a:pt x="1280852" y="122510"/>
                </a:lnTo>
                <a:lnTo>
                  <a:pt x="1338891" y="134681"/>
                </a:lnTo>
                <a:lnTo>
                  <a:pt x="1395611" y="147216"/>
                </a:lnTo>
                <a:lnTo>
                  <a:pt x="1451021" y="160083"/>
                </a:lnTo>
                <a:lnTo>
                  <a:pt x="1505131" y="173254"/>
                </a:lnTo>
                <a:lnTo>
                  <a:pt x="1557950" y="186697"/>
                </a:lnTo>
                <a:lnTo>
                  <a:pt x="1609487" y="200382"/>
                </a:lnTo>
                <a:lnTo>
                  <a:pt x="1659751" y="214280"/>
                </a:lnTo>
                <a:lnTo>
                  <a:pt x="1708753" y="228359"/>
                </a:lnTo>
                <a:lnTo>
                  <a:pt x="1756500" y="242590"/>
                </a:lnTo>
                <a:lnTo>
                  <a:pt x="1803003" y="256942"/>
                </a:lnTo>
                <a:lnTo>
                  <a:pt x="1848271" y="271385"/>
                </a:lnTo>
                <a:lnTo>
                  <a:pt x="1892312" y="285890"/>
                </a:lnTo>
                <a:lnTo>
                  <a:pt x="1935137" y="300425"/>
                </a:lnTo>
                <a:lnTo>
                  <a:pt x="1976755" y="314960"/>
                </a:lnTo>
                <a:lnTo>
                  <a:pt x="2017175" y="329466"/>
                </a:lnTo>
                <a:lnTo>
                  <a:pt x="2056405" y="343911"/>
                </a:lnTo>
                <a:lnTo>
                  <a:pt x="2094457" y="358267"/>
                </a:lnTo>
                <a:lnTo>
                  <a:pt x="2131338" y="372502"/>
                </a:lnTo>
                <a:lnTo>
                  <a:pt x="2167058" y="386586"/>
                </a:lnTo>
                <a:lnTo>
                  <a:pt x="2201627" y="400490"/>
                </a:lnTo>
                <a:lnTo>
                  <a:pt x="2235053" y="414182"/>
                </a:lnTo>
                <a:lnTo>
                  <a:pt x="2267347" y="427633"/>
                </a:lnTo>
                <a:lnTo>
                  <a:pt x="2298517" y="440812"/>
                </a:lnTo>
                <a:lnTo>
                  <a:pt x="2328572" y="453690"/>
                </a:lnTo>
                <a:lnTo>
                  <a:pt x="2357523" y="466235"/>
                </a:lnTo>
                <a:lnTo>
                  <a:pt x="2385378" y="478418"/>
                </a:lnTo>
                <a:lnTo>
                  <a:pt x="2412146" y="490208"/>
                </a:lnTo>
                <a:lnTo>
                  <a:pt x="2437837" y="501576"/>
                </a:lnTo>
                <a:lnTo>
                  <a:pt x="2462460" y="512491"/>
                </a:lnTo>
                <a:lnTo>
                  <a:pt x="2486025" y="522923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33C8E6-F5CB-499C-B393-18F8FC67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155" y="3499386"/>
            <a:ext cx="77282" cy="28801"/>
          </a:xfrm>
          <a:custGeom xmlns:a="http://schemas.openxmlformats.org/drawingml/2006/main">
            <a:pathLst>
              <a:path w="77282" h="28801">
                <a:moveTo>
                  <a:pt x="0" y="0"/>
                </a:moveTo>
                <a:lnTo>
                  <a:pt x="77282" y="28801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6CE242-59A8-4146-92BA-09469193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215" y="3454760"/>
            <a:ext cx="104222" cy="80328"/>
          </a:xfrm>
          <a:custGeom xmlns:a="http://schemas.openxmlformats.org/drawingml/2006/main">
            <a:pathLst>
              <a:path w="104222" h="80328">
                <a:moveTo>
                  <a:pt x="104222" y="73427"/>
                </a:moveTo>
                <a:lnTo>
                  <a:pt x="29936" y="0"/>
                </a:lnTo>
                <a:lnTo>
                  <a:pt x="0" y="8032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548AC7-C0F6-4F39-B210-A4C2A0DB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9" name="+">
            <a:extLst xmlns:a="http://schemas.openxmlformats.org/drawingml/2006/main">
              <a:ext uri="{FF2B5EF4-FFF2-40B4-BE49-F238E27FC236}">
                <a16:creationId xmlns:a16="http://schemas.microsoft.com/office/drawing/2014/main" id="{FD0EA50D-4A99-4056-BE92-A59B9ADF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4386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1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4F51CDB-CA0E-4597-9DB0-BE32BEF4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4078605"/>
            <a:ext cx="2460307" cy="445770"/>
          </a:xfrm>
          <a:custGeom xmlns:a="http://schemas.openxmlformats.org/drawingml/2006/main">
            <a:pathLst>
              <a:path w="2460307" h="445770">
                <a:moveTo>
                  <a:pt x="0" y="445770"/>
                </a:moveTo>
                <a:lnTo>
                  <a:pt x="83371" y="445329"/>
                </a:lnTo>
                <a:lnTo>
                  <a:pt x="165254" y="444026"/>
                </a:lnTo>
                <a:lnTo>
                  <a:pt x="245658" y="441894"/>
                </a:lnTo>
                <a:lnTo>
                  <a:pt x="324589" y="438964"/>
                </a:lnTo>
                <a:lnTo>
                  <a:pt x="402056" y="435267"/>
                </a:lnTo>
                <a:lnTo>
                  <a:pt x="478068" y="430835"/>
                </a:lnTo>
                <a:lnTo>
                  <a:pt x="552630" y="425700"/>
                </a:lnTo>
                <a:lnTo>
                  <a:pt x="625753" y="419894"/>
                </a:lnTo>
                <a:lnTo>
                  <a:pt x="697443" y="413447"/>
                </a:lnTo>
                <a:lnTo>
                  <a:pt x="767708" y="406393"/>
                </a:lnTo>
                <a:lnTo>
                  <a:pt x="836557" y="398761"/>
                </a:lnTo>
                <a:lnTo>
                  <a:pt x="903997" y="390585"/>
                </a:lnTo>
                <a:lnTo>
                  <a:pt x="970036" y="381895"/>
                </a:lnTo>
                <a:lnTo>
                  <a:pt x="1034682" y="372723"/>
                </a:lnTo>
                <a:lnTo>
                  <a:pt x="1097943" y="363101"/>
                </a:lnTo>
                <a:lnTo>
                  <a:pt x="1159828" y="353060"/>
                </a:lnTo>
                <a:lnTo>
                  <a:pt x="1220342" y="342632"/>
                </a:lnTo>
                <a:lnTo>
                  <a:pt x="1279496" y="331850"/>
                </a:lnTo>
                <a:lnTo>
                  <a:pt x="1337296" y="320743"/>
                </a:lnTo>
                <a:lnTo>
                  <a:pt x="1393751" y="309344"/>
                </a:lnTo>
                <a:lnTo>
                  <a:pt x="1448868" y="297685"/>
                </a:lnTo>
                <a:lnTo>
                  <a:pt x="1502655" y="285797"/>
                </a:lnTo>
                <a:lnTo>
                  <a:pt x="1555121" y="273712"/>
                </a:lnTo>
                <a:lnTo>
                  <a:pt x="1606272" y="261461"/>
                </a:lnTo>
                <a:lnTo>
                  <a:pt x="1656118" y="249077"/>
                </a:lnTo>
                <a:lnTo>
                  <a:pt x="1704666" y="236590"/>
                </a:lnTo>
                <a:lnTo>
                  <a:pt x="1751923" y="224032"/>
                </a:lnTo>
                <a:lnTo>
                  <a:pt x="1797898" y="211435"/>
                </a:lnTo>
                <a:lnTo>
                  <a:pt x="1842599" y="198831"/>
                </a:lnTo>
                <a:lnTo>
                  <a:pt x="1886034" y="186251"/>
                </a:lnTo>
                <a:lnTo>
                  <a:pt x="1928210" y="173727"/>
                </a:lnTo>
                <a:lnTo>
                  <a:pt x="1969135" y="161290"/>
                </a:lnTo>
                <a:lnTo>
                  <a:pt x="2008818" y="148972"/>
                </a:lnTo>
                <a:lnTo>
                  <a:pt x="2047265" y="136805"/>
                </a:lnTo>
                <a:lnTo>
                  <a:pt x="2084486" y="124821"/>
                </a:lnTo>
                <a:lnTo>
                  <a:pt x="2120488" y="113050"/>
                </a:lnTo>
                <a:lnTo>
                  <a:pt x="2155279" y="101525"/>
                </a:lnTo>
                <a:lnTo>
                  <a:pt x="2188867" y="90277"/>
                </a:lnTo>
                <a:lnTo>
                  <a:pt x="2221259" y="79337"/>
                </a:lnTo>
                <a:lnTo>
                  <a:pt x="2252464" y="68739"/>
                </a:lnTo>
                <a:lnTo>
                  <a:pt x="2282490" y="58512"/>
                </a:lnTo>
                <a:lnTo>
                  <a:pt x="2311344" y="48689"/>
                </a:lnTo>
                <a:lnTo>
                  <a:pt x="2339034" y="39301"/>
                </a:lnTo>
                <a:lnTo>
                  <a:pt x="2365568" y="30381"/>
                </a:lnTo>
                <a:lnTo>
                  <a:pt x="2390955" y="21959"/>
                </a:lnTo>
                <a:lnTo>
                  <a:pt x="2415202" y="14067"/>
                </a:lnTo>
                <a:lnTo>
                  <a:pt x="2438317" y="6737"/>
                </a:lnTo>
                <a:lnTo>
                  <a:pt x="2460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1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500D290-B359-4790-A1F7-2764B292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798" y="4203426"/>
            <a:ext cx="75669" cy="24152"/>
          </a:xfrm>
          <a:custGeom xmlns:a="http://schemas.openxmlformats.org/drawingml/2006/main">
            <a:pathLst>
              <a:path w="75669" h="24152">
                <a:moveTo>
                  <a:pt x="0" y="24152"/>
                </a:moveTo>
                <a:lnTo>
                  <a:pt x="7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1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8268D8-747D-4D71-94B3-E433A0A6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693" y="4191555"/>
            <a:ext cx="103773" cy="81666"/>
          </a:xfrm>
          <a:custGeom xmlns:a="http://schemas.openxmlformats.org/drawingml/2006/main">
            <a:pathLst>
              <a:path w="103773" h="81666">
                <a:moveTo>
                  <a:pt x="103773" y="11871"/>
                </a:moveTo>
                <a:lnTo>
                  <a:pt x="0" y="0"/>
                </a:lnTo>
                <a:lnTo>
                  <a:pt x="26066" y="81666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3D13A1C-52EF-4618-8B0A-8987660B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3341370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4" name="−">
            <a:extLst xmlns:a="http://schemas.openxmlformats.org/drawingml/2006/main">
              <a:ext uri="{FF2B5EF4-FFF2-40B4-BE49-F238E27FC236}">
                <a16:creationId xmlns:a16="http://schemas.microsoft.com/office/drawing/2014/main" id="{342E3845-FDE1-4001-91F1-F755B209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3332798"/>
            <a:ext cx="1543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1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1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601F4A4-2BC5-4E24-BEF7-C2E0FDFA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3418523"/>
            <a:ext cx="2486025" cy="317183"/>
          </a:xfrm>
          <a:custGeom xmlns:a="http://schemas.openxmlformats.org/drawingml/2006/main">
            <a:pathLst>
              <a:path w="2486025" h="317183">
                <a:moveTo>
                  <a:pt x="0" y="0"/>
                </a:moveTo>
                <a:lnTo>
                  <a:pt x="83371" y="287"/>
                </a:lnTo>
                <a:lnTo>
                  <a:pt x="165256" y="1135"/>
                </a:lnTo>
                <a:lnTo>
                  <a:pt x="245664" y="2526"/>
                </a:lnTo>
                <a:lnTo>
                  <a:pt x="324604" y="4440"/>
                </a:lnTo>
                <a:lnTo>
                  <a:pt x="402086" y="6858"/>
                </a:lnTo>
                <a:lnTo>
                  <a:pt x="478118" y="9761"/>
                </a:lnTo>
                <a:lnTo>
                  <a:pt x="552710" y="13130"/>
                </a:lnTo>
                <a:lnTo>
                  <a:pt x="625872" y="16947"/>
                </a:lnTo>
                <a:lnTo>
                  <a:pt x="697612" y="21191"/>
                </a:lnTo>
                <a:lnTo>
                  <a:pt x="767941" y="25843"/>
                </a:lnTo>
                <a:lnTo>
                  <a:pt x="836866" y="30886"/>
                </a:lnTo>
                <a:lnTo>
                  <a:pt x="904399" y="36299"/>
                </a:lnTo>
                <a:lnTo>
                  <a:pt x="970547" y="42064"/>
                </a:lnTo>
                <a:lnTo>
                  <a:pt x="1035320" y="48161"/>
                </a:lnTo>
                <a:lnTo>
                  <a:pt x="1098728" y="54572"/>
                </a:lnTo>
                <a:lnTo>
                  <a:pt x="1160780" y="61278"/>
                </a:lnTo>
                <a:lnTo>
                  <a:pt x="1221485" y="68258"/>
                </a:lnTo>
                <a:lnTo>
                  <a:pt x="1280852" y="75495"/>
                </a:lnTo>
                <a:lnTo>
                  <a:pt x="1338891" y="82969"/>
                </a:lnTo>
                <a:lnTo>
                  <a:pt x="1395611" y="90661"/>
                </a:lnTo>
                <a:lnTo>
                  <a:pt x="1451021" y="98552"/>
                </a:lnTo>
                <a:lnTo>
                  <a:pt x="1505131" y="106624"/>
                </a:lnTo>
                <a:lnTo>
                  <a:pt x="1557950" y="114856"/>
                </a:lnTo>
                <a:lnTo>
                  <a:pt x="1609487" y="123230"/>
                </a:lnTo>
                <a:lnTo>
                  <a:pt x="1659751" y="131726"/>
                </a:lnTo>
                <a:lnTo>
                  <a:pt x="1708753" y="140327"/>
                </a:lnTo>
                <a:lnTo>
                  <a:pt x="1756500" y="149012"/>
                </a:lnTo>
                <a:lnTo>
                  <a:pt x="1803003" y="157763"/>
                </a:lnTo>
                <a:lnTo>
                  <a:pt x="1848271" y="166560"/>
                </a:lnTo>
                <a:lnTo>
                  <a:pt x="1892312" y="175385"/>
                </a:lnTo>
                <a:lnTo>
                  <a:pt x="1935137" y="184218"/>
                </a:lnTo>
                <a:lnTo>
                  <a:pt x="1976755" y="193040"/>
                </a:lnTo>
                <a:lnTo>
                  <a:pt x="2017175" y="201833"/>
                </a:lnTo>
                <a:lnTo>
                  <a:pt x="2056405" y="210576"/>
                </a:lnTo>
                <a:lnTo>
                  <a:pt x="2094457" y="219252"/>
                </a:lnTo>
                <a:lnTo>
                  <a:pt x="2131338" y="227841"/>
                </a:lnTo>
                <a:lnTo>
                  <a:pt x="2167058" y="236324"/>
                </a:lnTo>
                <a:lnTo>
                  <a:pt x="2201627" y="244681"/>
                </a:lnTo>
                <a:lnTo>
                  <a:pt x="2235053" y="252895"/>
                </a:lnTo>
                <a:lnTo>
                  <a:pt x="2267347" y="260945"/>
                </a:lnTo>
                <a:lnTo>
                  <a:pt x="2298517" y="268813"/>
                </a:lnTo>
                <a:lnTo>
                  <a:pt x="2328572" y="276480"/>
                </a:lnTo>
                <a:lnTo>
                  <a:pt x="2357523" y="283926"/>
                </a:lnTo>
                <a:lnTo>
                  <a:pt x="2385378" y="291133"/>
                </a:lnTo>
                <a:lnTo>
                  <a:pt x="2412146" y="298081"/>
                </a:lnTo>
                <a:lnTo>
                  <a:pt x="2437837" y="304751"/>
                </a:lnTo>
                <a:lnTo>
                  <a:pt x="2462460" y="311125"/>
                </a:lnTo>
                <a:lnTo>
                  <a:pt x="2486025" y="317183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6B36BE-0ABD-43C3-AC74-B97E23A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155" y="3620355"/>
            <a:ext cx="77282" cy="17420"/>
          </a:xfrm>
          <a:custGeom xmlns:a="http://schemas.openxmlformats.org/drawingml/2006/main">
            <a:pathLst>
              <a:path w="77282" h="17420">
                <a:moveTo>
                  <a:pt x="0" y="0"/>
                </a:moveTo>
                <a:lnTo>
                  <a:pt x="77282" y="1742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375111-AD91-4E3D-AB30-26F8BE72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093" y="3575017"/>
            <a:ext cx="102344" cy="83627"/>
          </a:xfrm>
          <a:custGeom xmlns:a="http://schemas.openxmlformats.org/drawingml/2006/main">
            <a:pathLst>
              <a:path w="102344" h="83627">
                <a:moveTo>
                  <a:pt x="102344" y="62758"/>
                </a:moveTo>
                <a:lnTo>
                  <a:pt x="18850" y="0"/>
                </a:lnTo>
                <a:lnTo>
                  <a:pt x="0" y="8362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FD62E86-B7C6-4BCA-9E0E-899EB8C4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7386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9" name="+">
            <a:extLst xmlns:a="http://schemas.openxmlformats.org/drawingml/2006/main">
              <a:ext uri="{FF2B5EF4-FFF2-40B4-BE49-F238E27FC236}">
                <a16:creationId xmlns:a16="http://schemas.microsoft.com/office/drawing/2014/main" id="{C761514E-A547-43F0-B77E-8DC09F9D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738688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2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E2EF0BE7-4FEC-44F6-B010-DA4B8CB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4198620"/>
            <a:ext cx="2460307" cy="625792"/>
          </a:xfrm>
          <a:custGeom xmlns:a="http://schemas.openxmlformats.org/drawingml/2006/main">
            <a:pathLst>
              <a:path w="2460307" h="625792">
                <a:moveTo>
                  <a:pt x="0" y="625792"/>
                </a:moveTo>
                <a:lnTo>
                  <a:pt x="83371" y="625186"/>
                </a:lnTo>
                <a:lnTo>
                  <a:pt x="165254" y="623394"/>
                </a:lnTo>
                <a:lnTo>
                  <a:pt x="245658" y="620460"/>
                </a:lnTo>
                <a:lnTo>
                  <a:pt x="324589" y="616426"/>
                </a:lnTo>
                <a:lnTo>
                  <a:pt x="402056" y="611336"/>
                </a:lnTo>
                <a:lnTo>
                  <a:pt x="478068" y="605232"/>
                </a:lnTo>
                <a:lnTo>
                  <a:pt x="552630" y="598157"/>
                </a:lnTo>
                <a:lnTo>
                  <a:pt x="625753" y="590153"/>
                </a:lnTo>
                <a:lnTo>
                  <a:pt x="697443" y="581264"/>
                </a:lnTo>
                <a:lnTo>
                  <a:pt x="767708" y="571532"/>
                </a:lnTo>
                <a:lnTo>
                  <a:pt x="836557" y="561000"/>
                </a:lnTo>
                <a:lnTo>
                  <a:pt x="903997" y="549712"/>
                </a:lnTo>
                <a:lnTo>
                  <a:pt x="970036" y="537708"/>
                </a:lnTo>
                <a:lnTo>
                  <a:pt x="1034682" y="525033"/>
                </a:lnTo>
                <a:lnTo>
                  <a:pt x="1097943" y="511730"/>
                </a:lnTo>
                <a:lnTo>
                  <a:pt x="1159828" y="497840"/>
                </a:lnTo>
                <a:lnTo>
                  <a:pt x="1220342" y="483407"/>
                </a:lnTo>
                <a:lnTo>
                  <a:pt x="1279496" y="468474"/>
                </a:lnTo>
                <a:lnTo>
                  <a:pt x="1337296" y="453083"/>
                </a:lnTo>
                <a:lnTo>
                  <a:pt x="1393751" y="437277"/>
                </a:lnTo>
                <a:lnTo>
                  <a:pt x="1448868" y="421099"/>
                </a:lnTo>
                <a:lnTo>
                  <a:pt x="1502655" y="404592"/>
                </a:lnTo>
                <a:lnTo>
                  <a:pt x="1555121" y="387798"/>
                </a:lnTo>
                <a:lnTo>
                  <a:pt x="1606272" y="370761"/>
                </a:lnTo>
                <a:lnTo>
                  <a:pt x="1656118" y="353522"/>
                </a:lnTo>
                <a:lnTo>
                  <a:pt x="1704666" y="336126"/>
                </a:lnTo>
                <a:lnTo>
                  <a:pt x="1751923" y="318614"/>
                </a:lnTo>
                <a:lnTo>
                  <a:pt x="1797898" y="301030"/>
                </a:lnTo>
                <a:lnTo>
                  <a:pt x="1842599" y="283416"/>
                </a:lnTo>
                <a:lnTo>
                  <a:pt x="1886034" y="265814"/>
                </a:lnTo>
                <a:lnTo>
                  <a:pt x="1928210" y="248269"/>
                </a:lnTo>
                <a:lnTo>
                  <a:pt x="1969135" y="230822"/>
                </a:lnTo>
                <a:lnTo>
                  <a:pt x="2008818" y="213517"/>
                </a:lnTo>
                <a:lnTo>
                  <a:pt x="2047265" y="196396"/>
                </a:lnTo>
                <a:lnTo>
                  <a:pt x="2084486" y="179502"/>
                </a:lnTo>
                <a:lnTo>
                  <a:pt x="2120488" y="162877"/>
                </a:lnTo>
                <a:lnTo>
                  <a:pt x="2155279" y="146566"/>
                </a:lnTo>
                <a:lnTo>
                  <a:pt x="2188867" y="130609"/>
                </a:lnTo>
                <a:lnTo>
                  <a:pt x="2221259" y="115051"/>
                </a:lnTo>
                <a:lnTo>
                  <a:pt x="2252464" y="99933"/>
                </a:lnTo>
                <a:lnTo>
                  <a:pt x="2282490" y="85299"/>
                </a:lnTo>
                <a:lnTo>
                  <a:pt x="2311344" y="71192"/>
                </a:lnTo>
                <a:lnTo>
                  <a:pt x="2339034" y="57654"/>
                </a:lnTo>
                <a:lnTo>
                  <a:pt x="2365568" y="44728"/>
                </a:lnTo>
                <a:lnTo>
                  <a:pt x="2390955" y="32457"/>
                </a:lnTo>
                <a:lnTo>
                  <a:pt x="2415202" y="20883"/>
                </a:lnTo>
                <a:lnTo>
                  <a:pt x="2438317" y="10050"/>
                </a:lnTo>
                <a:lnTo>
                  <a:pt x="2460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1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899224-2180-4B7E-BE06-68B9DABD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798" y="4378122"/>
            <a:ext cx="75669" cy="34015"/>
          </a:xfrm>
          <a:custGeom xmlns:a="http://schemas.openxmlformats.org/drawingml/2006/main">
            <a:pathLst>
              <a:path w="75669" h="34015">
                <a:moveTo>
                  <a:pt x="0" y="34015"/>
                </a:moveTo>
                <a:lnTo>
                  <a:pt x="75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DC7500"/>
            </a:solidFill>
            <a:prstDash val="solid"/>
          </a:ln>
        </p:spPr>
      </p:sp>
      <p:sp>
        <p:nvSpPr>
          <p:cNvPr id="1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E0FF7F-71B3-422F-8113-E06F2EAA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17" y="4378081"/>
            <a:ext cx="104450" cy="78188"/>
          </a:xfrm>
          <a:custGeom xmlns:a="http://schemas.openxmlformats.org/drawingml/2006/main">
            <a:pathLst>
              <a:path w="104450" h="78188">
                <a:moveTo>
                  <a:pt x="104450" y="41"/>
                </a:moveTo>
                <a:lnTo>
                  <a:pt x="0" y="0"/>
                </a:lnTo>
                <a:lnTo>
                  <a:pt x="35148" y="78188"/>
                </a:lnTo>
                <a:close/>
              </a:path>
            </a:pathLst>
          </a:custGeom>
          <a:solidFill xmlns:a="http://schemas.openxmlformats.org/drawingml/2006/main">
            <a:srgbClr val="DC7500"/>
          </a:solidFill>
          <a:ln xmlns:a="http://schemas.openxmlformats.org/drawingml/2006/main" w="9525">
            <a:solidFill>
              <a:srgbClr val="DC7500"/>
            </a:solidFill>
            <a:prstDash val="solid"/>
          </a:ln>
        </p:spPr>
      </p:sp>
      <p:sp>
        <p:nvSpPr>
          <p:cNvPr id="123" name="Γe">
            <a:extLst xmlns:a="http://schemas.openxmlformats.org/drawingml/2006/main">
              <a:ext uri="{FF2B5EF4-FFF2-40B4-BE49-F238E27FC236}">
                <a16:creationId xmlns:a16="http://schemas.microsoft.com/office/drawing/2014/main" id="{B1A4F599-27E7-4873-8046-35E6F5BB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9875"/>
            <a:ext cx="5143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Γe</a:t>
            </a:r>
          </a:p>
        </p:txBody>
      </p:sp>
      <p:sp>
        <p:nvSpPr>
          <p:cNvPr id="124" name="Γi">
            <a:extLst xmlns:a="http://schemas.openxmlformats.org/drawingml/2006/main">
              <a:ext uri="{FF2B5EF4-FFF2-40B4-BE49-F238E27FC236}">
                <a16:creationId xmlns:a16="http://schemas.microsoft.com/office/drawing/2014/main" id="{4CF52DB3-154D-4220-9ACB-94AA889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78643"/>
            <a:ext cx="5143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Γi</a:t>
            </a:r>
          </a:p>
        </p:txBody>
      </p:sp>
      <p:sp>
        <p:nvSpPr>
          <p:cNvPr id="125" name="単一正イオン／φ ≤ 0">
            <a:extLst xmlns:a="http://schemas.openxmlformats.org/drawingml/2006/main">
              <a:ext uri="{FF2B5EF4-FFF2-40B4-BE49-F238E27FC236}">
                <a16:creationId xmlns:a16="http://schemas.microsoft.com/office/drawing/2014/main" id="{BD72BD0D-DC45-4D4C-AAB3-A6AF6352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24075"/>
            <a:ext cx="30861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単一正イオン／φ ≤ 0</a:t>
            </a:r>
          </a:p>
        </p:txBody>
      </p:sp>
      <p:sp>
        <p:nvSpPr>
          <p:cNvPr id="1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8466B9-D8E4-4246-92F6-1D6DECDA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413" y="3152775"/>
            <a:ext cx="1097280" cy="95"/>
          </a:xfrm>
          <a:custGeom xmlns:a="http://schemas.openxmlformats.org/drawingml/2006/main">
            <a:pathLst>
              <a:path w="1097280" h="95">
                <a:moveTo>
                  <a:pt x="0" y="0"/>
                </a:moveTo>
                <a:lnTo>
                  <a:pt x="1097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D78300"/>
            </a:solidFill>
            <a:prstDash val="solid"/>
          </a:ln>
        </p:spPr>
      </p:sp>
      <p:sp>
        <p:nvSpPr>
          <p:cNvPr id="1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DB32E7-0AD7-493F-A815-AE4B60BC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968" y="3114199"/>
            <a:ext cx="85725" cy="77153"/>
          </a:xfrm>
          <a:custGeom xmlns:a="http://schemas.openxmlformats.org/drawingml/2006/main">
            <a:pathLst>
              <a:path w="85725" h="77153">
                <a:moveTo>
                  <a:pt x="85725" y="38576"/>
                </a:moveTo>
                <a:lnTo>
                  <a:pt x="0" y="0"/>
                </a:lnTo>
                <a:lnTo>
                  <a:pt x="0" y="77153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28" name="u_i（イオン）">
            <a:extLst xmlns:a="http://schemas.openxmlformats.org/drawingml/2006/main">
              <a:ext uri="{FF2B5EF4-FFF2-40B4-BE49-F238E27FC236}">
                <a16:creationId xmlns:a16="http://schemas.microsoft.com/office/drawing/2014/main" id="{A7CA23CD-8999-484F-A672-BAB1D9CE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688" y="2767013"/>
            <a:ext cx="13287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u_i（イオン）</a:t>
            </a:r>
          </a:p>
        </p:txBody>
      </p:sp>
      <p:sp>
        <p:nvSpPr>
          <p:cNvPr id="1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55BA45F-C0F7-43D7-9F21-7B3E2BB2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413" y="3924300"/>
            <a:ext cx="754380" cy="95"/>
          </a:xfrm>
          <a:custGeom xmlns:a="http://schemas.openxmlformats.org/drawingml/2006/main">
            <a:pathLst>
              <a:path w="754380" h="95">
                <a:moveTo>
                  <a:pt x="0" y="0"/>
                </a:moveTo>
                <a:lnTo>
                  <a:pt x="754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1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ED4B75-260A-45B4-A044-DA146A73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4068" y="3885724"/>
            <a:ext cx="85725" cy="77153"/>
          </a:xfrm>
          <a:custGeom xmlns:a="http://schemas.openxmlformats.org/drawingml/2006/main">
            <a:pathLst>
              <a:path w="85725" h="77153">
                <a:moveTo>
                  <a:pt x="85725" y="38576"/>
                </a:moveTo>
                <a:lnTo>
                  <a:pt x="0" y="0"/>
                </a:lnTo>
                <a:lnTo>
                  <a:pt x="0" y="77153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31" name="v（粒子）">
            <a:extLst xmlns:a="http://schemas.openxmlformats.org/drawingml/2006/main">
              <a:ext uri="{FF2B5EF4-FFF2-40B4-BE49-F238E27FC236}">
                <a16:creationId xmlns:a16="http://schemas.microsoft.com/office/drawing/2014/main" id="{D7D79504-2AA3-4A5E-BF06-318CE7D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688" y="3564255"/>
            <a:ext cx="13287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v（粒子）</a:t>
            </a:r>
          </a:p>
        </p:txBody>
      </p:sp>
      <p:sp>
        <p:nvSpPr>
          <p:cNvPr id="1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D7F5D1D-6C0F-4322-80FE-2770CDE1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413" y="4712970"/>
            <a:ext cx="985838" cy="95"/>
          </a:xfrm>
          <a:custGeom xmlns:a="http://schemas.openxmlformats.org/drawingml/2006/main">
            <a:pathLst>
              <a:path w="985838" h="95">
                <a:moveTo>
                  <a:pt x="0" y="0"/>
                </a:moveTo>
                <a:lnTo>
                  <a:pt x="9858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008696"/>
            </a:solidFill>
            <a:prstDash val="solid"/>
          </a:ln>
        </p:spPr>
      </p:sp>
      <p:sp>
        <p:nvSpPr>
          <p:cNvPr id="1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1CBC74-E66D-4736-9084-EE9DA8C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4674394"/>
            <a:ext cx="85725" cy="77153"/>
          </a:xfrm>
          <a:custGeom xmlns:a="http://schemas.openxmlformats.org/drawingml/2006/main">
            <a:pathLst>
              <a:path w="85725" h="77153">
                <a:moveTo>
                  <a:pt x="85725" y="38576"/>
                </a:moveTo>
                <a:lnTo>
                  <a:pt x="0" y="0"/>
                </a:lnTo>
                <a:lnTo>
                  <a:pt x="0" y="7715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34" name="w_i = u_i − v">
            <a:extLst xmlns:a="http://schemas.openxmlformats.org/drawingml/2006/main">
              <a:ext uri="{FF2B5EF4-FFF2-40B4-BE49-F238E27FC236}">
                <a16:creationId xmlns:a16="http://schemas.microsoft.com/office/drawing/2014/main" id="{0136EBF9-3A67-47D4-BA45-3E075B5F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4927283"/>
            <a:ext cx="1671638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w_i = u_i − v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AE19372-ACB5-422B-907D-14257014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238" y="5295900"/>
            <a:ext cx="4029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6" name="dZ/dt = Γi − Γe      q = eZ">
            <a:extLst xmlns:a="http://schemas.openxmlformats.org/drawingml/2006/main">
              <a:ext uri="{FF2B5EF4-FFF2-40B4-BE49-F238E27FC236}">
                <a16:creationId xmlns:a16="http://schemas.microsoft.com/office/drawing/2014/main" id="{CF61C76B-4E6F-4374-A79E-40D40923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5398770"/>
            <a:ext cx="385762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dZ/dt = Γi − Γe      q = eZ</a:t>
            </a:r>
          </a:p>
        </p:txBody>
      </p:sp>
      <p:sp>
        <p:nvSpPr>
          <p:cNvPr id="137" name="(c) 同じ積分段階で場・帯電・運動を評価">
            <a:extLst xmlns:a="http://schemas.openxmlformats.org/drawingml/2006/main">
              <a:ext uri="{FF2B5EF4-FFF2-40B4-BE49-F238E27FC236}">
                <a16:creationId xmlns:a16="http://schemas.microsoft.com/office/drawing/2014/main" id="{B65B7EF3-17C1-425F-B858-9DEA05B2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10288"/>
            <a:ext cx="11144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同じ積分段階で場・帯電・運動を評価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050F2C9-9B9E-480B-B756-E42F7D7B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" y="6564630"/>
            <a:ext cx="12901613" cy="269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7B1BB"/>
            </a:solidFill>
          </a:ln>
        </p:spPr>
      </p:sp>
      <p:sp>
        <p:nvSpPr>
          <p:cNvPr id="1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68F549-EC21-477B-BA2A-829DB74D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7044690"/>
            <a:ext cx="95" cy="1414463"/>
          </a:xfrm>
          <a:custGeom xmlns:a="http://schemas.openxmlformats.org/drawingml/2006/main">
            <a:pathLst>
              <a:path w="95" h="1414463">
                <a:moveTo>
                  <a:pt x="0" y="0"/>
                </a:moveTo>
                <a:lnTo>
                  <a:pt x="0" y="141446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46580E-3B73-4F1D-A5EA-E157BBCF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7044690"/>
            <a:ext cx="1285875" cy="95"/>
          </a:xfrm>
          <a:custGeom xmlns:a="http://schemas.openxmlformats.org/drawingml/2006/main">
            <a:pathLst>
              <a:path w="1285875" h="9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6A68F31-31CF-4A8A-8482-DC37E8E5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7044690"/>
            <a:ext cx="95" cy="1414463"/>
          </a:xfrm>
          <a:custGeom xmlns:a="http://schemas.openxmlformats.org/drawingml/2006/main">
            <a:pathLst>
              <a:path w="95" h="1414463">
                <a:moveTo>
                  <a:pt x="0" y="0"/>
                </a:moveTo>
                <a:lnTo>
                  <a:pt x="0" y="141446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AF2411-E8FD-4F52-B0D6-859F620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7301865"/>
            <a:ext cx="1285875" cy="95"/>
          </a:xfrm>
          <a:custGeom xmlns:a="http://schemas.openxmlformats.org/drawingml/2006/main">
            <a:pathLst>
              <a:path w="1285875" h="9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6FE846-F39C-46B8-BB94-5965D86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7044690"/>
            <a:ext cx="95" cy="1414463"/>
          </a:xfrm>
          <a:custGeom xmlns:a="http://schemas.openxmlformats.org/drawingml/2006/main">
            <a:pathLst>
              <a:path w="95" h="1414463">
                <a:moveTo>
                  <a:pt x="0" y="0"/>
                </a:moveTo>
                <a:lnTo>
                  <a:pt x="0" y="141446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F87654-5CB5-4106-A33C-0D49FF18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7559040"/>
            <a:ext cx="1285875" cy="95"/>
          </a:xfrm>
          <a:custGeom xmlns:a="http://schemas.openxmlformats.org/drawingml/2006/main">
            <a:pathLst>
              <a:path w="1285875" h="9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B74DC0-9260-4BC0-9396-57986D75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7044690"/>
            <a:ext cx="95" cy="1414463"/>
          </a:xfrm>
          <a:custGeom xmlns:a="http://schemas.openxmlformats.org/drawingml/2006/main">
            <a:pathLst>
              <a:path w="95" h="1414463">
                <a:moveTo>
                  <a:pt x="0" y="0"/>
                </a:moveTo>
                <a:lnTo>
                  <a:pt x="0" y="141446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B91148-709D-4D25-A7AB-F382861B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7816215"/>
            <a:ext cx="1285875" cy="95"/>
          </a:xfrm>
          <a:custGeom xmlns:a="http://schemas.openxmlformats.org/drawingml/2006/main">
            <a:pathLst>
              <a:path w="1285875" h="9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874410-F775-495E-867F-BCEB64EE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38" y="7044690"/>
            <a:ext cx="95" cy="1414463"/>
          </a:xfrm>
          <a:custGeom xmlns:a="http://schemas.openxmlformats.org/drawingml/2006/main">
            <a:pathLst>
              <a:path w="95" h="1414463">
                <a:moveTo>
                  <a:pt x="0" y="0"/>
                </a:moveTo>
                <a:lnTo>
                  <a:pt x="0" y="141446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77590F-A48C-436A-A3D7-3B67704B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8073390"/>
            <a:ext cx="1285875" cy="95"/>
          </a:xfrm>
          <a:custGeom xmlns:a="http://schemas.openxmlformats.org/drawingml/2006/main">
            <a:pathLst>
              <a:path w="1285875" h="9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A85FE26-7046-4BB9-9B2C-53B61C2C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7044690"/>
            <a:ext cx="95" cy="1414463"/>
          </a:xfrm>
          <a:custGeom xmlns:a="http://schemas.openxmlformats.org/drawingml/2006/main">
            <a:pathLst>
              <a:path w="95" h="1414463">
                <a:moveTo>
                  <a:pt x="0" y="0"/>
                </a:moveTo>
                <a:lnTo>
                  <a:pt x="0" y="141446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491060-385D-4EA1-9970-DF9922CD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8330565"/>
            <a:ext cx="1285875" cy="95"/>
          </a:xfrm>
          <a:custGeom xmlns:a="http://schemas.openxmlformats.org/drawingml/2006/main">
            <a:pathLst>
              <a:path w="1285875" h="9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8D72940-2C36-4316-A527-02FA3A56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6533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52" name="① 評価位置 x">
            <a:extLst xmlns:a="http://schemas.openxmlformats.org/drawingml/2006/main">
              <a:ext uri="{FF2B5EF4-FFF2-40B4-BE49-F238E27FC236}">
                <a16:creationId xmlns:a16="http://schemas.microsoft.com/office/drawing/2014/main" id="{52B70CDB-2021-4A12-B54C-0FF501EB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" y="6650355"/>
            <a:ext cx="2100263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① 評価位置 x</a:t>
            </a:r>
          </a:p>
        </p:txBody>
      </p:sp>
      <p:sp>
        <p:nvSpPr>
          <p:cNvPr id="153" name="x">
            <a:extLst xmlns:a="http://schemas.openxmlformats.org/drawingml/2006/main">
              <a:ext uri="{FF2B5EF4-FFF2-40B4-BE49-F238E27FC236}">
                <a16:creationId xmlns:a16="http://schemas.microsoft.com/office/drawing/2014/main" id="{FB27EB7B-2175-43F6-B431-F645FD1E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8467725"/>
            <a:ext cx="3429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</a:t>
            </a:r>
          </a:p>
        </p:txBody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CF6C456-9878-43C9-A9E4-D196DD65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7739063"/>
            <a:ext cx="642938" cy="95"/>
          </a:xfrm>
          <a:custGeom xmlns:a="http://schemas.openxmlformats.org/drawingml/2006/main">
            <a:pathLst>
              <a:path w="642938" h="95">
                <a:moveTo>
                  <a:pt x="0" y="0"/>
                </a:moveTo>
                <a:lnTo>
                  <a:pt x="642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1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229208-9672-4763-B4FA-52C5532A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7700486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56" name="② 局所の収集率">
            <a:extLst xmlns:a="http://schemas.openxmlformats.org/drawingml/2006/main">
              <a:ext uri="{FF2B5EF4-FFF2-40B4-BE49-F238E27FC236}">
                <a16:creationId xmlns:a16="http://schemas.microsoft.com/office/drawing/2014/main" id="{643F172B-9590-4CFA-A529-319CEA3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738" y="6650355"/>
            <a:ext cx="30861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② 局所の収集率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AFD8175-4F33-4265-AE70-9F21C76A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05" y="7336155"/>
            <a:ext cx="805815" cy="805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58" name="φ ≤ 0">
            <a:extLst xmlns:a="http://schemas.openxmlformats.org/drawingml/2006/main">
              <a:ext uri="{FF2B5EF4-FFF2-40B4-BE49-F238E27FC236}">
                <a16:creationId xmlns:a16="http://schemas.microsoft.com/office/drawing/2014/main" id="{5A5521BE-35E5-4D9D-A6A8-444F375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05" y="7550468"/>
            <a:ext cx="80581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φ ≤ 0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9ED054C-FB03-44CA-BE98-8A86B778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310" y="720756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2062459-A52D-4CBB-AAE6-D6F12B09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15" y="7267575"/>
            <a:ext cx="737235" cy="368618"/>
          </a:xfrm>
          <a:custGeom xmlns:a="http://schemas.openxmlformats.org/drawingml/2006/main">
            <a:pathLst>
              <a:path w="737235" h="368618">
                <a:moveTo>
                  <a:pt x="0" y="0"/>
                </a:moveTo>
                <a:lnTo>
                  <a:pt x="24937" y="386"/>
                </a:lnTo>
                <a:lnTo>
                  <a:pt x="49388" y="1524"/>
                </a:lnTo>
                <a:lnTo>
                  <a:pt x="73358" y="3386"/>
                </a:lnTo>
                <a:lnTo>
                  <a:pt x="96852" y="5943"/>
                </a:lnTo>
                <a:lnTo>
                  <a:pt x="119876" y="9166"/>
                </a:lnTo>
                <a:lnTo>
                  <a:pt x="142434" y="13026"/>
                </a:lnTo>
                <a:lnTo>
                  <a:pt x="164532" y="17495"/>
                </a:lnTo>
                <a:lnTo>
                  <a:pt x="186174" y="22543"/>
                </a:lnTo>
                <a:lnTo>
                  <a:pt x="207366" y="28141"/>
                </a:lnTo>
                <a:lnTo>
                  <a:pt x="228113" y="34261"/>
                </a:lnTo>
                <a:lnTo>
                  <a:pt x="248420" y="40875"/>
                </a:lnTo>
                <a:lnTo>
                  <a:pt x="268292" y="47952"/>
                </a:lnTo>
                <a:lnTo>
                  <a:pt x="287735" y="55465"/>
                </a:lnTo>
                <a:lnTo>
                  <a:pt x="306753" y="63385"/>
                </a:lnTo>
                <a:lnTo>
                  <a:pt x="325351" y="71682"/>
                </a:lnTo>
                <a:lnTo>
                  <a:pt x="343535" y="80328"/>
                </a:lnTo>
                <a:lnTo>
                  <a:pt x="361310" y="89293"/>
                </a:lnTo>
                <a:lnTo>
                  <a:pt x="378680" y="98550"/>
                </a:lnTo>
                <a:lnTo>
                  <a:pt x="395652" y="108070"/>
                </a:lnTo>
                <a:lnTo>
                  <a:pt x="412229" y="117822"/>
                </a:lnTo>
                <a:lnTo>
                  <a:pt x="428418" y="127780"/>
                </a:lnTo>
                <a:lnTo>
                  <a:pt x="444223" y="137913"/>
                </a:lnTo>
                <a:lnTo>
                  <a:pt x="459649" y="148193"/>
                </a:lnTo>
                <a:lnTo>
                  <a:pt x="474702" y="158591"/>
                </a:lnTo>
                <a:lnTo>
                  <a:pt x="489387" y="169079"/>
                </a:lnTo>
                <a:lnTo>
                  <a:pt x="503708" y="179627"/>
                </a:lnTo>
                <a:lnTo>
                  <a:pt x="517671" y="190207"/>
                </a:lnTo>
                <a:lnTo>
                  <a:pt x="531282" y="200789"/>
                </a:lnTo>
                <a:lnTo>
                  <a:pt x="544544" y="211345"/>
                </a:lnTo>
                <a:lnTo>
                  <a:pt x="557464" y="221847"/>
                </a:lnTo>
                <a:lnTo>
                  <a:pt x="570046" y="232265"/>
                </a:lnTo>
                <a:lnTo>
                  <a:pt x="582295" y="242570"/>
                </a:lnTo>
                <a:lnTo>
                  <a:pt x="594217" y="252734"/>
                </a:lnTo>
                <a:lnTo>
                  <a:pt x="605817" y="262728"/>
                </a:lnTo>
                <a:lnTo>
                  <a:pt x="617099" y="272522"/>
                </a:lnTo>
                <a:lnTo>
                  <a:pt x="628070" y="282089"/>
                </a:lnTo>
                <a:lnTo>
                  <a:pt x="638733" y="291399"/>
                </a:lnTo>
                <a:lnTo>
                  <a:pt x="649095" y="300423"/>
                </a:lnTo>
                <a:lnTo>
                  <a:pt x="659160" y="309133"/>
                </a:lnTo>
                <a:lnTo>
                  <a:pt x="668933" y="317500"/>
                </a:lnTo>
                <a:lnTo>
                  <a:pt x="678420" y="325495"/>
                </a:lnTo>
                <a:lnTo>
                  <a:pt x="687625" y="333089"/>
                </a:lnTo>
                <a:lnTo>
                  <a:pt x="696554" y="340253"/>
                </a:lnTo>
                <a:lnTo>
                  <a:pt x="705212" y="346958"/>
                </a:lnTo>
                <a:lnTo>
                  <a:pt x="713604" y="353176"/>
                </a:lnTo>
                <a:lnTo>
                  <a:pt x="721735" y="358878"/>
                </a:lnTo>
                <a:lnTo>
                  <a:pt x="729610" y="364035"/>
                </a:lnTo>
                <a:lnTo>
                  <a:pt x="737235" y="368618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1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46774D-1510-4B09-B02D-7F91DB25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832" y="7520309"/>
            <a:ext cx="22882" cy="19788"/>
          </a:xfrm>
          <a:custGeom xmlns:a="http://schemas.openxmlformats.org/drawingml/2006/main">
            <a:pathLst>
              <a:path w="22882" h="19788">
                <a:moveTo>
                  <a:pt x="0" y="0"/>
                </a:moveTo>
                <a:lnTo>
                  <a:pt x="22882" y="19788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1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37E20C-692A-492E-8A69-2C63A64E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631" y="7445371"/>
            <a:ext cx="100083" cy="94726"/>
          </a:xfrm>
          <a:custGeom xmlns:a="http://schemas.openxmlformats.org/drawingml/2006/main">
            <a:pathLst>
              <a:path w="100083" h="94726">
                <a:moveTo>
                  <a:pt x="100083" y="94726"/>
                </a:moveTo>
                <a:lnTo>
                  <a:pt x="56074" y="0"/>
                </a:lnTo>
                <a:lnTo>
                  <a:pt x="0" y="6484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CB4D1F1-F01E-412C-925B-C6A09F3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310" y="767905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586103B-92B9-40CC-87C2-C7C5AA20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15" y="7688338"/>
            <a:ext cx="737235" cy="50724"/>
          </a:xfrm>
          <a:custGeom xmlns:a="http://schemas.openxmlformats.org/drawingml/2006/main">
            <a:pathLst>
              <a:path w="737235" h="50724">
                <a:moveTo>
                  <a:pt x="0" y="50724"/>
                </a:moveTo>
                <a:lnTo>
                  <a:pt x="24937" y="50615"/>
                </a:lnTo>
                <a:lnTo>
                  <a:pt x="49388" y="50294"/>
                </a:lnTo>
                <a:lnTo>
                  <a:pt x="73358" y="49774"/>
                </a:lnTo>
                <a:lnTo>
                  <a:pt x="96852" y="49067"/>
                </a:lnTo>
                <a:lnTo>
                  <a:pt x="119876" y="48186"/>
                </a:lnTo>
                <a:lnTo>
                  <a:pt x="142434" y="47141"/>
                </a:lnTo>
                <a:lnTo>
                  <a:pt x="164532" y="45946"/>
                </a:lnTo>
                <a:lnTo>
                  <a:pt x="186174" y="44612"/>
                </a:lnTo>
                <a:lnTo>
                  <a:pt x="207366" y="43152"/>
                </a:lnTo>
                <a:lnTo>
                  <a:pt x="228113" y="41577"/>
                </a:lnTo>
                <a:lnTo>
                  <a:pt x="248420" y="39901"/>
                </a:lnTo>
                <a:lnTo>
                  <a:pt x="268292" y="38133"/>
                </a:lnTo>
                <a:lnTo>
                  <a:pt x="287735" y="36288"/>
                </a:lnTo>
                <a:lnTo>
                  <a:pt x="306753" y="34377"/>
                </a:lnTo>
                <a:lnTo>
                  <a:pt x="325351" y="32411"/>
                </a:lnTo>
                <a:lnTo>
                  <a:pt x="343535" y="30404"/>
                </a:lnTo>
                <a:lnTo>
                  <a:pt x="361310" y="28367"/>
                </a:lnTo>
                <a:lnTo>
                  <a:pt x="378680" y="26313"/>
                </a:lnTo>
                <a:lnTo>
                  <a:pt x="395652" y="24252"/>
                </a:lnTo>
                <a:lnTo>
                  <a:pt x="412229" y="22199"/>
                </a:lnTo>
                <a:lnTo>
                  <a:pt x="428418" y="20164"/>
                </a:lnTo>
                <a:lnTo>
                  <a:pt x="444223" y="18159"/>
                </a:lnTo>
                <a:lnTo>
                  <a:pt x="459649" y="16198"/>
                </a:lnTo>
                <a:lnTo>
                  <a:pt x="474702" y="14291"/>
                </a:lnTo>
                <a:lnTo>
                  <a:pt x="489387" y="12451"/>
                </a:lnTo>
                <a:lnTo>
                  <a:pt x="503708" y="10691"/>
                </a:lnTo>
                <a:lnTo>
                  <a:pt x="517671" y="9021"/>
                </a:lnTo>
                <a:lnTo>
                  <a:pt x="531282" y="7455"/>
                </a:lnTo>
                <a:lnTo>
                  <a:pt x="544544" y="6004"/>
                </a:lnTo>
                <a:lnTo>
                  <a:pt x="557464" y="4680"/>
                </a:lnTo>
                <a:lnTo>
                  <a:pt x="570046" y="3497"/>
                </a:lnTo>
                <a:lnTo>
                  <a:pt x="582295" y="2464"/>
                </a:lnTo>
                <a:lnTo>
                  <a:pt x="594217" y="1596"/>
                </a:lnTo>
                <a:lnTo>
                  <a:pt x="605817" y="903"/>
                </a:lnTo>
                <a:lnTo>
                  <a:pt x="617099" y="398"/>
                </a:lnTo>
                <a:lnTo>
                  <a:pt x="628070" y="93"/>
                </a:lnTo>
                <a:lnTo>
                  <a:pt x="638733" y="0"/>
                </a:lnTo>
                <a:lnTo>
                  <a:pt x="649095" y="131"/>
                </a:lnTo>
                <a:lnTo>
                  <a:pt x="659160" y="499"/>
                </a:lnTo>
                <a:lnTo>
                  <a:pt x="668933" y="1115"/>
                </a:lnTo>
                <a:lnTo>
                  <a:pt x="678420" y="1991"/>
                </a:lnTo>
                <a:lnTo>
                  <a:pt x="687625" y="3140"/>
                </a:lnTo>
                <a:lnTo>
                  <a:pt x="696554" y="4574"/>
                </a:lnTo>
                <a:lnTo>
                  <a:pt x="705212" y="6304"/>
                </a:lnTo>
                <a:lnTo>
                  <a:pt x="713604" y="8343"/>
                </a:lnTo>
                <a:lnTo>
                  <a:pt x="721735" y="10703"/>
                </a:lnTo>
                <a:lnTo>
                  <a:pt x="729610" y="13396"/>
                </a:lnTo>
                <a:lnTo>
                  <a:pt x="737235" y="16434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D78300"/>
            </a:solidFill>
            <a:prstDash val="solid"/>
          </a:ln>
        </p:spPr>
      </p:sp>
      <p:sp>
        <p:nvSpPr>
          <p:cNvPr id="1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354178-D8B0-4643-8B3D-0B2BFC00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832" y="7688736"/>
            <a:ext cx="22882" cy="1198"/>
          </a:xfrm>
          <a:custGeom xmlns:a="http://schemas.openxmlformats.org/drawingml/2006/main">
            <a:pathLst>
              <a:path w="22882" h="1198">
                <a:moveTo>
                  <a:pt x="0" y="1198"/>
                </a:moveTo>
                <a:lnTo>
                  <a:pt x="228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D78300"/>
            </a:solidFill>
            <a:prstDash val="solid"/>
          </a:ln>
        </p:spPr>
      </p:sp>
      <p:sp>
        <p:nvSpPr>
          <p:cNvPr id="1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300E8D-FB68-4042-ABAF-AC412FFE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354" y="7650911"/>
            <a:ext cx="97360" cy="85608"/>
          </a:xfrm>
          <a:custGeom xmlns:a="http://schemas.openxmlformats.org/drawingml/2006/main">
            <a:pathLst>
              <a:path w="97360" h="85608">
                <a:moveTo>
                  <a:pt x="97360" y="37825"/>
                </a:moveTo>
                <a:lnTo>
                  <a:pt x="0" y="0"/>
                </a:lnTo>
                <a:lnTo>
                  <a:pt x="4481" y="85608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E2C5985-7601-4BC3-97F1-3A248622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310" y="81505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DF8AAAFE-B3C0-4580-AFC3-8EAA6818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15" y="7771630"/>
            <a:ext cx="737235" cy="438920"/>
          </a:xfrm>
          <a:custGeom xmlns:a="http://schemas.openxmlformats.org/drawingml/2006/main">
            <a:pathLst>
              <a:path w="737235" h="438920">
                <a:moveTo>
                  <a:pt x="0" y="438920"/>
                </a:moveTo>
                <a:lnTo>
                  <a:pt x="24937" y="438315"/>
                </a:lnTo>
                <a:lnTo>
                  <a:pt x="49388" y="436535"/>
                </a:lnTo>
                <a:lnTo>
                  <a:pt x="73358" y="433634"/>
                </a:lnTo>
                <a:lnTo>
                  <a:pt x="96852" y="429663"/>
                </a:lnTo>
                <a:lnTo>
                  <a:pt x="119876" y="424677"/>
                </a:lnTo>
                <a:lnTo>
                  <a:pt x="142434" y="418728"/>
                </a:lnTo>
                <a:lnTo>
                  <a:pt x="164532" y="411869"/>
                </a:lnTo>
                <a:lnTo>
                  <a:pt x="186174" y="404154"/>
                </a:lnTo>
                <a:lnTo>
                  <a:pt x="207366" y="395635"/>
                </a:lnTo>
                <a:lnTo>
                  <a:pt x="228113" y="386365"/>
                </a:lnTo>
                <a:lnTo>
                  <a:pt x="248420" y="376398"/>
                </a:lnTo>
                <a:lnTo>
                  <a:pt x="268292" y="365786"/>
                </a:lnTo>
                <a:lnTo>
                  <a:pt x="287735" y="354583"/>
                </a:lnTo>
                <a:lnTo>
                  <a:pt x="306753" y="342840"/>
                </a:lnTo>
                <a:lnTo>
                  <a:pt x="325351" y="330613"/>
                </a:lnTo>
                <a:lnTo>
                  <a:pt x="343535" y="317953"/>
                </a:lnTo>
                <a:lnTo>
                  <a:pt x="361310" y="304913"/>
                </a:lnTo>
                <a:lnTo>
                  <a:pt x="378680" y="291547"/>
                </a:lnTo>
                <a:lnTo>
                  <a:pt x="395652" y="277907"/>
                </a:lnTo>
                <a:lnTo>
                  <a:pt x="412229" y="264047"/>
                </a:lnTo>
                <a:lnTo>
                  <a:pt x="428418" y="250020"/>
                </a:lnTo>
                <a:lnTo>
                  <a:pt x="444223" y="235878"/>
                </a:lnTo>
                <a:lnTo>
                  <a:pt x="459649" y="221674"/>
                </a:lnTo>
                <a:lnTo>
                  <a:pt x="474702" y="207463"/>
                </a:lnTo>
                <a:lnTo>
                  <a:pt x="489387" y="193296"/>
                </a:lnTo>
                <a:lnTo>
                  <a:pt x="503708" y="179226"/>
                </a:lnTo>
                <a:lnTo>
                  <a:pt x="517671" y="165308"/>
                </a:lnTo>
                <a:lnTo>
                  <a:pt x="531282" y="151593"/>
                </a:lnTo>
                <a:lnTo>
                  <a:pt x="544544" y="138134"/>
                </a:lnTo>
                <a:lnTo>
                  <a:pt x="557464" y="124986"/>
                </a:lnTo>
                <a:lnTo>
                  <a:pt x="570046" y="112200"/>
                </a:lnTo>
                <a:lnTo>
                  <a:pt x="582295" y="99830"/>
                </a:lnTo>
                <a:lnTo>
                  <a:pt x="594217" y="87929"/>
                </a:lnTo>
                <a:lnTo>
                  <a:pt x="605817" y="76550"/>
                </a:lnTo>
                <a:lnTo>
                  <a:pt x="617099" y="65745"/>
                </a:lnTo>
                <a:lnTo>
                  <a:pt x="628070" y="55569"/>
                </a:lnTo>
                <a:lnTo>
                  <a:pt x="638733" y="46073"/>
                </a:lnTo>
                <a:lnTo>
                  <a:pt x="649095" y="37311"/>
                </a:lnTo>
                <a:lnTo>
                  <a:pt x="659160" y="29336"/>
                </a:lnTo>
                <a:lnTo>
                  <a:pt x="668933" y="22201"/>
                </a:lnTo>
                <a:lnTo>
                  <a:pt x="678420" y="15959"/>
                </a:lnTo>
                <a:lnTo>
                  <a:pt x="687625" y="10664"/>
                </a:lnTo>
                <a:lnTo>
                  <a:pt x="696554" y="6367"/>
                </a:lnTo>
                <a:lnTo>
                  <a:pt x="705212" y="3122"/>
                </a:lnTo>
                <a:lnTo>
                  <a:pt x="713604" y="982"/>
                </a:lnTo>
                <a:lnTo>
                  <a:pt x="721735" y="0"/>
                </a:lnTo>
                <a:lnTo>
                  <a:pt x="729610" y="229"/>
                </a:lnTo>
                <a:lnTo>
                  <a:pt x="737235" y="172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D78300"/>
            </a:solidFill>
            <a:prstDash val="solid"/>
          </a:ln>
        </p:spPr>
      </p:sp>
      <p:sp>
        <p:nvSpPr>
          <p:cNvPr id="1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CE37E53-09BA-4C58-B470-357A127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832" y="7837375"/>
            <a:ext cx="22882" cy="22184"/>
          </a:xfrm>
          <a:custGeom xmlns:a="http://schemas.openxmlformats.org/drawingml/2006/main">
            <a:pathLst>
              <a:path w="22882" h="22184">
                <a:moveTo>
                  <a:pt x="0" y="22184"/>
                </a:moveTo>
                <a:lnTo>
                  <a:pt x="228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D78300"/>
            </a:solidFill>
            <a:prstDash val="solid"/>
          </a:ln>
        </p:spPr>
      </p:sp>
      <p:sp>
        <p:nvSpPr>
          <p:cNvPr id="1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FFAEEB-CD91-4614-9C28-4BF18EA9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492" y="7837375"/>
            <a:ext cx="98223" cy="97075"/>
          </a:xfrm>
          <a:custGeom xmlns:a="http://schemas.openxmlformats.org/drawingml/2006/main">
            <a:pathLst>
              <a:path w="98223" h="97075">
                <a:moveTo>
                  <a:pt x="98223" y="0"/>
                </a:moveTo>
                <a:lnTo>
                  <a:pt x="0" y="35526"/>
                </a:lnTo>
                <a:lnTo>
                  <a:pt x="59670" y="97075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71" name="Γe(x,Z)&#10;Γi(x,Z,w_i)">
            <a:extLst xmlns:a="http://schemas.openxmlformats.org/drawingml/2006/main">
              <a:ext uri="{FF2B5EF4-FFF2-40B4-BE49-F238E27FC236}">
                <a16:creationId xmlns:a16="http://schemas.microsoft.com/office/drawing/2014/main" id="{E743E759-AE89-4F56-997F-03F59561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818" y="7327583"/>
            <a:ext cx="2014538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Γe(x,Z)</a:t>
            </a:r>
          </a:p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Γi(x,Z,w_i)</a:t>
            </a:r>
          </a:p>
        </p:txBody>
      </p:sp>
      <p:sp>
        <p:nvSpPr>
          <p:cNvPr id="1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9DB8DB-EEF7-4E5A-8735-0B17001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783" y="7739063"/>
            <a:ext cx="411480" cy="95"/>
          </a:xfrm>
          <a:custGeom xmlns:a="http://schemas.openxmlformats.org/drawingml/2006/main">
            <a:pathLst>
              <a:path w="411480" h="95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1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D10399-FCB2-4084-9484-4E8560F5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7700486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74" name="③ 電荷と電場力">
            <a:extLst xmlns:a="http://schemas.openxmlformats.org/drawingml/2006/main">
              <a:ext uri="{FF2B5EF4-FFF2-40B4-BE49-F238E27FC236}">
                <a16:creationId xmlns:a16="http://schemas.microsoft.com/office/drawing/2014/main" id="{C562A602-E199-4739-BDA6-D4DF4401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6650355"/>
            <a:ext cx="25717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③ 電荷と電場力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A3A971D-B88E-4155-953C-65F015F3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7344728"/>
            <a:ext cx="788670" cy="7886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76" name="Z">
            <a:extLst xmlns:a="http://schemas.openxmlformats.org/drawingml/2006/main">
              <a:ext uri="{FF2B5EF4-FFF2-40B4-BE49-F238E27FC236}">
                <a16:creationId xmlns:a16="http://schemas.microsoft.com/office/drawing/2014/main" id="{5B1AEDC7-7E56-411C-88CB-5789B7FF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7550468"/>
            <a:ext cx="78867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97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97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1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57A4DA-6913-43C2-9D92-0945DCB6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833" y="7739063"/>
            <a:ext cx="985838" cy="95"/>
          </a:xfrm>
          <a:custGeom xmlns:a="http://schemas.openxmlformats.org/drawingml/2006/main">
            <a:pathLst>
              <a:path w="985838" h="95">
                <a:moveTo>
                  <a:pt x="0" y="0"/>
                </a:moveTo>
                <a:lnTo>
                  <a:pt x="9858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0768C5"/>
            </a:solidFill>
            <a:prstDash val="solid"/>
          </a:ln>
        </p:spPr>
      </p:sp>
      <p:sp>
        <p:nvSpPr>
          <p:cNvPr id="1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4B141B-B369-4885-8FC7-338B749C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7700486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79" name="qE(x)">
            <a:extLst xmlns:a="http://schemas.openxmlformats.org/drawingml/2006/main">
              <a:ext uri="{FF2B5EF4-FFF2-40B4-BE49-F238E27FC236}">
                <a16:creationId xmlns:a16="http://schemas.microsoft.com/office/drawing/2014/main" id="{BB79463B-EC10-49F0-98CD-DAAE3784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7276148"/>
            <a:ext cx="128587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qE(x)</a:t>
            </a:r>
          </a:p>
        </p:txBody>
      </p:sp>
      <p:sp>
        <p:nvSpPr>
          <p:cNvPr id="1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AC1BB9-B207-4F12-8E50-C5568FE8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7739063"/>
            <a:ext cx="514350" cy="95"/>
          </a:xfrm>
          <a:custGeom xmlns:a="http://schemas.openxmlformats.org/drawingml/2006/main"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1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75D1ED-9C46-4434-BD8F-FA99EF75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7700486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2" name="④ 速度・位置">
            <a:extLst xmlns:a="http://schemas.openxmlformats.org/drawingml/2006/main">
              <a:ext uri="{FF2B5EF4-FFF2-40B4-BE49-F238E27FC236}">
                <a16:creationId xmlns:a16="http://schemas.microsoft.com/office/drawing/2014/main" id="{A63107C7-0E07-471C-830A-81E2318C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650355"/>
            <a:ext cx="25717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④ 速度・位置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0E353FC-3124-4E90-87F4-5FB4AE59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408" y="7413308"/>
            <a:ext cx="651510" cy="6515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C6A046-7DA3-4820-82E1-C734A784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80" y="7739063"/>
            <a:ext cx="1114425" cy="95"/>
          </a:xfrm>
          <a:custGeom xmlns:a="http://schemas.openxmlformats.org/drawingml/2006/main"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112D50"/>
            </a:solidFill>
            <a:prstDash val="solid"/>
          </a:ln>
        </p:spPr>
      </p:sp>
      <p:sp>
        <p:nvSpPr>
          <p:cNvPr id="1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123E6C-A59D-42B3-8092-CF4E8E68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5480" y="7700486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6" name="m dv/dt = ΣF">
            <a:extLst xmlns:a="http://schemas.openxmlformats.org/drawingml/2006/main">
              <a:ext uri="{FF2B5EF4-FFF2-40B4-BE49-F238E27FC236}">
                <a16:creationId xmlns:a16="http://schemas.microsoft.com/office/drawing/2014/main" id="{3AF24833-C138-4B8F-92F9-CC2B5333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913" y="8201978"/>
            <a:ext cx="2528888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m dv/dt = ΣF</a:t>
            </a:r>
          </a:p>
        </p:txBody>
      </p:sp>
      <p:sp>
        <p:nvSpPr>
          <p:cNvPr id="1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B07CEC-4DBC-4736-B265-2C852D3B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613" y="8261985"/>
            <a:ext cx="6729413" cy="617220"/>
          </a:xfrm>
          <a:custGeom xmlns:a="http://schemas.openxmlformats.org/drawingml/2006/main">
            <a:pathLst>
              <a:path w="6729413" h="617220">
                <a:moveTo>
                  <a:pt x="6729413" y="291465"/>
                </a:moveTo>
                <a:lnTo>
                  <a:pt x="6729413" y="617220"/>
                </a:lnTo>
                <a:lnTo>
                  <a:pt x="0" y="61722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1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0F74347-6E54-4A64-B43E-FFDC0824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613" y="8261985"/>
            <a:ext cx="95" cy="291465"/>
          </a:xfrm>
          <a:custGeom xmlns:a="http://schemas.openxmlformats.org/drawingml/2006/main">
            <a:pathLst>
              <a:path w="95" h="291465">
                <a:moveTo>
                  <a:pt x="0" y="2914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1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A4987A-A41D-40EE-8A24-0502BC6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036" y="8261985"/>
            <a:ext cx="77152" cy="85725"/>
          </a:xfrm>
          <a:custGeom xmlns:a="http://schemas.openxmlformats.org/drawingml/2006/main">
            <a:pathLst>
              <a:path w="77152" h="85725">
                <a:moveTo>
                  <a:pt x="38576" y="0"/>
                </a:moveTo>
                <a:lnTo>
                  <a:pt x="0" y="85725"/>
                </a:lnTo>
                <a:lnTo>
                  <a:pt x="77152" y="8572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90" name="相対速度 u_i − v を収集率へ反映">
            <a:extLst xmlns:a="http://schemas.openxmlformats.org/drawingml/2006/main">
              <a:ext uri="{FF2B5EF4-FFF2-40B4-BE49-F238E27FC236}">
                <a16:creationId xmlns:a16="http://schemas.microsoft.com/office/drawing/2014/main" id="{894132B9-6BEB-4405-948F-E45DD43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8502015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相対速度 u_i − v を収集率へ反映</a:t>
            </a:r>
          </a:p>
        </p:txBody>
      </p:sp>
      <p:sp>
        <p:nvSpPr>
          <p:cNvPr id="1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9AC57F-445C-4B3F-B537-1531584C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8819198"/>
            <a:ext cx="9772650" cy="180023"/>
          </a:xfrm>
          <a:custGeom xmlns:a="http://schemas.openxmlformats.org/drawingml/2006/main">
            <a:pathLst>
              <a:path w="9772650" h="180023">
                <a:moveTo>
                  <a:pt x="9772650" y="180023"/>
                </a:moveTo>
                <a:lnTo>
                  <a:pt x="0" y="18002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8D2DFF-32A5-4ACA-8FA1-FD5CCB8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8802053"/>
            <a:ext cx="95" cy="162878"/>
          </a:xfrm>
          <a:custGeom xmlns:a="http://schemas.openxmlformats.org/drawingml/2006/main">
            <a:pathLst>
              <a:path w="95" h="162878">
                <a:moveTo>
                  <a:pt x="0" y="1628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CD1547-6CC8-4395-B9B5-179D372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799" y="8802053"/>
            <a:ext cx="77153" cy="85725"/>
          </a:xfrm>
          <a:custGeom xmlns:a="http://schemas.openxmlformats.org/drawingml/2006/main">
            <a:pathLst>
              <a:path w="77153" h="85725">
                <a:moveTo>
                  <a:pt x="38576" y="0"/>
                </a:moveTo>
                <a:lnTo>
                  <a:pt x="0" y="85725"/>
                </a:lnTo>
                <a:lnTo>
                  <a:pt x="77153" y="8572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290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図04　集約二電流・三電流モデル">
            <a:extLst xmlns:a="http://schemas.openxmlformats.org/drawingml/2006/main">
              <a:ext uri="{FF2B5EF4-FFF2-40B4-BE49-F238E27FC236}">
                <a16:creationId xmlns:a16="http://schemas.microsoft.com/office/drawing/2014/main" id="{EB567CF6-3DF3-407F-A52F-CB46CA03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図04　集約二電流・三電流モデル</a:t>
            </a:r>
          </a:p>
        </p:txBody>
      </p:sp>
      <p:sp>
        <p:nvSpPr>
          <p:cNvPr id="2" name="有効イオン物性を入力し、負イオン収集を含めた帯電量と輸送の感度を調べられる">
            <a:extLst xmlns:a="http://schemas.openxmlformats.org/drawingml/2006/main">
              <a:ext uri="{FF2B5EF4-FFF2-40B4-BE49-F238E27FC236}">
                <a16:creationId xmlns:a16="http://schemas.microsoft.com/office/drawing/2014/main" id="{DC61D46C-FC64-4816-94C4-10BE24E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有効イオン物性を入力し、負イオン収集を含めた帯電量と輸送の感度を調べられる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9C3F83-5D11-4579-88A2-E706937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AAD900FD-BAF5-4A04-9FE5-16C9729F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4AA4308C-6D63-4A85-A022-41545897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6" name="(a) 集約二電流">
            <a:extLst xmlns:a="http://schemas.openxmlformats.org/drawingml/2006/main">
              <a:ext uri="{FF2B5EF4-FFF2-40B4-BE49-F238E27FC236}">
                <a16:creationId xmlns:a16="http://schemas.microsoft.com/office/drawing/2014/main" id="{A9B5D35B-2813-4F01-B114-E49BCE5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81175"/>
            <a:ext cx="60007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集約二電流</a:t>
            </a:r>
          </a:p>
        </p:txBody>
      </p:sp>
      <p:sp>
        <p:nvSpPr>
          <p:cNvPr id="7" name="(b) 集約三電流">
            <a:extLst xmlns:a="http://schemas.openxmlformats.org/drawingml/2006/main">
              <a:ext uri="{FF2B5EF4-FFF2-40B4-BE49-F238E27FC236}">
                <a16:creationId xmlns:a16="http://schemas.microsoft.com/office/drawing/2014/main" id="{7D862EBA-A135-431A-A973-CDCF5AC1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781175"/>
            <a:ext cx="60007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集約三電流</a:t>
            </a:r>
          </a:p>
        </p:txBody>
      </p:sp>
      <p:sp>
        <p:nvSpPr>
          <p:cNvPr id="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8D26E3-EE4F-410B-B895-249AA75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8" y="2149793"/>
            <a:ext cx="95" cy="5246370"/>
          </a:xfrm>
          <a:custGeom xmlns:a="http://schemas.openxmlformats.org/drawingml/2006/main">
            <a:pathLst>
              <a:path w="95" h="5246370">
                <a:moveTo>
                  <a:pt x="0" y="0"/>
                </a:moveTo>
                <a:lnTo>
                  <a:pt x="0" y="524637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1BA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402D2-6FD3-4A5B-9A44-1CFEF915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243" y="3435668"/>
            <a:ext cx="1577340" cy="1577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0" name="Z">
            <a:extLst xmlns:a="http://schemas.openxmlformats.org/drawingml/2006/main">
              <a:ext uri="{FF2B5EF4-FFF2-40B4-BE49-F238E27FC236}">
                <a16:creationId xmlns:a16="http://schemas.microsoft.com/office/drawing/2014/main" id="{C4FB69AE-7147-4993-9D2E-D84A245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243" y="4035743"/>
            <a:ext cx="157734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9CC9A-F6EC-46B2-B636-9C0EC7F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" y="2818448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" name="+">
            <a:extLst xmlns:a="http://schemas.openxmlformats.org/drawingml/2006/main">
              <a:ext uri="{FF2B5EF4-FFF2-40B4-BE49-F238E27FC236}">
                <a16:creationId xmlns:a16="http://schemas.microsoft.com/office/drawing/2014/main" id="{7C222380-85A3-42DF-85D0-867E855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" y="2818448"/>
            <a:ext cx="24003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6B4FAC-F37D-4DD3-AA26-1067D5C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68" y="2938463"/>
            <a:ext cx="1534478" cy="771525"/>
          </a:xfrm>
          <a:custGeom xmlns:a="http://schemas.openxmlformats.org/drawingml/2006/main">
            <a:pathLst>
              <a:path w="1534478" h="771525">
                <a:moveTo>
                  <a:pt x="0" y="0"/>
                </a:moveTo>
                <a:lnTo>
                  <a:pt x="1534478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03D84FF-D41F-4E8C-BCC9-4D22872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419" y="3644311"/>
            <a:ext cx="84526" cy="65676"/>
          </a:xfrm>
          <a:custGeom xmlns:a="http://schemas.openxmlformats.org/drawingml/2006/main">
            <a:pathLst>
              <a:path w="84526" h="65676">
                <a:moveTo>
                  <a:pt x="84526" y="65676"/>
                </a:moveTo>
                <a:lnTo>
                  <a:pt x="31192" y="0"/>
                </a:lnTo>
                <a:lnTo>
                  <a:pt x="0" y="62037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15D48-5B0B-4B5E-A003-AFBD913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80" y="3152775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" name="+">
            <a:extLst xmlns:a="http://schemas.openxmlformats.org/drawingml/2006/main">
              <a:ext uri="{FF2B5EF4-FFF2-40B4-BE49-F238E27FC236}">
                <a16:creationId xmlns:a16="http://schemas.microsoft.com/office/drawing/2014/main" id="{89CF348E-1588-4656-A59E-64B2023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80" y="3152775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C1A230-F98E-4914-91F0-ADFFC328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3298508"/>
            <a:ext cx="942975" cy="617220"/>
          </a:xfrm>
          <a:custGeom xmlns:a="http://schemas.openxmlformats.org/drawingml/2006/main">
            <a:pathLst>
              <a:path w="942975" h="617220">
                <a:moveTo>
                  <a:pt x="0" y="0"/>
                </a:moveTo>
                <a:lnTo>
                  <a:pt x="942975" y="617220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680FBB-4867-4F34-9CB2-0C0DFB67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377" y="3844425"/>
            <a:ext cx="83568" cy="71302"/>
          </a:xfrm>
          <a:custGeom xmlns:a="http://schemas.openxmlformats.org/drawingml/2006/main">
            <a:pathLst>
              <a:path w="83568" h="71302">
                <a:moveTo>
                  <a:pt x="83568" y="71302"/>
                </a:moveTo>
                <a:lnTo>
                  <a:pt x="38028" y="0"/>
                </a:lnTo>
                <a:lnTo>
                  <a:pt x="0" y="58098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7AA7D-63C5-4034-80CE-3ECE1627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667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0" name="+">
            <a:extLst xmlns:a="http://schemas.openxmlformats.org/drawingml/2006/main">
              <a:ext uri="{FF2B5EF4-FFF2-40B4-BE49-F238E27FC236}">
                <a16:creationId xmlns:a16="http://schemas.microsoft.com/office/drawing/2014/main" id="{68064526-6638-4131-AE8A-C2E909E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667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6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6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D8419A-22D6-410D-A520-DC032F2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483" y="3838575"/>
            <a:ext cx="1414463" cy="282893"/>
          </a:xfrm>
          <a:custGeom xmlns:a="http://schemas.openxmlformats.org/drawingml/2006/main">
            <a:pathLst>
              <a:path w="1414463" h="282893">
                <a:moveTo>
                  <a:pt x="0" y="0"/>
                </a:moveTo>
                <a:lnTo>
                  <a:pt x="1414463" y="282893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67FAB2-DECC-4942-859E-4DC24302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482" y="4072292"/>
            <a:ext cx="82463" cy="68089"/>
          </a:xfrm>
          <a:custGeom xmlns:a="http://schemas.openxmlformats.org/drawingml/2006/main">
            <a:pathLst>
              <a:path w="82463" h="68089">
                <a:moveTo>
                  <a:pt x="82463" y="49175"/>
                </a:moveTo>
                <a:lnTo>
                  <a:pt x="13618" y="0"/>
                </a:lnTo>
                <a:lnTo>
                  <a:pt x="0" y="68089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AC0A8-51EB-45A0-8E8C-01B6229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535" y="4070033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4" name="+">
            <a:extLst xmlns:a="http://schemas.openxmlformats.org/drawingml/2006/main">
              <a:ext uri="{FF2B5EF4-FFF2-40B4-BE49-F238E27FC236}">
                <a16:creationId xmlns:a16="http://schemas.microsoft.com/office/drawing/2014/main" id="{48C5A4A9-9E90-4997-88BD-1B92B456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535" y="4070033"/>
            <a:ext cx="24003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FEEDEE-E2B2-4B24-9BCE-1497BA97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008" y="4190048"/>
            <a:ext cx="642938" cy="137160"/>
          </a:xfrm>
          <a:custGeom xmlns:a="http://schemas.openxmlformats.org/drawingml/2006/main">
            <a:pathLst>
              <a:path w="642938" h="137160">
                <a:moveTo>
                  <a:pt x="0" y="0"/>
                </a:moveTo>
                <a:lnTo>
                  <a:pt x="642938" y="137160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832149-9723-46C3-B9D0-612904B2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247" y="4277156"/>
            <a:ext cx="82698" cy="67909"/>
          </a:xfrm>
          <a:custGeom xmlns:a="http://schemas.openxmlformats.org/drawingml/2006/main">
            <a:pathLst>
              <a:path w="82698" h="67909">
                <a:moveTo>
                  <a:pt x="82698" y="50052"/>
                </a:moveTo>
                <a:lnTo>
                  <a:pt x="14487" y="0"/>
                </a:lnTo>
                <a:lnTo>
                  <a:pt x="0" y="67909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35F7AB-99C9-4CF2-A213-C214C43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8" y="4438650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8" name="+">
            <a:extLst xmlns:a="http://schemas.openxmlformats.org/drawingml/2006/main">
              <a:ext uri="{FF2B5EF4-FFF2-40B4-BE49-F238E27FC236}">
                <a16:creationId xmlns:a16="http://schemas.microsoft.com/office/drawing/2014/main" id="{9F1816C9-4D22-450F-83B4-60967185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8" y="4438650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A7554D8-2DE3-45F6-9262-AFC5E772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58" y="4532948"/>
            <a:ext cx="1500188" cy="51435"/>
          </a:xfrm>
          <a:custGeom xmlns:a="http://schemas.openxmlformats.org/drawingml/2006/main">
            <a:pathLst>
              <a:path w="1500188" h="51435">
                <a:moveTo>
                  <a:pt x="0" y="51435"/>
                </a:moveTo>
                <a:lnTo>
                  <a:pt x="1500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AC0BAF-F2D4-46F6-9A09-C16A79D3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648" y="4500893"/>
            <a:ext cx="78297" cy="69396"/>
          </a:xfrm>
          <a:custGeom xmlns:a="http://schemas.openxmlformats.org/drawingml/2006/main">
            <a:pathLst>
              <a:path w="78297" h="69396">
                <a:moveTo>
                  <a:pt x="78297" y="32055"/>
                </a:moveTo>
                <a:lnTo>
                  <a:pt x="0" y="0"/>
                </a:lnTo>
                <a:lnTo>
                  <a:pt x="2379" y="69396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906B9-CF42-4472-B828-25893BBB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2" name="+">
            <a:extLst xmlns:a="http://schemas.openxmlformats.org/drawingml/2006/main">
              <a:ext uri="{FF2B5EF4-FFF2-40B4-BE49-F238E27FC236}">
                <a16:creationId xmlns:a16="http://schemas.microsoft.com/office/drawing/2014/main" id="{5435AA4C-21B2-4152-8A7E-AF47D61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4781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6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6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534790-3698-4243-9D67-120B876B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4738688"/>
            <a:ext cx="942975" cy="214313"/>
          </a:xfrm>
          <a:custGeom xmlns:a="http://schemas.openxmlformats.org/drawingml/2006/main">
            <a:pathLst>
              <a:path w="942975" h="214313">
                <a:moveTo>
                  <a:pt x="0" y="214313"/>
                </a:moveTo>
                <a:lnTo>
                  <a:pt x="942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49BBA6-6EA7-4985-A9B6-6E486B18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017" y="4721931"/>
            <a:ext cx="82928" cy="67711"/>
          </a:xfrm>
          <a:custGeom xmlns:a="http://schemas.openxmlformats.org/drawingml/2006/main">
            <a:pathLst>
              <a:path w="82928" h="67711">
                <a:moveTo>
                  <a:pt x="82928" y="16757"/>
                </a:moveTo>
                <a:lnTo>
                  <a:pt x="0" y="0"/>
                </a:lnTo>
                <a:lnTo>
                  <a:pt x="15389" y="67711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4BAF5B-AB20-4B4D-A3BF-5B9C3C7B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8" y="5235893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6" name="+">
            <a:extLst xmlns:a="http://schemas.openxmlformats.org/drawingml/2006/main">
              <a:ext uri="{FF2B5EF4-FFF2-40B4-BE49-F238E27FC236}">
                <a16:creationId xmlns:a16="http://schemas.microsoft.com/office/drawing/2014/main" id="{F062B9F0-BDC1-4062-987D-7BB1E9B3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8" y="5235893"/>
            <a:ext cx="24003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E80D1C-FDC1-430F-8700-F2C4CD4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5295900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8" name="+">
            <a:extLst xmlns:a="http://schemas.openxmlformats.org/drawingml/2006/main">
              <a:ext uri="{FF2B5EF4-FFF2-40B4-BE49-F238E27FC236}">
                <a16:creationId xmlns:a16="http://schemas.microsoft.com/office/drawing/2014/main" id="{8C5B49D5-BCEA-414C-AC8A-725BD174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5295900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39" name="Γ₊">
            <a:extLst xmlns:a="http://schemas.openxmlformats.org/drawingml/2006/main">
              <a:ext uri="{FF2B5EF4-FFF2-40B4-BE49-F238E27FC236}">
                <a16:creationId xmlns:a16="http://schemas.microsoft.com/office/drawing/2014/main" id="{0B5C901D-F630-4FD1-94F7-9546CEE8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552700"/>
            <a:ext cx="81438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3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3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Γ₊</a:t>
            </a:r>
          </a:p>
        </p:txBody>
      </p:sp>
      <p:sp>
        <p:nvSpPr>
          <p:cNvPr id="40" name="有効正イオン">
            <a:extLst xmlns:a="http://schemas.openxmlformats.org/drawingml/2006/main">
              <a:ext uri="{FF2B5EF4-FFF2-40B4-BE49-F238E27FC236}">
                <a16:creationId xmlns:a16="http://schemas.microsoft.com/office/drawing/2014/main" id="{381EFA31-5846-4F36-B3C6-7E6F492E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5775960"/>
            <a:ext cx="2486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有効正イオン</a:t>
            </a:r>
          </a:p>
        </p:txBody>
      </p:sp>
      <p:sp>
        <p:nvSpPr>
          <p:cNvPr id="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9D0515-6AE1-4C00-85EA-81D5ABD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616065"/>
            <a:ext cx="1114425" cy="95"/>
          </a:xfrm>
          <a:custGeom xmlns:a="http://schemas.openxmlformats.org/drawingml/2006/main"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D78300"/>
            </a:solidFill>
            <a:prstDash val="solid"/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9BEEA6-9134-4E3D-BBCD-88DE276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6577489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43" name="u₊ − v">
            <a:extLst xmlns:a="http://schemas.openxmlformats.org/drawingml/2006/main">
              <a:ext uri="{FF2B5EF4-FFF2-40B4-BE49-F238E27FC236}">
                <a16:creationId xmlns:a16="http://schemas.microsoft.com/office/drawing/2014/main" id="{4ABA4AD9-3024-4BA0-944A-48408513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" y="6178868"/>
            <a:ext cx="18002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u₊ − 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F325CD-280F-46FE-8478-66665841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30070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5" name="−">
            <a:extLst xmlns:a="http://schemas.openxmlformats.org/drawingml/2006/main">
              <a:ext uri="{FF2B5EF4-FFF2-40B4-BE49-F238E27FC236}">
                <a16:creationId xmlns:a16="http://schemas.microsoft.com/office/drawing/2014/main" id="{3C4A5798-9005-4570-BEE4-CC20ED64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30070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234FB4-7041-4991-A5F7-ABE55017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3" y="30070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7" name="−">
            <a:extLst xmlns:a="http://schemas.openxmlformats.org/drawingml/2006/main">
              <a:ext uri="{FF2B5EF4-FFF2-40B4-BE49-F238E27FC236}">
                <a16:creationId xmlns:a16="http://schemas.microsoft.com/office/drawing/2014/main" id="{F81DB3C3-D6A2-4781-A8DB-FD4157F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3" y="30070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754517-1203-4108-B8DA-AAEDD64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18" y="30070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9" name="−">
            <a:extLst xmlns:a="http://schemas.openxmlformats.org/drawingml/2006/main">
              <a:ext uri="{FF2B5EF4-FFF2-40B4-BE49-F238E27FC236}">
                <a16:creationId xmlns:a16="http://schemas.microsoft.com/office/drawing/2014/main" id="{151A01E1-94BD-43DE-8EA8-3DBB92B8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18" y="30070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79346A-C2DB-4AEF-B5AC-90EAD4A1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353853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1" name="−">
            <a:extLst xmlns:a="http://schemas.openxmlformats.org/drawingml/2006/main">
              <a:ext uri="{FF2B5EF4-FFF2-40B4-BE49-F238E27FC236}">
                <a16:creationId xmlns:a16="http://schemas.microsoft.com/office/drawing/2014/main" id="{FF8CD120-189F-485F-8EEB-81FE6DB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3538538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6A9C63-728F-4788-B759-636A10E1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3" y="353853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3" name="−">
            <a:extLst xmlns:a="http://schemas.openxmlformats.org/drawingml/2006/main">
              <a:ext uri="{FF2B5EF4-FFF2-40B4-BE49-F238E27FC236}">
                <a16:creationId xmlns:a16="http://schemas.microsoft.com/office/drawing/2014/main" id="{9D911CB4-6EBD-4CFA-84EB-E1CB0FA0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3" y="3538538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B84B1C-2D6A-47A1-9250-766E7C7D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18" y="353853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5" name="−">
            <a:extLst xmlns:a="http://schemas.openxmlformats.org/drawingml/2006/main">
              <a:ext uri="{FF2B5EF4-FFF2-40B4-BE49-F238E27FC236}">
                <a16:creationId xmlns:a16="http://schemas.microsoft.com/office/drawing/2014/main" id="{7C5CBE66-A88C-4604-831D-5ABD0534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18" y="3538538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E80BFE-F003-4963-96D0-438F7980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407003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7" name="−">
            <a:extLst xmlns:a="http://schemas.openxmlformats.org/drawingml/2006/main">
              <a:ext uri="{FF2B5EF4-FFF2-40B4-BE49-F238E27FC236}">
                <a16:creationId xmlns:a16="http://schemas.microsoft.com/office/drawing/2014/main" id="{F459F2D3-4D7E-4E2A-935F-C038EB70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407003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9579B7-FEDB-4AF1-91AC-1470FE09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3" y="407003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9" name="−">
            <a:extLst xmlns:a="http://schemas.openxmlformats.org/drawingml/2006/main">
              <a:ext uri="{FF2B5EF4-FFF2-40B4-BE49-F238E27FC236}">
                <a16:creationId xmlns:a16="http://schemas.microsoft.com/office/drawing/2014/main" id="{9B40A648-E708-4A18-922E-A8A7CE4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3" y="407003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FAE45A-B373-4E63-ABA4-F10A34A3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18" y="407003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1" name="−">
            <a:extLst xmlns:a="http://schemas.openxmlformats.org/drawingml/2006/main">
              <a:ext uri="{FF2B5EF4-FFF2-40B4-BE49-F238E27FC236}">
                <a16:creationId xmlns:a16="http://schemas.microsoft.com/office/drawing/2014/main" id="{8FC7F0E3-C31D-4710-BB95-25BEA2D9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18" y="407003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A88091-FBB4-474C-BBFF-098721A3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460152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" name="−">
            <a:extLst xmlns:a="http://schemas.openxmlformats.org/drawingml/2006/main">
              <a:ext uri="{FF2B5EF4-FFF2-40B4-BE49-F238E27FC236}">
                <a16:creationId xmlns:a16="http://schemas.microsoft.com/office/drawing/2014/main" id="{DBB7B953-BAF8-49D6-8BFA-DCA50D24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4601528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FC245A-01FE-488A-A151-6BF34E81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38500"/>
            <a:ext cx="428625" cy="428625"/>
          </a:xfrm>
          <a:custGeom xmlns:a="http://schemas.openxmlformats.org/drawingml/2006/main">
            <a:pathLst>
              <a:path w="428625" h="428625">
                <a:moveTo>
                  <a:pt x="428625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776900-D0EF-4120-92A1-6A6C497E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588020"/>
            <a:ext cx="79105" cy="79105"/>
          </a:xfrm>
          <a:custGeom xmlns:a="http://schemas.openxmlformats.org/drawingml/2006/main">
            <a:pathLst>
              <a:path w="79105" h="79105">
                <a:moveTo>
                  <a:pt x="0" y="79105"/>
                </a:moveTo>
                <a:lnTo>
                  <a:pt x="79105" y="49100"/>
                </a:lnTo>
                <a:lnTo>
                  <a:pt x="3000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EE12481-EED4-4EC7-8B4C-4A8AC3C6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718560"/>
            <a:ext cx="428625" cy="257175"/>
          </a:xfrm>
          <a:custGeom xmlns:a="http://schemas.openxmlformats.org/drawingml/2006/main">
            <a:pathLst>
              <a:path w="428625" h="257175">
                <a:moveTo>
                  <a:pt x="428625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97116C-F691-4B2F-9ABC-70B18343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906269"/>
            <a:ext cx="84020" cy="69466"/>
          </a:xfrm>
          <a:custGeom xmlns:a="http://schemas.openxmlformats.org/drawingml/2006/main">
            <a:pathLst>
              <a:path w="84020" h="69466">
                <a:moveTo>
                  <a:pt x="0" y="69466"/>
                </a:moveTo>
                <a:lnTo>
                  <a:pt x="84020" y="59542"/>
                </a:lnTo>
                <a:lnTo>
                  <a:pt x="4829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32B4BA-E788-4A99-AAD7-51C449D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198620"/>
            <a:ext cx="428625" cy="85725"/>
          </a:xfrm>
          <a:custGeom xmlns:a="http://schemas.openxmlformats.org/drawingml/2006/main">
            <a:pathLst>
              <a:path w="428625" h="85725">
                <a:moveTo>
                  <a:pt x="428625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3AC4F28-E3FE-450B-9E9C-C2CB3455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35170"/>
            <a:ext cx="82463" cy="68089"/>
          </a:xfrm>
          <a:custGeom xmlns:a="http://schemas.openxmlformats.org/drawingml/2006/main">
            <a:pathLst>
              <a:path w="82463" h="68089">
                <a:moveTo>
                  <a:pt x="0" y="49175"/>
                </a:moveTo>
                <a:lnTo>
                  <a:pt x="82463" y="68089"/>
                </a:lnTo>
                <a:lnTo>
                  <a:pt x="6884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0" name="Γe">
            <a:extLst xmlns:a="http://schemas.openxmlformats.org/drawingml/2006/main">
              <a:ext uri="{FF2B5EF4-FFF2-40B4-BE49-F238E27FC236}">
                <a16:creationId xmlns:a16="http://schemas.microsoft.com/office/drawing/2014/main" id="{55F10303-9BD6-46DD-9668-51AA1979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552700"/>
            <a:ext cx="900113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3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3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Γe</a:t>
            </a:r>
          </a:p>
        </p:txBody>
      </p:sp>
      <p:sp>
        <p:nvSpPr>
          <p:cNvPr id="71" name="熱電子">
            <a:extLst xmlns:a="http://schemas.openxmlformats.org/drawingml/2006/main">
              <a:ext uri="{FF2B5EF4-FFF2-40B4-BE49-F238E27FC236}">
                <a16:creationId xmlns:a16="http://schemas.microsoft.com/office/drawing/2014/main" id="{813FE536-28DC-4C96-B832-51CE315E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185" y="577596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熱電子</a:t>
            </a:r>
          </a:p>
        </p:txBody>
      </p:sp>
      <p:sp>
        <p:nvSpPr>
          <p:cNvPr id="72" name="dZ/dt = Γ₊ − Γe">
            <a:extLst xmlns:a="http://schemas.openxmlformats.org/drawingml/2006/main">
              <a:ext uri="{FF2B5EF4-FFF2-40B4-BE49-F238E27FC236}">
                <a16:creationId xmlns:a16="http://schemas.microsoft.com/office/drawing/2014/main" id="{3C29175E-7D52-42CD-B0C5-7F025BC1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7018973"/>
            <a:ext cx="4929188" cy="462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6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6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dZ/dt = Γ₊ − Γe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A4BE18-945C-43DE-8F75-0AA2D2FA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518" y="3435668"/>
            <a:ext cx="1577340" cy="1577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74" name="Z">
            <a:extLst xmlns:a="http://schemas.openxmlformats.org/drawingml/2006/main">
              <a:ext uri="{FF2B5EF4-FFF2-40B4-BE49-F238E27FC236}">
                <a16:creationId xmlns:a16="http://schemas.microsoft.com/office/drawing/2014/main" id="{4C4B3B76-0095-45B9-8BA7-B7BA97F1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518" y="4035743"/>
            <a:ext cx="157734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84AF0F-47F7-4EFB-92AC-31229DD3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2818448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6" name="+">
            <a:extLst xmlns:a="http://schemas.openxmlformats.org/drawingml/2006/main">
              <a:ext uri="{FF2B5EF4-FFF2-40B4-BE49-F238E27FC236}">
                <a16:creationId xmlns:a16="http://schemas.microsoft.com/office/drawing/2014/main" id="{24548CA5-12AB-43C8-99AF-5A1F8207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2818448"/>
            <a:ext cx="24003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57791F-DC14-4762-B8B4-F6B7D97A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743" y="2938463"/>
            <a:ext cx="1534478" cy="771525"/>
          </a:xfrm>
          <a:custGeom xmlns:a="http://schemas.openxmlformats.org/drawingml/2006/main">
            <a:pathLst>
              <a:path w="1534478" h="771525">
                <a:moveTo>
                  <a:pt x="0" y="0"/>
                </a:moveTo>
                <a:lnTo>
                  <a:pt x="1534478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8B28AA-B583-4C91-A247-77B3F9D0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694" y="3644311"/>
            <a:ext cx="84526" cy="65676"/>
          </a:xfrm>
          <a:custGeom xmlns:a="http://schemas.openxmlformats.org/drawingml/2006/main">
            <a:pathLst>
              <a:path w="84526" h="65676">
                <a:moveTo>
                  <a:pt x="84526" y="65676"/>
                </a:moveTo>
                <a:lnTo>
                  <a:pt x="31192" y="0"/>
                </a:lnTo>
                <a:lnTo>
                  <a:pt x="0" y="62037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805019-BD47-422C-B6C4-4C71B6DE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055" y="3152775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0" name="+">
            <a:extLst xmlns:a="http://schemas.openxmlformats.org/drawingml/2006/main">
              <a:ext uri="{FF2B5EF4-FFF2-40B4-BE49-F238E27FC236}">
                <a16:creationId xmlns:a16="http://schemas.microsoft.com/office/drawing/2014/main" id="{437B29CB-3A4C-4663-84ED-084C50A8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055" y="3152775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4B69EB-A204-49BC-88F4-00B0EFE0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245" y="3298508"/>
            <a:ext cx="942975" cy="617220"/>
          </a:xfrm>
          <a:custGeom xmlns:a="http://schemas.openxmlformats.org/drawingml/2006/main">
            <a:pathLst>
              <a:path w="942975" h="617220">
                <a:moveTo>
                  <a:pt x="0" y="0"/>
                </a:moveTo>
                <a:lnTo>
                  <a:pt x="942975" y="617220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285CA8-2B3D-4E22-8EDB-0046F9AD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652" y="3844425"/>
            <a:ext cx="83568" cy="71302"/>
          </a:xfrm>
          <a:custGeom xmlns:a="http://schemas.openxmlformats.org/drawingml/2006/main">
            <a:pathLst>
              <a:path w="83568" h="71302">
                <a:moveTo>
                  <a:pt x="83568" y="71302"/>
                </a:moveTo>
                <a:lnTo>
                  <a:pt x="38028" y="0"/>
                </a:lnTo>
                <a:lnTo>
                  <a:pt x="0" y="58098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40FE76-78ED-4BE6-B12C-AD46AE0E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4" name="+">
            <a:extLst xmlns:a="http://schemas.openxmlformats.org/drawingml/2006/main">
              <a:ext uri="{FF2B5EF4-FFF2-40B4-BE49-F238E27FC236}">
                <a16:creationId xmlns:a16="http://schemas.microsoft.com/office/drawing/2014/main" id="{730D8B91-C1DA-435B-9DBA-ADC865E3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6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6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F3AE1D-0885-4ADB-9994-8936D804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758" y="3838575"/>
            <a:ext cx="1414463" cy="282893"/>
          </a:xfrm>
          <a:custGeom xmlns:a="http://schemas.openxmlformats.org/drawingml/2006/main">
            <a:pathLst>
              <a:path w="1414463" h="282893">
                <a:moveTo>
                  <a:pt x="0" y="0"/>
                </a:moveTo>
                <a:lnTo>
                  <a:pt x="1414463" y="282893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F7D0781-730E-404B-8F36-0ACAFDD8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757" y="4072292"/>
            <a:ext cx="82463" cy="68089"/>
          </a:xfrm>
          <a:custGeom xmlns:a="http://schemas.openxmlformats.org/drawingml/2006/main">
            <a:pathLst>
              <a:path w="82463" h="68089">
                <a:moveTo>
                  <a:pt x="82463" y="49175"/>
                </a:moveTo>
                <a:lnTo>
                  <a:pt x="13618" y="0"/>
                </a:lnTo>
                <a:lnTo>
                  <a:pt x="0" y="68089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8490442-E18C-47A5-8287-B49E3E9A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10" y="4070033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8" name="+">
            <a:extLst xmlns:a="http://schemas.openxmlformats.org/drawingml/2006/main">
              <a:ext uri="{FF2B5EF4-FFF2-40B4-BE49-F238E27FC236}">
                <a16:creationId xmlns:a16="http://schemas.microsoft.com/office/drawing/2014/main" id="{31C1D215-E75D-4B59-B1BD-C9C8813D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10" y="4070033"/>
            <a:ext cx="24003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746C9D-CBD6-4618-BDD8-76DA669E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283" y="4190048"/>
            <a:ext cx="642938" cy="137160"/>
          </a:xfrm>
          <a:custGeom xmlns:a="http://schemas.openxmlformats.org/drawingml/2006/main">
            <a:pathLst>
              <a:path w="642938" h="137160">
                <a:moveTo>
                  <a:pt x="0" y="0"/>
                </a:moveTo>
                <a:lnTo>
                  <a:pt x="642938" y="137160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86C3E2-861B-482A-9340-36F8D3E9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22" y="4277156"/>
            <a:ext cx="82698" cy="67909"/>
          </a:xfrm>
          <a:custGeom xmlns:a="http://schemas.openxmlformats.org/drawingml/2006/main">
            <a:pathLst>
              <a:path w="82698" h="67909">
                <a:moveTo>
                  <a:pt x="82698" y="50052"/>
                </a:moveTo>
                <a:lnTo>
                  <a:pt x="14487" y="0"/>
                </a:lnTo>
                <a:lnTo>
                  <a:pt x="0" y="67909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DA13203-AD58-458E-939C-A127F1E8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843" y="4438650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2" name="+">
            <a:extLst xmlns:a="http://schemas.openxmlformats.org/drawingml/2006/main">
              <a:ext uri="{FF2B5EF4-FFF2-40B4-BE49-F238E27FC236}">
                <a16:creationId xmlns:a16="http://schemas.microsoft.com/office/drawing/2014/main" id="{61E602F3-DEDB-4953-8E91-EF877003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843" y="4438650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0218E4-40EF-4F99-95E2-CC933B6D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532948"/>
            <a:ext cx="1500188" cy="51435"/>
          </a:xfrm>
          <a:custGeom xmlns:a="http://schemas.openxmlformats.org/drawingml/2006/main">
            <a:pathLst>
              <a:path w="1500188" h="51435">
                <a:moveTo>
                  <a:pt x="0" y="51435"/>
                </a:moveTo>
                <a:lnTo>
                  <a:pt x="1500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BA8E081-B86E-4DC9-8244-1C8FD16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923" y="4500893"/>
            <a:ext cx="78297" cy="69396"/>
          </a:xfrm>
          <a:custGeom xmlns:a="http://schemas.openxmlformats.org/drawingml/2006/main">
            <a:pathLst>
              <a:path w="78297" h="69396">
                <a:moveTo>
                  <a:pt x="78297" y="32055"/>
                </a:moveTo>
                <a:lnTo>
                  <a:pt x="0" y="0"/>
                </a:lnTo>
                <a:lnTo>
                  <a:pt x="2379" y="69396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068956D-DF86-42CC-8B19-A73C9745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6" name="+">
            <a:extLst xmlns:a="http://schemas.openxmlformats.org/drawingml/2006/main">
              <a:ext uri="{FF2B5EF4-FFF2-40B4-BE49-F238E27FC236}">
                <a16:creationId xmlns:a16="http://schemas.microsoft.com/office/drawing/2014/main" id="{F72ED28A-1633-4432-87E9-74615E25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4781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6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60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93AFCA-BA1C-42B8-83E3-38191245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245" y="4738688"/>
            <a:ext cx="942975" cy="214313"/>
          </a:xfrm>
          <a:custGeom xmlns:a="http://schemas.openxmlformats.org/drawingml/2006/main">
            <a:pathLst>
              <a:path w="942975" h="214313">
                <a:moveTo>
                  <a:pt x="0" y="214313"/>
                </a:moveTo>
                <a:lnTo>
                  <a:pt x="942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02">
            <a:solidFill>
              <a:srgbClr val="B36B08"/>
            </a:solidFill>
            <a:prstDash val="solid"/>
          </a:ln>
        </p:spPr>
      </p:sp>
      <p:sp>
        <p:nvSpPr>
          <p:cNvPr id="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DE9B9B-D1EC-4BD1-B0B9-B3E74557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292" y="4721931"/>
            <a:ext cx="82928" cy="67711"/>
          </a:xfrm>
          <a:custGeom xmlns:a="http://schemas.openxmlformats.org/drawingml/2006/main">
            <a:pathLst>
              <a:path w="82928" h="67711">
                <a:moveTo>
                  <a:pt x="82928" y="16757"/>
                </a:moveTo>
                <a:lnTo>
                  <a:pt x="0" y="0"/>
                </a:lnTo>
                <a:lnTo>
                  <a:pt x="15389" y="67711"/>
                </a:lnTo>
                <a:close/>
              </a:path>
            </a:pathLst>
          </a:custGeom>
          <a:solidFill xmlns:a="http://schemas.openxmlformats.org/drawingml/2006/main">
            <a:srgbClr val="B36B08"/>
          </a:solidFill>
          <a:ln xmlns:a="http://schemas.openxmlformats.org/drawingml/2006/main" w="9525">
            <a:solidFill>
              <a:srgbClr val="B36B0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60D3443-6E76-4999-A39F-278D366A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583" y="5235893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0" name="+">
            <a:extLst xmlns:a="http://schemas.openxmlformats.org/drawingml/2006/main">
              <a:ext uri="{FF2B5EF4-FFF2-40B4-BE49-F238E27FC236}">
                <a16:creationId xmlns:a16="http://schemas.microsoft.com/office/drawing/2014/main" id="{C443E12C-71CC-4514-BF72-2D0D3F74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583" y="5235893"/>
            <a:ext cx="24003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12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15EB10-9D40-4308-BE45-5317E6EB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5295900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82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2" name="+">
            <a:extLst xmlns:a="http://schemas.openxmlformats.org/drawingml/2006/main">
              <a:ext uri="{FF2B5EF4-FFF2-40B4-BE49-F238E27FC236}">
                <a16:creationId xmlns:a16="http://schemas.microsoft.com/office/drawing/2014/main" id="{F457AD1D-D7EF-4CE6-A577-EBCE5623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5295900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03" name="Γ₊">
            <a:extLst xmlns:a="http://schemas.openxmlformats.org/drawingml/2006/main">
              <a:ext uri="{FF2B5EF4-FFF2-40B4-BE49-F238E27FC236}">
                <a16:creationId xmlns:a16="http://schemas.microsoft.com/office/drawing/2014/main" id="{136EC183-6F51-44D1-A369-1E9ADD2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52700"/>
            <a:ext cx="81438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3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3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Γ₊</a:t>
            </a:r>
          </a:p>
        </p:txBody>
      </p:sp>
      <p:sp>
        <p:nvSpPr>
          <p:cNvPr id="104" name="有効正イオン">
            <a:extLst xmlns:a="http://schemas.openxmlformats.org/drawingml/2006/main">
              <a:ext uri="{FF2B5EF4-FFF2-40B4-BE49-F238E27FC236}">
                <a16:creationId xmlns:a16="http://schemas.microsoft.com/office/drawing/2014/main" id="{D275D9FC-5696-4F0C-BBE0-63735A3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5775960"/>
            <a:ext cx="2486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有効正イオン</a:t>
            </a:r>
          </a:p>
        </p:txBody>
      </p:sp>
      <p:sp>
        <p:nvSpPr>
          <p:cNvPr id="1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9EBC29-2ADB-4E9F-8022-1C14751E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616065"/>
            <a:ext cx="1114425" cy="95"/>
          </a:xfrm>
          <a:custGeom xmlns:a="http://schemas.openxmlformats.org/drawingml/2006/main"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D78300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6ED7B0-DE16-489C-8F72-7EE7CAFD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577489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07" name="u₊ − v">
            <a:extLst xmlns:a="http://schemas.openxmlformats.org/drawingml/2006/main">
              <a:ext uri="{FF2B5EF4-FFF2-40B4-BE49-F238E27FC236}">
                <a16:creationId xmlns:a16="http://schemas.microsoft.com/office/drawing/2014/main" id="{DEB36316-D3ED-4B5A-9AB3-510DB358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995" y="6178868"/>
            <a:ext cx="18002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u₊ − v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E36687-7AFE-43FA-814F-06C7EC3E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43" y="30070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9" name="−">
            <a:extLst xmlns:a="http://schemas.openxmlformats.org/drawingml/2006/main">
              <a:ext uri="{FF2B5EF4-FFF2-40B4-BE49-F238E27FC236}">
                <a16:creationId xmlns:a16="http://schemas.microsoft.com/office/drawing/2014/main" id="{2BE94425-D98D-4CD1-AA4E-52D445B0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43" y="30070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3D705D9-9858-4AAD-BFB9-1D1E6CB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30070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1" name="−">
            <a:extLst xmlns:a="http://schemas.openxmlformats.org/drawingml/2006/main">
              <a:ext uri="{FF2B5EF4-FFF2-40B4-BE49-F238E27FC236}">
                <a16:creationId xmlns:a16="http://schemas.microsoft.com/office/drawing/2014/main" id="{7B9C3A49-B177-49AD-9D7E-77E1F410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30070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9B6FBFB-ADC1-46D4-867D-55C1E581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893" y="30070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3" name="−">
            <a:extLst xmlns:a="http://schemas.openxmlformats.org/drawingml/2006/main">
              <a:ext uri="{FF2B5EF4-FFF2-40B4-BE49-F238E27FC236}">
                <a16:creationId xmlns:a16="http://schemas.microsoft.com/office/drawing/2014/main" id="{985CCB10-1457-4BDB-BC3F-5C3916D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893" y="30070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761FFEC-96A1-420B-97C3-C0682A59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43" y="33499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5" name="−">
            <a:extLst xmlns:a="http://schemas.openxmlformats.org/drawingml/2006/main">
              <a:ext uri="{FF2B5EF4-FFF2-40B4-BE49-F238E27FC236}">
                <a16:creationId xmlns:a16="http://schemas.microsoft.com/office/drawing/2014/main" id="{3F0F915E-274B-4638-90A8-65D0603D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43" y="33499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AD1EF71-A23D-4746-901B-8EE81620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33499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7" name="−">
            <a:extLst xmlns:a="http://schemas.openxmlformats.org/drawingml/2006/main">
              <a:ext uri="{FF2B5EF4-FFF2-40B4-BE49-F238E27FC236}">
                <a16:creationId xmlns:a16="http://schemas.microsoft.com/office/drawing/2014/main" id="{182AB526-E9F1-456C-9368-81BC5F41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33499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CF6BBBC-83D7-41EE-BA3C-89DAD615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893" y="33499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9" name="−">
            <a:extLst xmlns:a="http://schemas.openxmlformats.org/drawingml/2006/main">
              <a:ext uri="{FF2B5EF4-FFF2-40B4-BE49-F238E27FC236}">
                <a16:creationId xmlns:a16="http://schemas.microsoft.com/office/drawing/2014/main" id="{764FA8E9-7940-4963-B6AB-0B2279D7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893" y="33499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181D2B5-00C4-4AFF-9420-B7FB90D8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43" y="36928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1" name="−">
            <a:extLst xmlns:a="http://schemas.openxmlformats.org/drawingml/2006/main">
              <a:ext uri="{FF2B5EF4-FFF2-40B4-BE49-F238E27FC236}">
                <a16:creationId xmlns:a16="http://schemas.microsoft.com/office/drawing/2014/main" id="{D7B13051-5B51-4A92-8D29-3EF82273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43" y="36928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0DEDFA6-F60D-4A31-952E-54FDC6AB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36928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3" name="−">
            <a:extLst xmlns:a="http://schemas.openxmlformats.org/drawingml/2006/main">
              <a:ext uri="{FF2B5EF4-FFF2-40B4-BE49-F238E27FC236}">
                <a16:creationId xmlns:a16="http://schemas.microsoft.com/office/drawing/2014/main" id="{68A65EF4-DC10-494F-8C35-3166A01F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36928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F3BA62B-FA3C-491B-9ACA-6AF5B1AF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893" y="36928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5" name="−">
            <a:extLst xmlns:a="http://schemas.openxmlformats.org/drawingml/2006/main">
              <a:ext uri="{FF2B5EF4-FFF2-40B4-BE49-F238E27FC236}">
                <a16:creationId xmlns:a16="http://schemas.microsoft.com/office/drawing/2014/main" id="{E704AE58-DBC3-4610-A343-90004550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893" y="36928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5450F7F-EC25-4AAD-B3E1-D1F9768C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43" y="403574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7" name="−">
            <a:extLst xmlns:a="http://schemas.openxmlformats.org/drawingml/2006/main">
              <a:ext uri="{FF2B5EF4-FFF2-40B4-BE49-F238E27FC236}">
                <a16:creationId xmlns:a16="http://schemas.microsoft.com/office/drawing/2014/main" id="{250E7612-595A-430F-9FF0-7ED95C26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43" y="4035743"/>
            <a:ext cx="120015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6CF36A-A779-41BC-8496-205B4F1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238500"/>
            <a:ext cx="428625" cy="428625"/>
          </a:xfrm>
          <a:custGeom xmlns:a="http://schemas.openxmlformats.org/drawingml/2006/main">
            <a:pathLst>
              <a:path w="428625" h="428625">
                <a:moveTo>
                  <a:pt x="428625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1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C1B7D5-509E-42C0-BD82-FCD32027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588020"/>
            <a:ext cx="79105" cy="79105"/>
          </a:xfrm>
          <a:custGeom xmlns:a="http://schemas.openxmlformats.org/drawingml/2006/main">
            <a:pathLst>
              <a:path w="79105" h="79105">
                <a:moveTo>
                  <a:pt x="0" y="79105"/>
                </a:moveTo>
                <a:lnTo>
                  <a:pt x="79105" y="49100"/>
                </a:lnTo>
                <a:lnTo>
                  <a:pt x="3000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405DAB-7180-41FC-AC2D-F5F25C14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718560"/>
            <a:ext cx="428625" cy="257175"/>
          </a:xfrm>
          <a:custGeom xmlns:a="http://schemas.openxmlformats.org/drawingml/2006/main">
            <a:pathLst>
              <a:path w="428625" h="257175">
                <a:moveTo>
                  <a:pt x="428625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1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D6132A-5229-4B90-B55D-290AB5A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906269"/>
            <a:ext cx="84020" cy="69466"/>
          </a:xfrm>
          <a:custGeom xmlns:a="http://schemas.openxmlformats.org/drawingml/2006/main">
            <a:pathLst>
              <a:path w="84020" h="69466">
                <a:moveTo>
                  <a:pt x="0" y="69466"/>
                </a:moveTo>
                <a:lnTo>
                  <a:pt x="84020" y="59542"/>
                </a:lnTo>
                <a:lnTo>
                  <a:pt x="4829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8CEB0D-57F8-41D4-B06D-B7C39B77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198620"/>
            <a:ext cx="428625" cy="85725"/>
          </a:xfrm>
          <a:custGeom xmlns:a="http://schemas.openxmlformats.org/drawingml/2006/main">
            <a:pathLst>
              <a:path w="428625" h="85725">
                <a:moveTo>
                  <a:pt x="428625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1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B5C93E-93DF-433B-9D6A-785BA225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235170"/>
            <a:ext cx="82463" cy="68089"/>
          </a:xfrm>
          <a:custGeom xmlns:a="http://schemas.openxmlformats.org/drawingml/2006/main">
            <a:pathLst>
              <a:path w="82463" h="68089">
                <a:moveTo>
                  <a:pt x="0" y="49175"/>
                </a:moveTo>
                <a:lnTo>
                  <a:pt x="82463" y="68089"/>
                </a:lnTo>
                <a:lnTo>
                  <a:pt x="6884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4" name="Γe">
            <a:extLst xmlns:a="http://schemas.openxmlformats.org/drawingml/2006/main">
              <a:ext uri="{FF2B5EF4-FFF2-40B4-BE49-F238E27FC236}">
                <a16:creationId xmlns:a16="http://schemas.microsoft.com/office/drawing/2014/main" id="{92275674-F6A7-4ABE-BE2B-1B6FB636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505" y="2552700"/>
            <a:ext cx="900113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3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3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Γe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0E1C9A4-A973-4651-8FDD-4D3D0EE2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80" y="4610100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696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6" name="−">
            <a:extLst xmlns:a="http://schemas.openxmlformats.org/drawingml/2006/main">
              <a:ext uri="{FF2B5EF4-FFF2-40B4-BE49-F238E27FC236}">
                <a16:creationId xmlns:a16="http://schemas.microsoft.com/office/drawing/2014/main" id="{B7A6242C-1051-4044-8C12-BF05C1DB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80" y="4610100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14AE61D-0E65-4B33-8CF3-4DB2ED3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978" y="4610100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696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8" name="−">
            <a:extLst xmlns:a="http://schemas.openxmlformats.org/drawingml/2006/main">
              <a:ext uri="{FF2B5EF4-FFF2-40B4-BE49-F238E27FC236}">
                <a16:creationId xmlns:a16="http://schemas.microsoft.com/office/drawing/2014/main" id="{11D850AB-20C5-44EE-83ED-A963330A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978" y="4610100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9428EB9-FFD7-4E75-9457-1AE91BB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4610100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696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0" name="−">
            <a:extLst xmlns:a="http://schemas.openxmlformats.org/drawingml/2006/main">
              <a:ext uri="{FF2B5EF4-FFF2-40B4-BE49-F238E27FC236}">
                <a16:creationId xmlns:a16="http://schemas.microsoft.com/office/drawing/2014/main" id="{914D7114-3E26-4AE1-9F5F-2120A82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4610100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161A989-F821-476A-81EA-67C0FD6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80" y="5184458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696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2" name="−">
            <a:extLst xmlns:a="http://schemas.openxmlformats.org/drawingml/2006/main">
              <a:ext uri="{FF2B5EF4-FFF2-40B4-BE49-F238E27FC236}">
                <a16:creationId xmlns:a16="http://schemas.microsoft.com/office/drawing/2014/main" id="{7A7334A2-C383-4020-9B91-6B738064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80" y="5184458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E801FF2-75CB-4C48-8454-134CD652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978" y="5184458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696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4" name="−">
            <a:extLst xmlns:a="http://schemas.openxmlformats.org/drawingml/2006/main">
              <a:ext uri="{FF2B5EF4-FFF2-40B4-BE49-F238E27FC236}">
                <a16:creationId xmlns:a16="http://schemas.microsoft.com/office/drawing/2014/main" id="{0B106FE0-6753-4650-8F8E-A7DABAD8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978" y="5184458"/>
            <a:ext cx="2914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36" b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BF58B1-2297-4DCD-9861-FD4EE3A5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524375"/>
            <a:ext cx="420053" cy="300038"/>
          </a:xfrm>
          <a:custGeom xmlns:a="http://schemas.openxmlformats.org/drawingml/2006/main">
            <a:pathLst>
              <a:path w="420053" h="300038">
                <a:moveTo>
                  <a:pt x="420053" y="3000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1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9295F8-B4AB-44EF-B275-CEEF56F8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524375"/>
            <a:ext cx="82961" cy="73096"/>
          </a:xfrm>
          <a:custGeom xmlns:a="http://schemas.openxmlformats.org/drawingml/2006/main">
            <a:pathLst>
              <a:path w="82961" h="73096">
                <a:moveTo>
                  <a:pt x="0" y="0"/>
                </a:moveTo>
                <a:lnTo>
                  <a:pt x="42602" y="73096"/>
                </a:lnTo>
                <a:lnTo>
                  <a:pt x="82961" y="16592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B80E43-2F1F-426C-9A11-B20E026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738688"/>
            <a:ext cx="420053" cy="377190"/>
          </a:xfrm>
          <a:custGeom xmlns:a="http://schemas.openxmlformats.org/drawingml/2006/main">
            <a:pathLst>
              <a:path w="420053" h="377190">
                <a:moveTo>
                  <a:pt x="420053" y="3771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1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6CD5B1-1A6A-4668-8F2A-460B4671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738688"/>
            <a:ext cx="80602" cy="77380"/>
          </a:xfrm>
          <a:custGeom xmlns:a="http://schemas.openxmlformats.org/drawingml/2006/main">
            <a:pathLst>
              <a:path w="80602" h="77380">
                <a:moveTo>
                  <a:pt x="0" y="0"/>
                </a:moveTo>
                <a:lnTo>
                  <a:pt x="34209" y="77380"/>
                </a:lnTo>
                <a:lnTo>
                  <a:pt x="80602" y="2571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EB3767-CC7A-4E67-9F99-840635F4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953000"/>
            <a:ext cx="420053" cy="454343"/>
          </a:xfrm>
          <a:custGeom xmlns:a="http://schemas.openxmlformats.org/drawingml/2006/main">
            <a:pathLst>
              <a:path w="420053" h="454343">
                <a:moveTo>
                  <a:pt x="420053" y="4543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936084-3341-47C2-9A95-5B99E054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953000"/>
            <a:ext cx="77868" cy="80220"/>
          </a:xfrm>
          <a:custGeom xmlns:a="http://schemas.openxmlformats.org/drawingml/2006/main">
            <a:pathLst>
              <a:path w="77868" h="80220">
                <a:moveTo>
                  <a:pt x="0" y="0"/>
                </a:moveTo>
                <a:lnTo>
                  <a:pt x="26882" y="80220"/>
                </a:lnTo>
                <a:lnTo>
                  <a:pt x="77868" y="33082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51" name="有効負イオン">
            <a:extLst xmlns:a="http://schemas.openxmlformats.org/drawingml/2006/main">
              <a:ext uri="{FF2B5EF4-FFF2-40B4-BE49-F238E27FC236}">
                <a16:creationId xmlns:a16="http://schemas.microsoft.com/office/drawing/2014/main" id="{D648B6EA-E931-4CB6-9D08-F539B6AF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698" y="5981700"/>
            <a:ext cx="24860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有効負イオン</a:t>
            </a:r>
          </a:p>
        </p:txBody>
      </p:sp>
      <p:sp>
        <p:nvSpPr>
          <p:cNvPr id="1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B1483B-7A32-415F-BA26-C16E82D0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6616065"/>
            <a:ext cx="1140143" cy="95"/>
          </a:xfrm>
          <a:custGeom xmlns:a="http://schemas.openxmlformats.org/drawingml/2006/main">
            <a:pathLst>
              <a:path w="1140143" h="95">
                <a:moveTo>
                  <a:pt x="114014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1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C6DAD8-62C9-47E9-9C9E-4B69042D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6577489"/>
            <a:ext cx="85725" cy="77152"/>
          </a:xfrm>
          <a:custGeom xmlns:a="http://schemas.openxmlformats.org/drawingml/2006/main">
            <a:pathLst>
              <a:path w="85725" h="77152">
                <a:moveTo>
                  <a:pt x="0" y="38576"/>
                </a:moveTo>
                <a:lnTo>
                  <a:pt x="85725" y="77152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54" name="u₋ − v">
            <a:extLst xmlns:a="http://schemas.openxmlformats.org/drawingml/2006/main">
              <a:ext uri="{FF2B5EF4-FFF2-40B4-BE49-F238E27FC236}">
                <a16:creationId xmlns:a16="http://schemas.microsoft.com/office/drawing/2014/main" id="{3276E347-4F2F-4830-83DF-DF3FEDBD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765" y="6307455"/>
            <a:ext cx="18002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u₋ − v</a:t>
            </a:r>
          </a:p>
        </p:txBody>
      </p:sp>
      <p:sp>
        <p:nvSpPr>
          <p:cNvPr id="155" name="Γ₋">
            <a:extLst xmlns:a="http://schemas.openxmlformats.org/drawingml/2006/main">
              <a:ext uri="{FF2B5EF4-FFF2-40B4-BE49-F238E27FC236}">
                <a16:creationId xmlns:a16="http://schemas.microsoft.com/office/drawing/2014/main" id="{47D1AFDE-2A70-4905-98FE-1868A29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4190048"/>
            <a:ext cx="81438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63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63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Γ₋</a:t>
            </a:r>
          </a:p>
        </p:txBody>
      </p:sp>
      <p:sp>
        <p:nvSpPr>
          <p:cNvPr id="156" name="dZ/dt = Γ₊ − Γe − Γ₋">
            <a:extLst xmlns:a="http://schemas.openxmlformats.org/drawingml/2006/main">
              <a:ext uri="{FF2B5EF4-FFF2-40B4-BE49-F238E27FC236}">
                <a16:creationId xmlns:a16="http://schemas.microsoft.com/office/drawing/2014/main" id="{8C639F08-90B9-489C-913D-1177A355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7018973"/>
            <a:ext cx="4929188" cy="462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6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6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dZ/dt = Γ₊ − Γe − Γ₋</a:t>
            </a:r>
          </a:p>
        </p:txBody>
      </p:sp>
      <p:sp>
        <p:nvSpPr>
          <p:cNvPr id="1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647FD7-9D2D-4218-AF20-6019882B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38" y="4181475"/>
            <a:ext cx="1062990" cy="95"/>
          </a:xfrm>
          <a:custGeom xmlns:a="http://schemas.openxmlformats.org/drawingml/2006/main">
            <a:pathLst>
              <a:path w="1062990" h="95">
                <a:moveTo>
                  <a:pt x="10629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1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7F073D-C769-4650-AE53-03D2EDCE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38" y="4142899"/>
            <a:ext cx="85725" cy="77153"/>
          </a:xfrm>
          <a:custGeom xmlns:a="http://schemas.openxmlformats.org/drawingml/2006/main">
            <a:pathLst>
              <a:path w="85725" h="77153">
                <a:moveTo>
                  <a:pt x="0" y="38576"/>
                </a:moveTo>
                <a:lnTo>
                  <a:pt x="85725" y="77153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59" name="n₋ = 0">
            <a:extLst xmlns:a="http://schemas.openxmlformats.org/drawingml/2006/main">
              <a:ext uri="{FF2B5EF4-FFF2-40B4-BE49-F238E27FC236}">
                <a16:creationId xmlns:a16="http://schemas.microsoft.com/office/drawing/2014/main" id="{E0F46D0B-77A4-42C6-8470-F645F2A1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555" y="3744278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n₋ = 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1A26429-A6E4-4F4F-93CD-754E5C3A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7919085"/>
            <a:ext cx="12858750" cy="13544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8573">
            <a:solidFill>
              <a:srgbClr val="9DAFBD"/>
            </a:solidFill>
          </a:ln>
        </p:spPr>
      </p:sp>
      <p:sp>
        <p:nvSpPr>
          <p:cNvPr id="161" name="外部から与える有効物性">
            <a:extLst xmlns:a="http://schemas.openxmlformats.org/drawingml/2006/main">
              <a:ext uri="{FF2B5EF4-FFF2-40B4-BE49-F238E27FC236}">
                <a16:creationId xmlns:a16="http://schemas.microsoft.com/office/drawing/2014/main" id="{3ACD29B9-9B5B-4ECF-844A-21DC4AF2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004810"/>
            <a:ext cx="12001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外部から与える有効物性</a:t>
            </a:r>
          </a:p>
        </p:txBody>
      </p:sp>
      <p:sp>
        <p:nvSpPr>
          <p:cNvPr id="162" name="密度">
            <a:extLst xmlns:a="http://schemas.openxmlformats.org/drawingml/2006/main">
              <a:ext uri="{FF2B5EF4-FFF2-40B4-BE49-F238E27FC236}">
                <a16:creationId xmlns:a16="http://schemas.microsoft.com/office/drawing/2014/main" id="{8D88E7F4-597B-45B7-89EE-408A4914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8493443"/>
            <a:ext cx="22288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密度</a:t>
            </a:r>
          </a:p>
        </p:txBody>
      </p:sp>
      <p:sp>
        <p:nvSpPr>
          <p:cNvPr id="163" name="n_s">
            <a:extLst xmlns:a="http://schemas.openxmlformats.org/drawingml/2006/main">
              <a:ext uri="{FF2B5EF4-FFF2-40B4-BE49-F238E27FC236}">
                <a16:creationId xmlns:a16="http://schemas.microsoft.com/office/drawing/2014/main" id="{9D002B82-EAD5-45CD-835A-50100A7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8896350"/>
            <a:ext cx="2228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n_s</a:t>
            </a:r>
          </a:p>
        </p:txBody>
      </p:sp>
      <p:sp>
        <p:nvSpPr>
          <p:cNvPr id="164" name="イオン流速">
            <a:extLst xmlns:a="http://schemas.openxmlformats.org/drawingml/2006/main">
              <a:ext uri="{FF2B5EF4-FFF2-40B4-BE49-F238E27FC236}">
                <a16:creationId xmlns:a16="http://schemas.microsoft.com/office/drawing/2014/main" id="{02A4E807-81E2-4353-8A3E-46E064D6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8493443"/>
            <a:ext cx="22288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イオン流速</a:t>
            </a:r>
          </a:p>
        </p:txBody>
      </p:sp>
      <p:sp>
        <p:nvSpPr>
          <p:cNvPr id="165" name="u_±">
            <a:extLst xmlns:a="http://schemas.openxmlformats.org/drawingml/2006/main">
              <a:ext uri="{FF2B5EF4-FFF2-40B4-BE49-F238E27FC236}">
                <a16:creationId xmlns:a16="http://schemas.microsoft.com/office/drawing/2014/main" id="{150DDB2F-05F3-43B4-9A05-F26B2DFA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8896350"/>
            <a:ext cx="2228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u_±</a:t>
            </a:r>
          </a:p>
        </p:txBody>
      </p:sp>
      <p:sp>
        <p:nvSpPr>
          <p:cNvPr id="166" name="熱電圧">
            <a:extLst xmlns:a="http://schemas.openxmlformats.org/drawingml/2006/main">
              <a:ext uri="{FF2B5EF4-FFF2-40B4-BE49-F238E27FC236}">
                <a16:creationId xmlns:a16="http://schemas.microsoft.com/office/drawing/2014/main" id="{EF8E8969-B6AC-4E7F-BDD5-9E7A6708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8493443"/>
            <a:ext cx="22288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熱電圧</a:t>
            </a:r>
          </a:p>
        </p:txBody>
      </p:sp>
      <p:sp>
        <p:nvSpPr>
          <p:cNvPr id="167" name="V_s">
            <a:extLst xmlns:a="http://schemas.openxmlformats.org/drawingml/2006/main">
              <a:ext uri="{FF2B5EF4-FFF2-40B4-BE49-F238E27FC236}">
                <a16:creationId xmlns:a16="http://schemas.microsoft.com/office/drawing/2014/main" id="{3E6C6536-539C-4814-8AA7-7F58BD81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8896350"/>
            <a:ext cx="2228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V_s</a:t>
            </a:r>
          </a:p>
        </p:txBody>
      </p:sp>
      <p:sp>
        <p:nvSpPr>
          <p:cNvPr id="168" name="有効質量">
            <a:extLst xmlns:a="http://schemas.openxmlformats.org/drawingml/2006/main">
              <a:ext uri="{FF2B5EF4-FFF2-40B4-BE49-F238E27FC236}">
                <a16:creationId xmlns:a16="http://schemas.microsoft.com/office/drawing/2014/main" id="{35E9ECD0-056A-4585-BD71-CED84617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8493443"/>
            <a:ext cx="22288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有効質量</a:t>
            </a:r>
          </a:p>
        </p:txBody>
      </p:sp>
      <p:sp>
        <p:nvSpPr>
          <p:cNvPr id="169" name="m_s">
            <a:extLst xmlns:a="http://schemas.openxmlformats.org/drawingml/2006/main">
              <a:ext uri="{FF2B5EF4-FFF2-40B4-BE49-F238E27FC236}">
                <a16:creationId xmlns:a16="http://schemas.microsoft.com/office/drawing/2014/main" id="{2F85EC3D-6544-4BD3-969C-1F7AE6E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8896350"/>
            <a:ext cx="2228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m_s</a:t>
            </a:r>
          </a:p>
        </p:txBody>
      </p:sp>
      <p:sp>
        <p:nvSpPr>
          <p:cNvPr id="170" name="遮蔽長">
            <a:extLst xmlns:a="http://schemas.openxmlformats.org/drawingml/2006/main">
              <a:ext uri="{FF2B5EF4-FFF2-40B4-BE49-F238E27FC236}">
                <a16:creationId xmlns:a16="http://schemas.microsoft.com/office/drawing/2014/main" id="{0C95FDC7-E491-4BC6-B9D2-41382D2F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8493443"/>
            <a:ext cx="22288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遮蔽長</a:t>
            </a:r>
          </a:p>
        </p:txBody>
      </p:sp>
      <p:sp>
        <p:nvSpPr>
          <p:cNvPr id="171" name="λ_screen">
            <a:extLst xmlns:a="http://schemas.openxmlformats.org/drawingml/2006/main">
              <a:ext uri="{FF2B5EF4-FFF2-40B4-BE49-F238E27FC236}">
                <a16:creationId xmlns:a16="http://schemas.microsoft.com/office/drawing/2014/main" id="{FC06D584-3FAF-4844-A2B9-B9954FCF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8896350"/>
            <a:ext cx="22288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λ_screen</a:t>
            </a:r>
          </a:p>
        </p:txBody>
      </p:sp>
    </p:spTree>
    <p:extLst>
      <p:ext uri="{BB962C8B-B14F-4D97-AF65-F5344CB8AC3E}">
        <p14:creationId xmlns:p14="http://schemas.microsoft.com/office/powerpoint/2010/main" val="21187000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図05　イオン抗力の捕集・散乱・方向">
            <a:extLst xmlns:a="http://schemas.openxmlformats.org/drawingml/2006/main">
              <a:ext uri="{FF2B5EF4-FFF2-40B4-BE49-F238E27FC236}">
                <a16:creationId xmlns:a16="http://schemas.microsoft.com/office/drawing/2014/main" id="{883EF16D-82A2-49BF-A3B9-BDAE8F4F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図05　イオン抗力の捕集・散乱・方向</a:t>
            </a:r>
          </a:p>
        </p:txBody>
      </p:sp>
      <p:sp>
        <p:nvSpPr>
          <p:cNvPr id="2" name="イオンから受ける運動量を計算し、相対流方向と電場方向のモデル差を比較できる">
            <a:extLst xmlns:a="http://schemas.openxmlformats.org/drawingml/2006/main">
              <a:ext uri="{FF2B5EF4-FFF2-40B4-BE49-F238E27FC236}">
                <a16:creationId xmlns:a16="http://schemas.microsoft.com/office/drawing/2014/main" id="{554942B4-88DD-43EA-BB57-A147480B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イオンから受ける運動量を計算し、相対流方向と電場方向のモデル差を比較できる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1A6D3A-A2C4-4F1A-BF6A-84B20463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A91F6119-A23A-4E1B-82E4-196A143B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86456945-E48D-4384-B734-CF16F123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6" name="(a) イオンの捕集と軌道散乱">
            <a:extLst xmlns:a="http://schemas.openxmlformats.org/drawingml/2006/main">
              <a:ext uri="{FF2B5EF4-FFF2-40B4-BE49-F238E27FC236}">
                <a16:creationId xmlns:a16="http://schemas.microsoft.com/office/drawing/2014/main" id="{CCE1DF07-4C3C-4A45-BF07-257E6B96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8313"/>
            <a:ext cx="11144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イオンの捕集と軌道散乱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E9E14-6DB1-4831-8767-97DF3664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3349943"/>
            <a:ext cx="1148715" cy="11487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8" name="Z &lt; 0">
            <a:extLst xmlns:a="http://schemas.openxmlformats.org/drawingml/2006/main">
              <a:ext uri="{FF2B5EF4-FFF2-40B4-BE49-F238E27FC236}">
                <a16:creationId xmlns:a16="http://schemas.microsoft.com/office/drawing/2014/main" id="{4E02E0BB-8EB4-4DA5-A2C7-723AD7B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3735705"/>
            <a:ext cx="114871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 &lt; 0</a:t>
            </a:r>
          </a:p>
        </p:txBody>
      </p:sp>
      <p:sp>
        <p:nvSpPr>
          <p:cNvPr id="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7E2D5C-A908-42C9-AEE7-9951B6D2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488" y="2682045"/>
            <a:ext cx="2486025" cy="2484511"/>
          </a:xfrm>
          <a:custGeom xmlns:a="http://schemas.openxmlformats.org/drawingml/2006/main">
            <a:pathLst>
              <a:path w="2486025" h="2484511">
                <a:moveTo>
                  <a:pt x="2486025" y="1242255"/>
                </a:moveTo>
                <a:lnTo>
                  <a:pt x="2482997" y="1328963"/>
                </a:lnTo>
                <a:lnTo>
                  <a:pt x="2473928" y="1415249"/>
                </a:lnTo>
                <a:lnTo>
                  <a:pt x="2458862" y="1500692"/>
                </a:lnTo>
                <a:lnTo>
                  <a:pt x="2437873" y="1584876"/>
                </a:lnTo>
                <a:lnTo>
                  <a:pt x="2411062" y="1667391"/>
                </a:lnTo>
                <a:lnTo>
                  <a:pt x="2378561" y="1747834"/>
                </a:lnTo>
                <a:lnTo>
                  <a:pt x="2340527" y="1825814"/>
                </a:lnTo>
                <a:lnTo>
                  <a:pt x="2297147" y="1900952"/>
                </a:lnTo>
                <a:lnTo>
                  <a:pt x="2248631" y="1972880"/>
                </a:lnTo>
                <a:lnTo>
                  <a:pt x="2195215" y="2041248"/>
                </a:lnTo>
                <a:lnTo>
                  <a:pt x="2137161" y="2105724"/>
                </a:lnTo>
                <a:lnTo>
                  <a:pt x="2074750" y="2165994"/>
                </a:lnTo>
                <a:lnTo>
                  <a:pt x="2008287" y="2221763"/>
                </a:lnTo>
                <a:lnTo>
                  <a:pt x="1938096" y="2272759"/>
                </a:lnTo>
                <a:lnTo>
                  <a:pt x="1864519" y="2318736"/>
                </a:lnTo>
                <a:lnTo>
                  <a:pt x="1787913" y="2359468"/>
                </a:lnTo>
                <a:lnTo>
                  <a:pt x="1708653" y="2394756"/>
                </a:lnTo>
                <a:lnTo>
                  <a:pt x="1627124" y="2424430"/>
                </a:lnTo>
                <a:lnTo>
                  <a:pt x="1543724" y="2448345"/>
                </a:lnTo>
                <a:lnTo>
                  <a:pt x="1458859" y="2466384"/>
                </a:lnTo>
                <a:lnTo>
                  <a:pt x="1372943" y="2478458"/>
                </a:lnTo>
                <a:lnTo>
                  <a:pt x="1286393" y="2484511"/>
                </a:lnTo>
                <a:lnTo>
                  <a:pt x="1199632" y="2484511"/>
                </a:lnTo>
                <a:lnTo>
                  <a:pt x="1113082" y="2478458"/>
                </a:lnTo>
                <a:lnTo>
                  <a:pt x="1027166" y="2466384"/>
                </a:lnTo>
                <a:lnTo>
                  <a:pt x="942301" y="2448345"/>
                </a:lnTo>
                <a:lnTo>
                  <a:pt x="858901" y="2424430"/>
                </a:lnTo>
                <a:lnTo>
                  <a:pt x="777372" y="2394756"/>
                </a:lnTo>
                <a:lnTo>
                  <a:pt x="698112" y="2359468"/>
                </a:lnTo>
                <a:lnTo>
                  <a:pt x="621506" y="2318736"/>
                </a:lnTo>
                <a:lnTo>
                  <a:pt x="547929" y="2272759"/>
                </a:lnTo>
                <a:lnTo>
                  <a:pt x="477738" y="2221763"/>
                </a:lnTo>
                <a:lnTo>
                  <a:pt x="411275" y="2165994"/>
                </a:lnTo>
                <a:lnTo>
                  <a:pt x="348864" y="2105724"/>
                </a:lnTo>
                <a:lnTo>
                  <a:pt x="290810" y="2041248"/>
                </a:lnTo>
                <a:lnTo>
                  <a:pt x="237394" y="1972880"/>
                </a:lnTo>
                <a:lnTo>
                  <a:pt x="188878" y="1900952"/>
                </a:lnTo>
                <a:lnTo>
                  <a:pt x="145498" y="1825814"/>
                </a:lnTo>
                <a:lnTo>
                  <a:pt x="107464" y="1747834"/>
                </a:lnTo>
                <a:lnTo>
                  <a:pt x="74963" y="1667391"/>
                </a:lnTo>
                <a:lnTo>
                  <a:pt x="48152" y="1584876"/>
                </a:lnTo>
                <a:lnTo>
                  <a:pt x="27163" y="1500692"/>
                </a:lnTo>
                <a:lnTo>
                  <a:pt x="12097" y="1415249"/>
                </a:lnTo>
                <a:lnTo>
                  <a:pt x="3028" y="1328963"/>
                </a:lnTo>
                <a:lnTo>
                  <a:pt x="0" y="1242255"/>
                </a:lnTo>
                <a:lnTo>
                  <a:pt x="3028" y="1155547"/>
                </a:lnTo>
                <a:lnTo>
                  <a:pt x="12097" y="1069261"/>
                </a:lnTo>
                <a:lnTo>
                  <a:pt x="27163" y="983818"/>
                </a:lnTo>
                <a:lnTo>
                  <a:pt x="48152" y="899635"/>
                </a:lnTo>
                <a:lnTo>
                  <a:pt x="74963" y="817120"/>
                </a:lnTo>
                <a:lnTo>
                  <a:pt x="107464" y="736677"/>
                </a:lnTo>
                <a:lnTo>
                  <a:pt x="145498" y="658696"/>
                </a:lnTo>
                <a:lnTo>
                  <a:pt x="188878" y="583559"/>
                </a:lnTo>
                <a:lnTo>
                  <a:pt x="237394" y="511631"/>
                </a:lnTo>
                <a:lnTo>
                  <a:pt x="290810" y="443262"/>
                </a:lnTo>
                <a:lnTo>
                  <a:pt x="348864" y="378786"/>
                </a:lnTo>
                <a:lnTo>
                  <a:pt x="411275" y="318517"/>
                </a:lnTo>
                <a:lnTo>
                  <a:pt x="477738" y="262748"/>
                </a:lnTo>
                <a:lnTo>
                  <a:pt x="547929" y="211751"/>
                </a:lnTo>
                <a:lnTo>
                  <a:pt x="621506" y="165775"/>
                </a:lnTo>
                <a:lnTo>
                  <a:pt x="698112" y="125043"/>
                </a:lnTo>
                <a:lnTo>
                  <a:pt x="777372" y="89754"/>
                </a:lnTo>
                <a:lnTo>
                  <a:pt x="858901" y="60080"/>
                </a:lnTo>
                <a:lnTo>
                  <a:pt x="942301" y="36166"/>
                </a:lnTo>
                <a:lnTo>
                  <a:pt x="1027166" y="18127"/>
                </a:lnTo>
                <a:lnTo>
                  <a:pt x="1113082" y="6052"/>
                </a:lnTo>
                <a:lnTo>
                  <a:pt x="1199632" y="0"/>
                </a:lnTo>
                <a:lnTo>
                  <a:pt x="1286393" y="0"/>
                </a:lnTo>
                <a:lnTo>
                  <a:pt x="1372943" y="6052"/>
                </a:lnTo>
                <a:lnTo>
                  <a:pt x="1458859" y="18127"/>
                </a:lnTo>
                <a:lnTo>
                  <a:pt x="1543724" y="36166"/>
                </a:lnTo>
                <a:lnTo>
                  <a:pt x="1627124" y="60080"/>
                </a:lnTo>
                <a:lnTo>
                  <a:pt x="1708653" y="89754"/>
                </a:lnTo>
                <a:lnTo>
                  <a:pt x="1787913" y="125043"/>
                </a:lnTo>
                <a:lnTo>
                  <a:pt x="1864519" y="165775"/>
                </a:lnTo>
                <a:lnTo>
                  <a:pt x="1938096" y="211751"/>
                </a:lnTo>
                <a:lnTo>
                  <a:pt x="2008287" y="262748"/>
                </a:lnTo>
                <a:lnTo>
                  <a:pt x="2074750" y="318517"/>
                </a:lnTo>
                <a:lnTo>
                  <a:pt x="2137161" y="378786"/>
                </a:lnTo>
                <a:lnTo>
                  <a:pt x="2195215" y="443262"/>
                </a:lnTo>
                <a:lnTo>
                  <a:pt x="2248631" y="511631"/>
                </a:lnTo>
                <a:lnTo>
                  <a:pt x="2297147" y="583559"/>
                </a:lnTo>
                <a:lnTo>
                  <a:pt x="2340527" y="658696"/>
                </a:lnTo>
                <a:lnTo>
                  <a:pt x="2378561" y="736677"/>
                </a:lnTo>
                <a:lnTo>
                  <a:pt x="2411062" y="817120"/>
                </a:lnTo>
                <a:lnTo>
                  <a:pt x="2437873" y="899635"/>
                </a:lnTo>
                <a:lnTo>
                  <a:pt x="2458862" y="983818"/>
                </a:lnTo>
                <a:lnTo>
                  <a:pt x="2473928" y="1069261"/>
                </a:lnTo>
                <a:lnTo>
                  <a:pt x="2482997" y="1155547"/>
                </a:lnTo>
                <a:lnTo>
                  <a:pt x="2486025" y="1242255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112D50"/>
            </a:solidFill>
            <a:prstDash val="dash"/>
          </a:ln>
        </p:spPr>
      </p:sp>
      <p:sp>
        <p:nvSpPr>
          <p:cNvPr id="10" name="λ_D">
            <a:extLst xmlns:a="http://schemas.openxmlformats.org/drawingml/2006/main">
              <a:ext uri="{FF2B5EF4-FFF2-40B4-BE49-F238E27FC236}">
                <a16:creationId xmlns:a16="http://schemas.microsoft.com/office/drawing/2014/main" id="{BFF5BD1A-A8C3-49A0-A31A-41696FC6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623" y="47815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λ_D</a:t>
            </a:r>
          </a:p>
        </p:txBody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ECB1DD-3797-4A6E-8389-95CD345E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8" y="2792730"/>
            <a:ext cx="1397318" cy="95"/>
          </a:xfrm>
          <a:custGeom xmlns:a="http://schemas.openxmlformats.org/drawingml/2006/main">
            <a:pathLst>
              <a:path w="1397318" h="95">
                <a:moveTo>
                  <a:pt x="0" y="0"/>
                </a:moveTo>
                <a:lnTo>
                  <a:pt x="1397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322522-FE87-4950-A127-B1FF0B9E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23" y="2758011"/>
            <a:ext cx="77153" cy="69437"/>
          </a:xfrm>
          <a:custGeom xmlns:a="http://schemas.openxmlformats.org/drawingml/2006/main">
            <a:pathLst>
              <a:path w="77153" h="69437">
                <a:moveTo>
                  <a:pt x="77153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B5003F2-6FE9-4882-BB05-F6F26F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92730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B4A69F1-537F-4A51-9F7A-9B3B8C75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92730"/>
            <a:ext cx="2743200" cy="145733"/>
          </a:xfrm>
          <a:custGeom xmlns:a="http://schemas.openxmlformats.org/drawingml/2006/main">
            <a:pathLst>
              <a:path w="2743200" h="145733">
                <a:moveTo>
                  <a:pt x="0" y="0"/>
                </a:moveTo>
                <a:lnTo>
                  <a:pt x="84499" y="187"/>
                </a:lnTo>
                <a:lnTo>
                  <a:pt x="166601" y="738"/>
                </a:lnTo>
                <a:lnTo>
                  <a:pt x="246386" y="1637"/>
                </a:lnTo>
                <a:lnTo>
                  <a:pt x="323934" y="2867"/>
                </a:lnTo>
                <a:lnTo>
                  <a:pt x="399326" y="4414"/>
                </a:lnTo>
                <a:lnTo>
                  <a:pt x="472643" y="6262"/>
                </a:lnTo>
                <a:lnTo>
                  <a:pt x="543964" y="8394"/>
                </a:lnTo>
                <a:lnTo>
                  <a:pt x="613370" y="10795"/>
                </a:lnTo>
                <a:lnTo>
                  <a:pt x="680942" y="13449"/>
                </a:lnTo>
                <a:lnTo>
                  <a:pt x="746761" y="16340"/>
                </a:lnTo>
                <a:lnTo>
                  <a:pt x="810905" y="19453"/>
                </a:lnTo>
                <a:lnTo>
                  <a:pt x="873457" y="22771"/>
                </a:lnTo>
                <a:lnTo>
                  <a:pt x="934497" y="26279"/>
                </a:lnTo>
                <a:lnTo>
                  <a:pt x="994104" y="29960"/>
                </a:lnTo>
                <a:lnTo>
                  <a:pt x="1052360" y="33800"/>
                </a:lnTo>
                <a:lnTo>
                  <a:pt x="1109345" y="37783"/>
                </a:lnTo>
                <a:lnTo>
                  <a:pt x="1165139" y="41891"/>
                </a:lnTo>
                <a:lnTo>
                  <a:pt x="1219823" y="46111"/>
                </a:lnTo>
                <a:lnTo>
                  <a:pt x="1273478" y="50425"/>
                </a:lnTo>
                <a:lnTo>
                  <a:pt x="1326183" y="54818"/>
                </a:lnTo>
                <a:lnTo>
                  <a:pt x="1378019" y="59275"/>
                </a:lnTo>
                <a:lnTo>
                  <a:pt x="1429067" y="63779"/>
                </a:lnTo>
                <a:lnTo>
                  <a:pt x="1479407" y="68315"/>
                </a:lnTo>
                <a:lnTo>
                  <a:pt x="1529120" y="72866"/>
                </a:lnTo>
                <a:lnTo>
                  <a:pt x="1578285" y="77418"/>
                </a:lnTo>
                <a:lnTo>
                  <a:pt x="1626985" y="81953"/>
                </a:lnTo>
                <a:lnTo>
                  <a:pt x="1675298" y="86458"/>
                </a:lnTo>
                <a:lnTo>
                  <a:pt x="1723306" y="90914"/>
                </a:lnTo>
                <a:lnTo>
                  <a:pt x="1771088" y="95308"/>
                </a:lnTo>
                <a:lnTo>
                  <a:pt x="1818726" y="99622"/>
                </a:lnTo>
                <a:lnTo>
                  <a:pt x="1866300" y="103841"/>
                </a:lnTo>
                <a:lnTo>
                  <a:pt x="1913890" y="107950"/>
                </a:lnTo>
                <a:lnTo>
                  <a:pt x="1961577" y="111932"/>
                </a:lnTo>
                <a:lnTo>
                  <a:pt x="2009441" y="115772"/>
                </a:lnTo>
                <a:lnTo>
                  <a:pt x="2057562" y="119454"/>
                </a:lnTo>
                <a:lnTo>
                  <a:pt x="2106022" y="122962"/>
                </a:lnTo>
                <a:lnTo>
                  <a:pt x="2154900" y="126280"/>
                </a:lnTo>
                <a:lnTo>
                  <a:pt x="2204278" y="129392"/>
                </a:lnTo>
                <a:lnTo>
                  <a:pt x="2254235" y="132284"/>
                </a:lnTo>
                <a:lnTo>
                  <a:pt x="2304852" y="134938"/>
                </a:lnTo>
                <a:lnTo>
                  <a:pt x="2356209" y="137338"/>
                </a:lnTo>
                <a:lnTo>
                  <a:pt x="2408387" y="139471"/>
                </a:lnTo>
                <a:lnTo>
                  <a:pt x="2461466" y="141318"/>
                </a:lnTo>
                <a:lnTo>
                  <a:pt x="2515528" y="142865"/>
                </a:lnTo>
                <a:lnTo>
                  <a:pt x="2570651" y="144096"/>
                </a:lnTo>
                <a:lnTo>
                  <a:pt x="2626917" y="144995"/>
                </a:lnTo>
                <a:lnTo>
                  <a:pt x="2684407" y="145545"/>
                </a:lnTo>
                <a:lnTo>
                  <a:pt x="2743200" y="14573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1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6950EF6-8149-49B3-AE48-87D9C665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8463"/>
            <a:ext cx="5915025" cy="1971675"/>
          </a:xfrm>
          <a:custGeom xmlns:a="http://schemas.openxmlformats.org/drawingml/2006/main">
            <a:pathLst>
              <a:path w="5915025" h="1971675">
                <a:moveTo>
                  <a:pt x="0" y="0"/>
                </a:moveTo>
                <a:lnTo>
                  <a:pt x="93807" y="1931"/>
                </a:lnTo>
                <a:lnTo>
                  <a:pt x="188781" y="7631"/>
                </a:lnTo>
                <a:lnTo>
                  <a:pt x="284927" y="16963"/>
                </a:lnTo>
                <a:lnTo>
                  <a:pt x="382250" y="29790"/>
                </a:lnTo>
                <a:lnTo>
                  <a:pt x="480757" y="45976"/>
                </a:lnTo>
                <a:lnTo>
                  <a:pt x="580452" y="65382"/>
                </a:lnTo>
                <a:lnTo>
                  <a:pt x="681342" y="87872"/>
                </a:lnTo>
                <a:lnTo>
                  <a:pt x="783431" y="113308"/>
                </a:lnTo>
                <a:lnTo>
                  <a:pt x="886726" y="141553"/>
                </a:lnTo>
                <a:lnTo>
                  <a:pt x="991233" y="172470"/>
                </a:lnTo>
                <a:lnTo>
                  <a:pt x="1096955" y="205922"/>
                </a:lnTo>
                <a:lnTo>
                  <a:pt x="1203900" y="241771"/>
                </a:lnTo>
                <a:lnTo>
                  <a:pt x="1312073" y="279881"/>
                </a:lnTo>
                <a:lnTo>
                  <a:pt x="1421480" y="320114"/>
                </a:lnTo>
                <a:lnTo>
                  <a:pt x="1532125" y="362333"/>
                </a:lnTo>
                <a:lnTo>
                  <a:pt x="1644015" y="406400"/>
                </a:lnTo>
                <a:lnTo>
                  <a:pt x="1757155" y="452179"/>
                </a:lnTo>
                <a:lnTo>
                  <a:pt x="1871551" y="499532"/>
                </a:lnTo>
                <a:lnTo>
                  <a:pt x="1987208" y="548323"/>
                </a:lnTo>
                <a:lnTo>
                  <a:pt x="2104132" y="598413"/>
                </a:lnTo>
                <a:lnTo>
                  <a:pt x="2222329" y="649666"/>
                </a:lnTo>
                <a:lnTo>
                  <a:pt x="2341803" y="701945"/>
                </a:lnTo>
                <a:lnTo>
                  <a:pt x="2462561" y="755112"/>
                </a:lnTo>
                <a:lnTo>
                  <a:pt x="2584609" y="809030"/>
                </a:lnTo>
                <a:lnTo>
                  <a:pt x="2707951" y="863562"/>
                </a:lnTo>
                <a:lnTo>
                  <a:pt x="2832594" y="918570"/>
                </a:lnTo>
                <a:lnTo>
                  <a:pt x="2958542" y="973918"/>
                </a:lnTo>
                <a:lnTo>
                  <a:pt x="3085802" y="1029469"/>
                </a:lnTo>
                <a:lnTo>
                  <a:pt x="3214380" y="1085085"/>
                </a:lnTo>
                <a:lnTo>
                  <a:pt x="3344280" y="1140628"/>
                </a:lnTo>
                <a:lnTo>
                  <a:pt x="3475508" y="1195962"/>
                </a:lnTo>
                <a:lnTo>
                  <a:pt x="3608070" y="1250950"/>
                </a:lnTo>
                <a:lnTo>
                  <a:pt x="3741972" y="1305454"/>
                </a:lnTo>
                <a:lnTo>
                  <a:pt x="3877218" y="1359337"/>
                </a:lnTo>
                <a:lnTo>
                  <a:pt x="4013815" y="1412462"/>
                </a:lnTo>
                <a:lnTo>
                  <a:pt x="4151769" y="1464692"/>
                </a:lnTo>
                <a:lnTo>
                  <a:pt x="4291084" y="1515889"/>
                </a:lnTo>
                <a:lnTo>
                  <a:pt x="4431767" y="1565917"/>
                </a:lnTo>
                <a:lnTo>
                  <a:pt x="4573822" y="1614637"/>
                </a:lnTo>
                <a:lnTo>
                  <a:pt x="4717256" y="1661914"/>
                </a:lnTo>
                <a:lnTo>
                  <a:pt x="4862074" y="1707609"/>
                </a:lnTo>
                <a:lnTo>
                  <a:pt x="5008282" y="1751586"/>
                </a:lnTo>
                <a:lnTo>
                  <a:pt x="5155885" y="1793707"/>
                </a:lnTo>
                <a:lnTo>
                  <a:pt x="5304889" y="1833835"/>
                </a:lnTo>
                <a:lnTo>
                  <a:pt x="5455300" y="1871833"/>
                </a:lnTo>
                <a:lnTo>
                  <a:pt x="5607122" y="1907564"/>
                </a:lnTo>
                <a:lnTo>
                  <a:pt x="5760362" y="1940890"/>
                </a:lnTo>
                <a:lnTo>
                  <a:pt x="5915025" y="19716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064601-815B-4639-83A5-C6FAF141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472" y="4243917"/>
            <a:ext cx="271844" cy="107008"/>
          </a:xfrm>
          <a:custGeom xmlns:a="http://schemas.openxmlformats.org/drawingml/2006/main">
            <a:pathLst>
              <a:path w="271844" h="107008">
                <a:moveTo>
                  <a:pt x="0" y="0"/>
                </a:moveTo>
                <a:lnTo>
                  <a:pt x="271844" y="10700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A80D72-828E-4E8D-ABAA-E9A34603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985" y="4276153"/>
            <a:ext cx="104330" cy="79767"/>
          </a:xfrm>
          <a:custGeom xmlns:a="http://schemas.openxmlformats.org/drawingml/2006/main">
            <a:pathLst>
              <a:path w="104330" h="79767">
                <a:moveTo>
                  <a:pt x="104330" y="74772"/>
                </a:moveTo>
                <a:lnTo>
                  <a:pt x="31400" y="0"/>
                </a:lnTo>
                <a:lnTo>
                  <a:pt x="0" y="79767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BADFFF-004D-4D1E-A684-DCEC6DE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8" y="3204210"/>
            <a:ext cx="1397318" cy="95"/>
          </a:xfrm>
          <a:custGeom xmlns:a="http://schemas.openxmlformats.org/drawingml/2006/main">
            <a:pathLst>
              <a:path w="1397318" h="95">
                <a:moveTo>
                  <a:pt x="0" y="0"/>
                </a:moveTo>
                <a:lnTo>
                  <a:pt x="1397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CC00D33-DC7F-4C18-BB5F-3E21D29F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23" y="3169491"/>
            <a:ext cx="77153" cy="69437"/>
          </a:xfrm>
          <a:custGeom xmlns:a="http://schemas.openxmlformats.org/drawingml/2006/main">
            <a:pathLst>
              <a:path w="77153" h="69437">
                <a:moveTo>
                  <a:pt x="77153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182B92-6577-4F93-8782-B5A1FFC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04210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A39B0AB-DF8C-41D3-AEE7-C8AB9353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4210"/>
            <a:ext cx="2211705" cy="574358"/>
          </a:xfrm>
          <a:custGeom xmlns:a="http://schemas.openxmlformats.org/drawingml/2006/main">
            <a:pathLst>
              <a:path w="2211705" h="574358">
                <a:moveTo>
                  <a:pt x="0" y="0"/>
                </a:moveTo>
                <a:lnTo>
                  <a:pt x="75226" y="5"/>
                </a:lnTo>
                <a:lnTo>
                  <a:pt x="148763" y="42"/>
                </a:lnTo>
                <a:lnTo>
                  <a:pt x="220639" y="140"/>
                </a:lnTo>
                <a:lnTo>
                  <a:pt x="290885" y="332"/>
                </a:lnTo>
                <a:lnTo>
                  <a:pt x="359528" y="649"/>
                </a:lnTo>
                <a:lnTo>
                  <a:pt x="426599" y="1122"/>
                </a:lnTo>
                <a:lnTo>
                  <a:pt x="492127" y="1781"/>
                </a:lnTo>
                <a:lnTo>
                  <a:pt x="556141" y="2659"/>
                </a:lnTo>
                <a:lnTo>
                  <a:pt x="618670" y="3786"/>
                </a:lnTo>
                <a:lnTo>
                  <a:pt x="679745" y="5193"/>
                </a:lnTo>
                <a:lnTo>
                  <a:pt x="739393" y="6913"/>
                </a:lnTo>
                <a:lnTo>
                  <a:pt x="797644" y="8974"/>
                </a:lnTo>
                <a:lnTo>
                  <a:pt x="854529" y="11410"/>
                </a:lnTo>
                <a:lnTo>
                  <a:pt x="910075" y="14251"/>
                </a:lnTo>
                <a:lnTo>
                  <a:pt x="964312" y="17528"/>
                </a:lnTo>
                <a:lnTo>
                  <a:pt x="1017270" y="21273"/>
                </a:lnTo>
                <a:lnTo>
                  <a:pt x="1068978" y="25516"/>
                </a:lnTo>
                <a:lnTo>
                  <a:pt x="1119465" y="30288"/>
                </a:lnTo>
                <a:lnTo>
                  <a:pt x="1168760" y="35622"/>
                </a:lnTo>
                <a:lnTo>
                  <a:pt x="1216893" y="41548"/>
                </a:lnTo>
                <a:lnTo>
                  <a:pt x="1263893" y="48097"/>
                </a:lnTo>
                <a:lnTo>
                  <a:pt x="1309790" y="55300"/>
                </a:lnTo>
                <a:lnTo>
                  <a:pt x="1354612" y="63189"/>
                </a:lnTo>
                <a:lnTo>
                  <a:pt x="1398389" y="71795"/>
                </a:lnTo>
                <a:lnTo>
                  <a:pt x="1441150" y="81148"/>
                </a:lnTo>
                <a:lnTo>
                  <a:pt x="1482925" y="91281"/>
                </a:lnTo>
                <a:lnTo>
                  <a:pt x="1523743" y="102223"/>
                </a:lnTo>
                <a:lnTo>
                  <a:pt x="1563633" y="114007"/>
                </a:lnTo>
                <a:lnTo>
                  <a:pt x="1602624" y="126664"/>
                </a:lnTo>
                <a:lnTo>
                  <a:pt x="1640746" y="140224"/>
                </a:lnTo>
                <a:lnTo>
                  <a:pt x="1678029" y="154719"/>
                </a:lnTo>
                <a:lnTo>
                  <a:pt x="1714500" y="170180"/>
                </a:lnTo>
                <a:lnTo>
                  <a:pt x="1750190" y="186638"/>
                </a:lnTo>
                <a:lnTo>
                  <a:pt x="1785128" y="204125"/>
                </a:lnTo>
                <a:lnTo>
                  <a:pt x="1819344" y="222671"/>
                </a:lnTo>
                <a:lnTo>
                  <a:pt x="1852866" y="242307"/>
                </a:lnTo>
                <a:lnTo>
                  <a:pt x="1885723" y="263065"/>
                </a:lnTo>
                <a:lnTo>
                  <a:pt x="1917946" y="284977"/>
                </a:lnTo>
                <a:lnTo>
                  <a:pt x="1949564" y="308072"/>
                </a:lnTo>
                <a:lnTo>
                  <a:pt x="1980605" y="332383"/>
                </a:lnTo>
                <a:lnTo>
                  <a:pt x="2011099" y="357940"/>
                </a:lnTo>
                <a:lnTo>
                  <a:pt x="2041075" y="384775"/>
                </a:lnTo>
                <a:lnTo>
                  <a:pt x="2070564" y="412918"/>
                </a:lnTo>
                <a:lnTo>
                  <a:pt x="2099593" y="442402"/>
                </a:lnTo>
                <a:lnTo>
                  <a:pt x="2128192" y="473256"/>
                </a:lnTo>
                <a:lnTo>
                  <a:pt x="2156391" y="505513"/>
                </a:lnTo>
                <a:lnTo>
                  <a:pt x="2184219" y="539203"/>
                </a:lnTo>
                <a:lnTo>
                  <a:pt x="2211705" y="57435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3CA58C-2B71-4388-BDA1-6F212405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490" y="3390848"/>
            <a:ext cx="69153" cy="36032"/>
          </a:xfrm>
          <a:custGeom xmlns:a="http://schemas.openxmlformats.org/drawingml/2006/main">
            <a:pathLst>
              <a:path w="69153" h="36032">
                <a:moveTo>
                  <a:pt x="0" y="0"/>
                </a:moveTo>
                <a:lnTo>
                  <a:pt x="69153" y="3603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4AFB71-8680-4121-B43F-CE5D3E65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366" y="3344855"/>
            <a:ext cx="104277" cy="82026"/>
          </a:xfrm>
          <a:custGeom xmlns:a="http://schemas.openxmlformats.org/drawingml/2006/main">
            <a:pathLst>
              <a:path w="104277" h="82026">
                <a:moveTo>
                  <a:pt x="104277" y="82026"/>
                </a:moveTo>
                <a:lnTo>
                  <a:pt x="39612" y="0"/>
                </a:lnTo>
                <a:lnTo>
                  <a:pt x="0" y="76024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ABAB50-6BF9-4BFF-8CC0-53F0CD87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8" y="3615690"/>
            <a:ext cx="1397318" cy="95"/>
          </a:xfrm>
          <a:custGeom xmlns:a="http://schemas.openxmlformats.org/drawingml/2006/main">
            <a:pathLst>
              <a:path w="1397318" h="95">
                <a:moveTo>
                  <a:pt x="0" y="0"/>
                </a:moveTo>
                <a:lnTo>
                  <a:pt x="1397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20E7F4-2838-4800-A0B0-BE52B5D1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23" y="3580971"/>
            <a:ext cx="77153" cy="69437"/>
          </a:xfrm>
          <a:custGeom xmlns:a="http://schemas.openxmlformats.org/drawingml/2006/main">
            <a:pathLst>
              <a:path w="77153" h="69437">
                <a:moveTo>
                  <a:pt x="77153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0B3F805-30E8-46AC-B7AA-88514151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15690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B1041762-E271-4AE7-A633-CB59E0DC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5690"/>
            <a:ext cx="2211705" cy="274320"/>
          </a:xfrm>
          <a:custGeom xmlns:a="http://schemas.openxmlformats.org/drawingml/2006/main">
            <a:pathLst>
              <a:path w="2211705" h="274320">
                <a:moveTo>
                  <a:pt x="0" y="0"/>
                </a:moveTo>
                <a:lnTo>
                  <a:pt x="75226" y="2"/>
                </a:lnTo>
                <a:lnTo>
                  <a:pt x="148763" y="20"/>
                </a:lnTo>
                <a:lnTo>
                  <a:pt x="220639" y="67"/>
                </a:lnTo>
                <a:lnTo>
                  <a:pt x="290885" y="159"/>
                </a:lnTo>
                <a:lnTo>
                  <a:pt x="359528" y="310"/>
                </a:lnTo>
                <a:lnTo>
                  <a:pt x="426599" y="536"/>
                </a:lnTo>
                <a:lnTo>
                  <a:pt x="492127" y="851"/>
                </a:lnTo>
                <a:lnTo>
                  <a:pt x="556141" y="1270"/>
                </a:lnTo>
                <a:lnTo>
                  <a:pt x="618670" y="1808"/>
                </a:lnTo>
                <a:lnTo>
                  <a:pt x="679745" y="2480"/>
                </a:lnTo>
                <a:lnTo>
                  <a:pt x="739393" y="3302"/>
                </a:lnTo>
                <a:lnTo>
                  <a:pt x="797644" y="4286"/>
                </a:lnTo>
                <a:lnTo>
                  <a:pt x="854529" y="5450"/>
                </a:lnTo>
                <a:lnTo>
                  <a:pt x="910075" y="6806"/>
                </a:lnTo>
                <a:lnTo>
                  <a:pt x="964312" y="8372"/>
                </a:lnTo>
                <a:lnTo>
                  <a:pt x="1017270" y="10160"/>
                </a:lnTo>
                <a:lnTo>
                  <a:pt x="1068978" y="12187"/>
                </a:lnTo>
                <a:lnTo>
                  <a:pt x="1119465" y="14466"/>
                </a:lnTo>
                <a:lnTo>
                  <a:pt x="1168760" y="17014"/>
                </a:lnTo>
                <a:lnTo>
                  <a:pt x="1216893" y="19844"/>
                </a:lnTo>
                <a:lnTo>
                  <a:pt x="1263893" y="22972"/>
                </a:lnTo>
                <a:lnTo>
                  <a:pt x="1309790" y="26412"/>
                </a:lnTo>
                <a:lnTo>
                  <a:pt x="1354612" y="30180"/>
                </a:lnTo>
                <a:lnTo>
                  <a:pt x="1398389" y="34290"/>
                </a:lnTo>
                <a:lnTo>
                  <a:pt x="1441150" y="38757"/>
                </a:lnTo>
                <a:lnTo>
                  <a:pt x="1482925" y="43597"/>
                </a:lnTo>
                <a:lnTo>
                  <a:pt x="1523743" y="48823"/>
                </a:lnTo>
                <a:lnTo>
                  <a:pt x="1563633" y="54451"/>
                </a:lnTo>
                <a:lnTo>
                  <a:pt x="1602624" y="60496"/>
                </a:lnTo>
                <a:lnTo>
                  <a:pt x="1640746" y="66973"/>
                </a:lnTo>
                <a:lnTo>
                  <a:pt x="1678029" y="73896"/>
                </a:lnTo>
                <a:lnTo>
                  <a:pt x="1714500" y="81280"/>
                </a:lnTo>
                <a:lnTo>
                  <a:pt x="1750190" y="89141"/>
                </a:lnTo>
                <a:lnTo>
                  <a:pt x="1785128" y="97492"/>
                </a:lnTo>
                <a:lnTo>
                  <a:pt x="1819344" y="106350"/>
                </a:lnTo>
                <a:lnTo>
                  <a:pt x="1852866" y="115729"/>
                </a:lnTo>
                <a:lnTo>
                  <a:pt x="1885723" y="125643"/>
                </a:lnTo>
                <a:lnTo>
                  <a:pt x="1917946" y="136108"/>
                </a:lnTo>
                <a:lnTo>
                  <a:pt x="1949564" y="147139"/>
                </a:lnTo>
                <a:lnTo>
                  <a:pt x="1980605" y="158750"/>
                </a:lnTo>
                <a:lnTo>
                  <a:pt x="2011099" y="170956"/>
                </a:lnTo>
                <a:lnTo>
                  <a:pt x="2041075" y="183773"/>
                </a:lnTo>
                <a:lnTo>
                  <a:pt x="2070564" y="197215"/>
                </a:lnTo>
                <a:lnTo>
                  <a:pt x="2099593" y="211296"/>
                </a:lnTo>
                <a:lnTo>
                  <a:pt x="2128192" y="226033"/>
                </a:lnTo>
                <a:lnTo>
                  <a:pt x="2156391" y="241439"/>
                </a:lnTo>
                <a:lnTo>
                  <a:pt x="2184219" y="257530"/>
                </a:lnTo>
                <a:lnTo>
                  <a:pt x="2211705" y="27432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78E5B2B-0033-476D-92AD-EAC8A439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490" y="3704831"/>
            <a:ext cx="69153" cy="17209"/>
          </a:xfrm>
          <a:custGeom xmlns:a="http://schemas.openxmlformats.org/drawingml/2006/main">
            <a:pathLst>
              <a:path w="69153" h="17209">
                <a:moveTo>
                  <a:pt x="0" y="0"/>
                </a:moveTo>
                <a:lnTo>
                  <a:pt x="69153" y="17209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5DE15CD-AF63-4F3D-8CF5-5906B487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862" y="3657444"/>
            <a:ext cx="102782" cy="83188"/>
          </a:xfrm>
          <a:custGeom xmlns:a="http://schemas.openxmlformats.org/drawingml/2006/main">
            <a:pathLst>
              <a:path w="102782" h="83188">
                <a:moveTo>
                  <a:pt x="102782" y="64596"/>
                </a:moveTo>
                <a:lnTo>
                  <a:pt x="20702" y="0"/>
                </a:lnTo>
                <a:lnTo>
                  <a:pt x="0" y="83188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F7DF6A-7CE7-42DE-97C6-F63AFB4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8" y="4027170"/>
            <a:ext cx="1397318" cy="95"/>
          </a:xfrm>
          <a:custGeom xmlns:a="http://schemas.openxmlformats.org/drawingml/2006/main">
            <a:pathLst>
              <a:path w="1397318" h="95">
                <a:moveTo>
                  <a:pt x="0" y="0"/>
                </a:moveTo>
                <a:lnTo>
                  <a:pt x="1397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B437D60-B7DA-4A5B-BACE-D081841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23" y="3992451"/>
            <a:ext cx="77153" cy="69437"/>
          </a:xfrm>
          <a:custGeom xmlns:a="http://schemas.openxmlformats.org/drawingml/2006/main">
            <a:pathLst>
              <a:path w="77153" h="69437">
                <a:moveTo>
                  <a:pt x="77153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FA5CC1-5991-4686-B506-D2AB19B7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27170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E017779-9819-4FCA-A141-EA297DFA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1453"/>
            <a:ext cx="2211705" cy="25717"/>
          </a:xfrm>
          <a:custGeom xmlns:a="http://schemas.openxmlformats.org/drawingml/2006/main">
            <a:pathLst>
              <a:path w="2211705" h="25717">
                <a:moveTo>
                  <a:pt x="0" y="25717"/>
                </a:moveTo>
                <a:lnTo>
                  <a:pt x="75226" y="25717"/>
                </a:lnTo>
                <a:lnTo>
                  <a:pt x="148763" y="25716"/>
                </a:lnTo>
                <a:lnTo>
                  <a:pt x="220639" y="25711"/>
                </a:lnTo>
                <a:lnTo>
                  <a:pt x="290885" y="25703"/>
                </a:lnTo>
                <a:lnTo>
                  <a:pt x="359528" y="25688"/>
                </a:lnTo>
                <a:lnTo>
                  <a:pt x="426599" y="25667"/>
                </a:lnTo>
                <a:lnTo>
                  <a:pt x="492127" y="25638"/>
                </a:lnTo>
                <a:lnTo>
                  <a:pt x="556141" y="25598"/>
                </a:lnTo>
                <a:lnTo>
                  <a:pt x="618670" y="25548"/>
                </a:lnTo>
                <a:lnTo>
                  <a:pt x="679745" y="25485"/>
                </a:lnTo>
                <a:lnTo>
                  <a:pt x="739393" y="25408"/>
                </a:lnTo>
                <a:lnTo>
                  <a:pt x="797644" y="25316"/>
                </a:lnTo>
                <a:lnTo>
                  <a:pt x="854529" y="25207"/>
                </a:lnTo>
                <a:lnTo>
                  <a:pt x="910075" y="25079"/>
                </a:lnTo>
                <a:lnTo>
                  <a:pt x="964312" y="24933"/>
                </a:lnTo>
                <a:lnTo>
                  <a:pt x="1017270" y="24765"/>
                </a:lnTo>
                <a:lnTo>
                  <a:pt x="1068978" y="24575"/>
                </a:lnTo>
                <a:lnTo>
                  <a:pt x="1119465" y="24361"/>
                </a:lnTo>
                <a:lnTo>
                  <a:pt x="1168760" y="24122"/>
                </a:lnTo>
                <a:lnTo>
                  <a:pt x="1216893" y="23857"/>
                </a:lnTo>
                <a:lnTo>
                  <a:pt x="1263893" y="23564"/>
                </a:lnTo>
                <a:lnTo>
                  <a:pt x="1309790" y="23241"/>
                </a:lnTo>
                <a:lnTo>
                  <a:pt x="1354612" y="22888"/>
                </a:lnTo>
                <a:lnTo>
                  <a:pt x="1398389" y="22503"/>
                </a:lnTo>
                <a:lnTo>
                  <a:pt x="1441150" y="22084"/>
                </a:lnTo>
                <a:lnTo>
                  <a:pt x="1482925" y="21630"/>
                </a:lnTo>
                <a:lnTo>
                  <a:pt x="1523743" y="21140"/>
                </a:lnTo>
                <a:lnTo>
                  <a:pt x="1563633" y="20613"/>
                </a:lnTo>
                <a:lnTo>
                  <a:pt x="1602624" y="20046"/>
                </a:lnTo>
                <a:lnTo>
                  <a:pt x="1640746" y="19439"/>
                </a:lnTo>
                <a:lnTo>
                  <a:pt x="1678029" y="18790"/>
                </a:lnTo>
                <a:lnTo>
                  <a:pt x="1714500" y="18097"/>
                </a:lnTo>
                <a:lnTo>
                  <a:pt x="1750190" y="17361"/>
                </a:lnTo>
                <a:lnTo>
                  <a:pt x="1785128" y="16578"/>
                </a:lnTo>
                <a:lnTo>
                  <a:pt x="1819344" y="15747"/>
                </a:lnTo>
                <a:lnTo>
                  <a:pt x="1852866" y="14868"/>
                </a:lnTo>
                <a:lnTo>
                  <a:pt x="1885723" y="13938"/>
                </a:lnTo>
                <a:lnTo>
                  <a:pt x="1917946" y="12957"/>
                </a:lnTo>
                <a:lnTo>
                  <a:pt x="1949564" y="11923"/>
                </a:lnTo>
                <a:lnTo>
                  <a:pt x="1980605" y="10835"/>
                </a:lnTo>
                <a:lnTo>
                  <a:pt x="2011099" y="9690"/>
                </a:lnTo>
                <a:lnTo>
                  <a:pt x="2041075" y="8489"/>
                </a:lnTo>
                <a:lnTo>
                  <a:pt x="2070564" y="7229"/>
                </a:lnTo>
                <a:lnTo>
                  <a:pt x="2099593" y="5908"/>
                </a:lnTo>
                <a:lnTo>
                  <a:pt x="2128192" y="4527"/>
                </a:lnTo>
                <a:lnTo>
                  <a:pt x="2156391" y="3083"/>
                </a:lnTo>
                <a:lnTo>
                  <a:pt x="2184219" y="1574"/>
                </a:lnTo>
                <a:lnTo>
                  <a:pt x="2211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393BD0-6EF3-4F4B-8DDE-D9036C9F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490" y="4017200"/>
            <a:ext cx="69153" cy="1613"/>
          </a:xfrm>
          <a:custGeom xmlns:a="http://schemas.openxmlformats.org/drawingml/2006/main">
            <a:pathLst>
              <a:path w="69153" h="1613">
                <a:moveTo>
                  <a:pt x="0" y="1613"/>
                </a:moveTo>
                <a:lnTo>
                  <a:pt x="69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78300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E89EF3-86D0-44EC-BB7B-104E33B1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420" y="3976570"/>
            <a:ext cx="96224" cy="85702"/>
          </a:xfrm>
          <a:custGeom xmlns:a="http://schemas.openxmlformats.org/drawingml/2006/main">
            <a:pathLst>
              <a:path w="96224" h="85702">
                <a:moveTo>
                  <a:pt x="96224" y="40629"/>
                </a:moveTo>
                <a:lnTo>
                  <a:pt x="0" y="0"/>
                </a:lnTo>
                <a:lnTo>
                  <a:pt x="1999" y="85702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5C27C1-553D-45AA-BFE9-839BEB5E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8" y="4438650"/>
            <a:ext cx="1397318" cy="95"/>
          </a:xfrm>
          <a:custGeom xmlns:a="http://schemas.openxmlformats.org/drawingml/2006/main">
            <a:pathLst>
              <a:path w="1397318" h="95">
                <a:moveTo>
                  <a:pt x="0" y="0"/>
                </a:moveTo>
                <a:lnTo>
                  <a:pt x="1397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D1FA01-D715-4504-AF9A-5BCBD683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23" y="4403931"/>
            <a:ext cx="77153" cy="69437"/>
          </a:xfrm>
          <a:custGeom xmlns:a="http://schemas.openxmlformats.org/drawingml/2006/main">
            <a:pathLst>
              <a:path w="77153" h="69437">
                <a:moveTo>
                  <a:pt x="77153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56992EE-4629-4C06-ADC5-DA7481F1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38650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9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DC0A0DC-A20E-4434-BCEC-FEEC1CD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2743200" cy="342900"/>
          </a:xfrm>
          <a:custGeom xmlns:a="http://schemas.openxmlformats.org/drawingml/2006/main">
            <a:pathLst>
              <a:path w="2743200" h="342900">
                <a:moveTo>
                  <a:pt x="0" y="0"/>
                </a:moveTo>
                <a:lnTo>
                  <a:pt x="84499" y="440"/>
                </a:lnTo>
                <a:lnTo>
                  <a:pt x="166601" y="1736"/>
                </a:lnTo>
                <a:lnTo>
                  <a:pt x="246386" y="3851"/>
                </a:lnTo>
                <a:lnTo>
                  <a:pt x="323934" y="6747"/>
                </a:lnTo>
                <a:lnTo>
                  <a:pt x="399326" y="10387"/>
                </a:lnTo>
                <a:lnTo>
                  <a:pt x="472643" y="14734"/>
                </a:lnTo>
                <a:lnTo>
                  <a:pt x="543964" y="19751"/>
                </a:lnTo>
                <a:lnTo>
                  <a:pt x="613370" y="25400"/>
                </a:lnTo>
                <a:lnTo>
                  <a:pt x="680942" y="31645"/>
                </a:lnTo>
                <a:lnTo>
                  <a:pt x="746761" y="38447"/>
                </a:lnTo>
                <a:lnTo>
                  <a:pt x="810905" y="45771"/>
                </a:lnTo>
                <a:lnTo>
                  <a:pt x="873457" y="53578"/>
                </a:lnTo>
                <a:lnTo>
                  <a:pt x="934497" y="61832"/>
                </a:lnTo>
                <a:lnTo>
                  <a:pt x="994104" y="70495"/>
                </a:lnTo>
                <a:lnTo>
                  <a:pt x="1052360" y="79530"/>
                </a:lnTo>
                <a:lnTo>
                  <a:pt x="1109345" y="88900"/>
                </a:lnTo>
                <a:lnTo>
                  <a:pt x="1165139" y="98568"/>
                </a:lnTo>
                <a:lnTo>
                  <a:pt x="1219823" y="108496"/>
                </a:lnTo>
                <a:lnTo>
                  <a:pt x="1273478" y="118647"/>
                </a:lnTo>
                <a:lnTo>
                  <a:pt x="1326183" y="128984"/>
                </a:lnTo>
                <a:lnTo>
                  <a:pt x="1378019" y="139471"/>
                </a:lnTo>
                <a:lnTo>
                  <a:pt x="1429067" y="150068"/>
                </a:lnTo>
                <a:lnTo>
                  <a:pt x="1479407" y="160741"/>
                </a:lnTo>
                <a:lnTo>
                  <a:pt x="1529120" y="171450"/>
                </a:lnTo>
                <a:lnTo>
                  <a:pt x="1578285" y="182159"/>
                </a:lnTo>
                <a:lnTo>
                  <a:pt x="1626985" y="192832"/>
                </a:lnTo>
                <a:lnTo>
                  <a:pt x="1675298" y="203429"/>
                </a:lnTo>
                <a:lnTo>
                  <a:pt x="1723306" y="213916"/>
                </a:lnTo>
                <a:lnTo>
                  <a:pt x="1771088" y="224253"/>
                </a:lnTo>
                <a:lnTo>
                  <a:pt x="1818726" y="234404"/>
                </a:lnTo>
                <a:lnTo>
                  <a:pt x="1866300" y="244332"/>
                </a:lnTo>
                <a:lnTo>
                  <a:pt x="1913890" y="254000"/>
                </a:lnTo>
                <a:lnTo>
                  <a:pt x="1961577" y="263370"/>
                </a:lnTo>
                <a:lnTo>
                  <a:pt x="2009441" y="272405"/>
                </a:lnTo>
                <a:lnTo>
                  <a:pt x="2057562" y="281068"/>
                </a:lnTo>
                <a:lnTo>
                  <a:pt x="2106022" y="289322"/>
                </a:lnTo>
                <a:lnTo>
                  <a:pt x="2154900" y="297129"/>
                </a:lnTo>
                <a:lnTo>
                  <a:pt x="2204278" y="304453"/>
                </a:lnTo>
                <a:lnTo>
                  <a:pt x="2254235" y="311255"/>
                </a:lnTo>
                <a:lnTo>
                  <a:pt x="2304852" y="317500"/>
                </a:lnTo>
                <a:lnTo>
                  <a:pt x="2356209" y="323149"/>
                </a:lnTo>
                <a:lnTo>
                  <a:pt x="2408387" y="328166"/>
                </a:lnTo>
                <a:lnTo>
                  <a:pt x="2461466" y="332513"/>
                </a:lnTo>
                <a:lnTo>
                  <a:pt x="2515528" y="336153"/>
                </a:lnTo>
                <a:lnTo>
                  <a:pt x="2570651" y="339049"/>
                </a:lnTo>
                <a:lnTo>
                  <a:pt x="2626917" y="341164"/>
                </a:lnTo>
                <a:lnTo>
                  <a:pt x="2684407" y="342460"/>
                </a:lnTo>
                <a:lnTo>
                  <a:pt x="274320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4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B458546-32E2-42F0-9F7B-A117FC1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2745"/>
            <a:ext cx="5915025" cy="1868805"/>
          </a:xfrm>
          <a:custGeom xmlns:a="http://schemas.openxmlformats.org/drawingml/2006/main">
            <a:pathLst>
              <a:path w="5915025" h="1868805">
                <a:moveTo>
                  <a:pt x="0" y="1868805"/>
                </a:moveTo>
                <a:lnTo>
                  <a:pt x="93807" y="1867039"/>
                </a:lnTo>
                <a:lnTo>
                  <a:pt x="188781" y="1861824"/>
                </a:lnTo>
                <a:lnTo>
                  <a:pt x="284927" y="1853280"/>
                </a:lnTo>
                <a:lnTo>
                  <a:pt x="382250" y="1841530"/>
                </a:lnTo>
                <a:lnTo>
                  <a:pt x="480757" y="1826695"/>
                </a:lnTo>
                <a:lnTo>
                  <a:pt x="580452" y="1808898"/>
                </a:lnTo>
                <a:lnTo>
                  <a:pt x="681342" y="1788260"/>
                </a:lnTo>
                <a:lnTo>
                  <a:pt x="783431" y="1764903"/>
                </a:lnTo>
                <a:lnTo>
                  <a:pt x="886726" y="1738949"/>
                </a:lnTo>
                <a:lnTo>
                  <a:pt x="991233" y="1710520"/>
                </a:lnTo>
                <a:lnTo>
                  <a:pt x="1096955" y="1679738"/>
                </a:lnTo>
                <a:lnTo>
                  <a:pt x="1203900" y="1646724"/>
                </a:lnTo>
                <a:lnTo>
                  <a:pt x="1312073" y="1611600"/>
                </a:lnTo>
                <a:lnTo>
                  <a:pt x="1421480" y="1574489"/>
                </a:lnTo>
                <a:lnTo>
                  <a:pt x="1532125" y="1535511"/>
                </a:lnTo>
                <a:lnTo>
                  <a:pt x="1644015" y="1494790"/>
                </a:lnTo>
                <a:lnTo>
                  <a:pt x="1757155" y="1452446"/>
                </a:lnTo>
                <a:lnTo>
                  <a:pt x="1871551" y="1408602"/>
                </a:lnTo>
                <a:lnTo>
                  <a:pt x="1987208" y="1363380"/>
                </a:lnTo>
                <a:lnTo>
                  <a:pt x="2104132" y="1316901"/>
                </a:lnTo>
                <a:lnTo>
                  <a:pt x="2222329" y="1269287"/>
                </a:lnTo>
                <a:lnTo>
                  <a:pt x="2341803" y="1220660"/>
                </a:lnTo>
                <a:lnTo>
                  <a:pt x="2462561" y="1171142"/>
                </a:lnTo>
                <a:lnTo>
                  <a:pt x="2584609" y="1120854"/>
                </a:lnTo>
                <a:lnTo>
                  <a:pt x="2707951" y="1069920"/>
                </a:lnTo>
                <a:lnTo>
                  <a:pt x="2832594" y="1018459"/>
                </a:lnTo>
                <a:lnTo>
                  <a:pt x="2958542" y="966595"/>
                </a:lnTo>
                <a:lnTo>
                  <a:pt x="3085802" y="914450"/>
                </a:lnTo>
                <a:lnTo>
                  <a:pt x="3214380" y="862144"/>
                </a:lnTo>
                <a:lnTo>
                  <a:pt x="3344280" y="809800"/>
                </a:lnTo>
                <a:lnTo>
                  <a:pt x="3475508" y="757540"/>
                </a:lnTo>
                <a:lnTo>
                  <a:pt x="3608070" y="705485"/>
                </a:lnTo>
                <a:lnTo>
                  <a:pt x="3741972" y="653758"/>
                </a:lnTo>
                <a:lnTo>
                  <a:pt x="3877218" y="602480"/>
                </a:lnTo>
                <a:lnTo>
                  <a:pt x="4013815" y="551773"/>
                </a:lnTo>
                <a:lnTo>
                  <a:pt x="4151769" y="501759"/>
                </a:lnTo>
                <a:lnTo>
                  <a:pt x="4291084" y="452560"/>
                </a:lnTo>
                <a:lnTo>
                  <a:pt x="4431767" y="404298"/>
                </a:lnTo>
                <a:lnTo>
                  <a:pt x="4573822" y="357094"/>
                </a:lnTo>
                <a:lnTo>
                  <a:pt x="4717256" y="311071"/>
                </a:lnTo>
                <a:lnTo>
                  <a:pt x="4862074" y="266349"/>
                </a:lnTo>
                <a:lnTo>
                  <a:pt x="5008282" y="223052"/>
                </a:lnTo>
                <a:lnTo>
                  <a:pt x="5155885" y="181301"/>
                </a:lnTo>
                <a:lnTo>
                  <a:pt x="5304889" y="141218"/>
                </a:lnTo>
                <a:lnTo>
                  <a:pt x="5455300" y="102924"/>
                </a:lnTo>
                <a:lnTo>
                  <a:pt x="5607122" y="66542"/>
                </a:lnTo>
                <a:lnTo>
                  <a:pt x="5760362" y="32194"/>
                </a:lnTo>
                <a:lnTo>
                  <a:pt x="591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9E8131-EF0F-4DD6-B435-3782F60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472" y="3464518"/>
            <a:ext cx="271844" cy="101985"/>
          </a:xfrm>
          <a:custGeom xmlns:a="http://schemas.openxmlformats.org/drawingml/2006/main">
            <a:pathLst>
              <a:path w="271844" h="101985">
                <a:moveTo>
                  <a:pt x="0" y="101985"/>
                </a:moveTo>
                <a:lnTo>
                  <a:pt x="27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9F8055-941A-428C-AEA4-4DB4487D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0079" y="3457844"/>
            <a:ext cx="104236" cy="80263"/>
          </a:xfrm>
          <a:custGeom xmlns:a="http://schemas.openxmlformats.org/drawingml/2006/main">
            <a:pathLst>
              <a:path w="104236" h="80263">
                <a:moveTo>
                  <a:pt x="104236" y="6674"/>
                </a:moveTo>
                <a:lnTo>
                  <a:pt x="0" y="0"/>
                </a:lnTo>
                <a:lnTo>
                  <a:pt x="30111" y="8026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36AD41-E78D-4CF0-8BBC-DD879A7C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8" y="4850130"/>
            <a:ext cx="1397318" cy="95"/>
          </a:xfrm>
          <a:custGeom xmlns:a="http://schemas.openxmlformats.org/drawingml/2006/main">
            <a:pathLst>
              <a:path w="1397318" h="95">
                <a:moveTo>
                  <a:pt x="0" y="0"/>
                </a:moveTo>
                <a:lnTo>
                  <a:pt x="1397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5BEA1D-43F8-4328-A92C-C7BE77F2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23" y="4815411"/>
            <a:ext cx="77153" cy="69437"/>
          </a:xfrm>
          <a:custGeom xmlns:a="http://schemas.openxmlformats.org/drawingml/2006/main">
            <a:pathLst>
              <a:path w="77153" h="69437">
                <a:moveTo>
                  <a:pt x="77153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DF59F0-FA94-4554-BE8C-701BAF7E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50130"/>
            <a:ext cx="2143125" cy="95"/>
          </a:xfrm>
          <a:custGeom xmlns:a="http://schemas.openxmlformats.org/drawingml/2006/main">
            <a:pathLst>
              <a:path w="2143125" h="9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4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A0A7D27-6495-4160-8589-BADB9865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50130"/>
            <a:ext cx="2743200" cy="265748"/>
          </a:xfrm>
          <a:custGeom xmlns:a="http://schemas.openxmlformats.org/drawingml/2006/main">
            <a:pathLst>
              <a:path w="2743200" h="265748">
                <a:moveTo>
                  <a:pt x="0" y="0"/>
                </a:moveTo>
                <a:lnTo>
                  <a:pt x="84499" y="341"/>
                </a:lnTo>
                <a:lnTo>
                  <a:pt x="166601" y="1346"/>
                </a:lnTo>
                <a:lnTo>
                  <a:pt x="246386" y="2984"/>
                </a:lnTo>
                <a:lnTo>
                  <a:pt x="323934" y="5229"/>
                </a:lnTo>
                <a:lnTo>
                  <a:pt x="399326" y="8050"/>
                </a:lnTo>
                <a:lnTo>
                  <a:pt x="472643" y="11419"/>
                </a:lnTo>
                <a:lnTo>
                  <a:pt x="543964" y="15307"/>
                </a:lnTo>
                <a:lnTo>
                  <a:pt x="613370" y="19685"/>
                </a:lnTo>
                <a:lnTo>
                  <a:pt x="680942" y="24525"/>
                </a:lnTo>
                <a:lnTo>
                  <a:pt x="746761" y="29797"/>
                </a:lnTo>
                <a:lnTo>
                  <a:pt x="810905" y="35472"/>
                </a:lnTo>
                <a:lnTo>
                  <a:pt x="873457" y="41523"/>
                </a:lnTo>
                <a:lnTo>
                  <a:pt x="934497" y="47920"/>
                </a:lnTo>
                <a:lnTo>
                  <a:pt x="994104" y="54634"/>
                </a:lnTo>
                <a:lnTo>
                  <a:pt x="1052360" y="61636"/>
                </a:lnTo>
                <a:lnTo>
                  <a:pt x="1109345" y="68898"/>
                </a:lnTo>
                <a:lnTo>
                  <a:pt x="1165139" y="76390"/>
                </a:lnTo>
                <a:lnTo>
                  <a:pt x="1219823" y="84084"/>
                </a:lnTo>
                <a:lnTo>
                  <a:pt x="1273478" y="91951"/>
                </a:lnTo>
                <a:lnTo>
                  <a:pt x="1326183" y="99963"/>
                </a:lnTo>
                <a:lnTo>
                  <a:pt x="1378019" y="108090"/>
                </a:lnTo>
                <a:lnTo>
                  <a:pt x="1429067" y="116303"/>
                </a:lnTo>
                <a:lnTo>
                  <a:pt x="1479407" y="124574"/>
                </a:lnTo>
                <a:lnTo>
                  <a:pt x="1529120" y="132874"/>
                </a:lnTo>
                <a:lnTo>
                  <a:pt x="1578285" y="141174"/>
                </a:lnTo>
                <a:lnTo>
                  <a:pt x="1626985" y="149445"/>
                </a:lnTo>
                <a:lnTo>
                  <a:pt x="1675298" y="157658"/>
                </a:lnTo>
                <a:lnTo>
                  <a:pt x="1723306" y="165785"/>
                </a:lnTo>
                <a:lnTo>
                  <a:pt x="1771088" y="173796"/>
                </a:lnTo>
                <a:lnTo>
                  <a:pt x="1818726" y="181663"/>
                </a:lnTo>
                <a:lnTo>
                  <a:pt x="1866300" y="189358"/>
                </a:lnTo>
                <a:lnTo>
                  <a:pt x="1913890" y="196850"/>
                </a:lnTo>
                <a:lnTo>
                  <a:pt x="1961577" y="204112"/>
                </a:lnTo>
                <a:lnTo>
                  <a:pt x="2009441" y="211114"/>
                </a:lnTo>
                <a:lnTo>
                  <a:pt x="2057562" y="217828"/>
                </a:lnTo>
                <a:lnTo>
                  <a:pt x="2106022" y="224224"/>
                </a:lnTo>
                <a:lnTo>
                  <a:pt x="2154900" y="230275"/>
                </a:lnTo>
                <a:lnTo>
                  <a:pt x="2204278" y="235951"/>
                </a:lnTo>
                <a:lnTo>
                  <a:pt x="2254235" y="241223"/>
                </a:lnTo>
                <a:lnTo>
                  <a:pt x="2304852" y="246062"/>
                </a:lnTo>
                <a:lnTo>
                  <a:pt x="2356209" y="250441"/>
                </a:lnTo>
                <a:lnTo>
                  <a:pt x="2408387" y="254329"/>
                </a:lnTo>
                <a:lnTo>
                  <a:pt x="2461466" y="257698"/>
                </a:lnTo>
                <a:lnTo>
                  <a:pt x="2515528" y="260519"/>
                </a:lnTo>
                <a:lnTo>
                  <a:pt x="2570651" y="262763"/>
                </a:lnTo>
                <a:lnTo>
                  <a:pt x="2626917" y="264402"/>
                </a:lnTo>
                <a:lnTo>
                  <a:pt x="2684407" y="265406"/>
                </a:lnTo>
                <a:lnTo>
                  <a:pt x="2743200" y="26574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4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B568F01-39B1-4D46-9332-957A5756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2745"/>
            <a:ext cx="5915025" cy="2203133"/>
          </a:xfrm>
          <a:custGeom xmlns:a="http://schemas.openxmlformats.org/drawingml/2006/main">
            <a:pathLst>
              <a:path w="5915025" h="2203133">
                <a:moveTo>
                  <a:pt x="0" y="2203133"/>
                </a:moveTo>
                <a:lnTo>
                  <a:pt x="93807" y="2200938"/>
                </a:lnTo>
                <a:lnTo>
                  <a:pt x="188781" y="2194458"/>
                </a:lnTo>
                <a:lnTo>
                  <a:pt x="284927" y="2183853"/>
                </a:lnTo>
                <a:lnTo>
                  <a:pt x="382250" y="2169279"/>
                </a:lnTo>
                <a:lnTo>
                  <a:pt x="480757" y="2150895"/>
                </a:lnTo>
                <a:lnTo>
                  <a:pt x="580452" y="2128860"/>
                </a:lnTo>
                <a:lnTo>
                  <a:pt x="681342" y="2103331"/>
                </a:lnTo>
                <a:lnTo>
                  <a:pt x="783431" y="2074466"/>
                </a:lnTo>
                <a:lnTo>
                  <a:pt x="886726" y="2042423"/>
                </a:lnTo>
                <a:lnTo>
                  <a:pt x="991233" y="2007362"/>
                </a:lnTo>
                <a:lnTo>
                  <a:pt x="1096955" y="1969439"/>
                </a:lnTo>
                <a:lnTo>
                  <a:pt x="1203900" y="1928813"/>
                </a:lnTo>
                <a:lnTo>
                  <a:pt x="1312073" y="1885641"/>
                </a:lnTo>
                <a:lnTo>
                  <a:pt x="1421480" y="1840084"/>
                </a:lnTo>
                <a:lnTo>
                  <a:pt x="1532125" y="1792297"/>
                </a:lnTo>
                <a:lnTo>
                  <a:pt x="1644015" y="1742440"/>
                </a:lnTo>
                <a:lnTo>
                  <a:pt x="1757155" y="1690670"/>
                </a:lnTo>
                <a:lnTo>
                  <a:pt x="1871551" y="1637147"/>
                </a:lnTo>
                <a:lnTo>
                  <a:pt x="1987208" y="1582027"/>
                </a:lnTo>
                <a:lnTo>
                  <a:pt x="2104132" y="1525468"/>
                </a:lnTo>
                <a:lnTo>
                  <a:pt x="2222329" y="1467630"/>
                </a:lnTo>
                <a:lnTo>
                  <a:pt x="2341803" y="1408671"/>
                </a:lnTo>
                <a:lnTo>
                  <a:pt x="2462561" y="1348747"/>
                </a:lnTo>
                <a:lnTo>
                  <a:pt x="2584609" y="1288018"/>
                </a:lnTo>
                <a:lnTo>
                  <a:pt x="2707951" y="1226642"/>
                </a:lnTo>
                <a:lnTo>
                  <a:pt x="2832594" y="1164776"/>
                </a:lnTo>
                <a:lnTo>
                  <a:pt x="2958542" y="1102579"/>
                </a:lnTo>
                <a:lnTo>
                  <a:pt x="3085802" y="1040209"/>
                </a:lnTo>
                <a:lnTo>
                  <a:pt x="3214380" y="977825"/>
                </a:lnTo>
                <a:lnTo>
                  <a:pt x="3344280" y="915583"/>
                </a:lnTo>
                <a:lnTo>
                  <a:pt x="3475508" y="853643"/>
                </a:lnTo>
                <a:lnTo>
                  <a:pt x="3608070" y="792163"/>
                </a:lnTo>
                <a:lnTo>
                  <a:pt x="3741972" y="731300"/>
                </a:lnTo>
                <a:lnTo>
                  <a:pt x="3877218" y="671212"/>
                </a:lnTo>
                <a:lnTo>
                  <a:pt x="4013815" y="612059"/>
                </a:lnTo>
                <a:lnTo>
                  <a:pt x="4151769" y="553998"/>
                </a:lnTo>
                <a:lnTo>
                  <a:pt x="4291084" y="497187"/>
                </a:lnTo>
                <a:lnTo>
                  <a:pt x="4431767" y="441784"/>
                </a:lnTo>
                <a:lnTo>
                  <a:pt x="4573822" y="387947"/>
                </a:lnTo>
                <a:lnTo>
                  <a:pt x="4717256" y="335836"/>
                </a:lnTo>
                <a:lnTo>
                  <a:pt x="4862074" y="285606"/>
                </a:lnTo>
                <a:lnTo>
                  <a:pt x="5008282" y="237418"/>
                </a:lnTo>
                <a:lnTo>
                  <a:pt x="5155885" y="191429"/>
                </a:lnTo>
                <a:lnTo>
                  <a:pt x="5304889" y="147796"/>
                </a:lnTo>
                <a:lnTo>
                  <a:pt x="5455300" y="106679"/>
                </a:lnTo>
                <a:lnTo>
                  <a:pt x="5607122" y="68235"/>
                </a:lnTo>
                <a:lnTo>
                  <a:pt x="5760362" y="32623"/>
                </a:lnTo>
                <a:lnTo>
                  <a:pt x="591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634FB07-59CB-4C41-B96A-40787E9C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472" y="3524804"/>
            <a:ext cx="271844" cy="119240"/>
          </a:xfrm>
          <a:custGeom xmlns:a="http://schemas.openxmlformats.org/drawingml/2006/main">
            <a:pathLst>
              <a:path w="271844" h="119240">
                <a:moveTo>
                  <a:pt x="0" y="119240"/>
                </a:moveTo>
                <a:lnTo>
                  <a:pt x="27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8696"/>
            </a:solidFill>
            <a:prstDash val="solid"/>
          </a:ln>
        </p:spPr>
      </p:sp>
      <p:sp>
        <p:nvSpPr>
          <p:cNvPr id="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CE262F2-1039-4C83-92CA-89EF736A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870" y="3523813"/>
            <a:ext cx="104445" cy="78505"/>
          </a:xfrm>
          <a:custGeom xmlns:a="http://schemas.openxmlformats.org/drawingml/2006/main">
            <a:pathLst>
              <a:path w="104445" h="78505">
                <a:moveTo>
                  <a:pt x="104445" y="991"/>
                </a:moveTo>
                <a:lnTo>
                  <a:pt x="0" y="0"/>
                </a:lnTo>
                <a:lnTo>
                  <a:pt x="34435" y="7850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0" name="イオン流 u_i">
            <a:extLst xmlns:a="http://schemas.openxmlformats.org/drawingml/2006/main">
              <a:ext uri="{FF2B5EF4-FFF2-40B4-BE49-F238E27FC236}">
                <a16:creationId xmlns:a16="http://schemas.microsoft.com/office/drawing/2014/main" id="{9C2495EF-64C0-4F64-8164-FB7F94DD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381250"/>
            <a:ext cx="28289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イオン流 u_i</a:t>
            </a:r>
          </a:p>
        </p:txBody>
      </p:sp>
      <p:sp>
        <p:nvSpPr>
          <p:cNvPr id="51" name="捕集">
            <a:extLst xmlns:a="http://schemas.openxmlformats.org/drawingml/2006/main">
              <a:ext uri="{FF2B5EF4-FFF2-40B4-BE49-F238E27FC236}">
                <a16:creationId xmlns:a16="http://schemas.microsoft.com/office/drawing/2014/main" id="{29E72FE5-C283-4321-BC88-D1C926A1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238" y="2338388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捕集</a:t>
            </a:r>
          </a:p>
        </p:txBody>
      </p:sp>
      <p:sp>
        <p:nvSpPr>
          <p:cNvPr id="52" name="軌道散乱">
            <a:extLst xmlns:a="http://schemas.openxmlformats.org/drawingml/2006/main">
              <a:ext uri="{FF2B5EF4-FFF2-40B4-BE49-F238E27FC236}">
                <a16:creationId xmlns:a16="http://schemas.microsoft.com/office/drawing/2014/main" id="{D0164EC5-A94A-4493-B593-53A4CD87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4135"/>
            <a:ext cx="2314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軌道散乱</a:t>
            </a:r>
          </a:p>
        </p:txBody>
      </p:sp>
      <p:sp>
        <p:nvSpPr>
          <p:cNvPr id="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4933F5-DD4A-4767-806A-D9A34DC6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3924300"/>
            <a:ext cx="1131570" cy="95"/>
          </a:xfrm>
          <a:custGeom xmlns:a="http://schemas.openxmlformats.org/drawingml/2006/main">
            <a:pathLst>
              <a:path w="1131570" h="95">
                <a:moveTo>
                  <a:pt x="0" y="0"/>
                </a:moveTo>
                <a:lnTo>
                  <a:pt x="1131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08">
            <a:solidFill>
              <a:srgbClr val="112D50"/>
            </a:solidFill>
            <a:prstDash val="solid"/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24D472-D3A0-4E74-990C-3B91A06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70" y="3854863"/>
            <a:ext cx="154305" cy="138875"/>
          </a:xfrm>
          <a:custGeom xmlns:a="http://schemas.openxmlformats.org/drawingml/2006/main">
            <a:pathLst>
              <a:path w="154305" h="138875">
                <a:moveTo>
                  <a:pt x="154305" y="69437"/>
                </a:moveTo>
                <a:lnTo>
                  <a:pt x="0" y="0"/>
                </a:lnTo>
                <a:lnTo>
                  <a:pt x="0" y="13887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55" name="F_i">
            <a:extLst xmlns:a="http://schemas.openxmlformats.org/drawingml/2006/main">
              <a:ext uri="{FF2B5EF4-FFF2-40B4-BE49-F238E27FC236}">
                <a16:creationId xmlns:a16="http://schemas.microsoft.com/office/drawing/2014/main" id="{25033E1D-6F40-495D-A6E8-6EB07C63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3649980"/>
            <a:ext cx="10287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3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3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F_i</a:t>
            </a:r>
          </a:p>
        </p:txBody>
      </p:sp>
      <p:sp>
        <p:nvSpPr>
          <p:cNvPr id="56" name="正味の運動量移行">
            <a:extLst xmlns:a="http://schemas.openxmlformats.org/drawingml/2006/main">
              <a:ext uri="{FF2B5EF4-FFF2-40B4-BE49-F238E27FC236}">
                <a16:creationId xmlns:a16="http://schemas.microsoft.com/office/drawing/2014/main" id="{9DF0C21B-6D33-4C7B-8EE1-45D2BE05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172903"/>
            <a:ext cx="2614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正味の運動量移行</a:t>
            </a:r>
          </a:p>
        </p:txBody>
      </p:sp>
      <p:sp>
        <p:nvSpPr>
          <p:cNvPr id="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E768AC-EEFB-4110-94C3-763C0FB3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5724525"/>
            <a:ext cx="12858750" cy="95"/>
          </a:xfrm>
          <a:custGeom xmlns:a="http://schemas.openxmlformats.org/drawingml/2006/main">
            <a:pathLst>
              <a:path w="12858750" h="95">
                <a:moveTo>
                  <a:pt x="0" y="0"/>
                </a:moveTo>
                <a:lnTo>
                  <a:pt x="1285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  <a:prstDash val="solid"/>
          </a:ln>
        </p:spPr>
      </p:sp>
      <p:sp>
        <p:nvSpPr>
          <p:cNvPr id="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ACE2FA-5481-45DB-A3A5-CDA0D36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8" y="5724525"/>
            <a:ext cx="95" cy="3566160"/>
          </a:xfrm>
          <a:custGeom xmlns:a="http://schemas.openxmlformats.org/drawingml/2006/main">
            <a:pathLst>
              <a:path w="95" h="3566160">
                <a:moveTo>
                  <a:pt x="0" y="0"/>
                </a:moveTo>
                <a:lnTo>
                  <a:pt x="0" y="356616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  <a:prstDash val="solid"/>
          </a:ln>
        </p:spPr>
      </p:sp>
      <p:sp>
        <p:nvSpPr>
          <p:cNvPr id="59" name="(b) 相対流方向">
            <a:extLst xmlns:a="http://schemas.openxmlformats.org/drawingml/2006/main">
              <a:ext uri="{FF2B5EF4-FFF2-40B4-BE49-F238E27FC236}">
                <a16:creationId xmlns:a16="http://schemas.microsoft.com/office/drawing/2014/main" id="{510BBB88-8330-4E39-B5D8-8AD1DB99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895975"/>
            <a:ext cx="60864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相対流方向</a:t>
            </a:r>
          </a:p>
        </p:txBody>
      </p:sp>
      <p:sp>
        <p:nvSpPr>
          <p:cNvPr id="60" name="(c) 電場方向の感度モデル">
            <a:extLst xmlns:a="http://schemas.openxmlformats.org/drawingml/2006/main">
              <a:ext uri="{FF2B5EF4-FFF2-40B4-BE49-F238E27FC236}">
                <a16:creationId xmlns:a16="http://schemas.microsoft.com/office/drawing/2014/main" id="{8E85C2AD-CDE2-4224-A1DF-0E7B4D18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363" y="5895975"/>
            <a:ext cx="6172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電場方向の感度モデル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7E5473-E802-4C32-8FDD-C8F47CAE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953" y="7190423"/>
            <a:ext cx="1303020" cy="1303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62" name="Z &lt; 0">
            <a:extLst xmlns:a="http://schemas.openxmlformats.org/drawingml/2006/main">
              <a:ext uri="{FF2B5EF4-FFF2-40B4-BE49-F238E27FC236}">
                <a16:creationId xmlns:a16="http://schemas.microsoft.com/office/drawing/2014/main" id="{4A755ED1-6E77-41A9-A122-E4D9D64A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953" y="7653338"/>
            <a:ext cx="130302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 &lt; 0</a:t>
            </a:r>
          </a:p>
        </p:txBody>
      </p:sp>
      <p:sp>
        <p:nvSpPr>
          <p:cNvPr id="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4C41D8-9977-4450-9EC5-D5375D2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7841933"/>
            <a:ext cx="1671638" cy="95"/>
          </a:xfrm>
          <a:custGeom xmlns:a="http://schemas.openxmlformats.org/drawingml/2006/main">
            <a:pathLst>
              <a:path w="1671638" h="95">
                <a:moveTo>
                  <a:pt x="0" y="0"/>
                </a:moveTo>
                <a:lnTo>
                  <a:pt x="1671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576">
            <a:solidFill>
              <a:srgbClr val="0768C5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5CFEF3-CDC0-4BC8-BDF5-38DE602E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7787926"/>
            <a:ext cx="120015" cy="108013"/>
          </a:xfrm>
          <a:custGeom xmlns:a="http://schemas.openxmlformats.org/drawingml/2006/main">
            <a:pathLst>
              <a:path w="120015" h="108013">
                <a:moveTo>
                  <a:pt x="120015" y="54007"/>
                </a:moveTo>
                <a:lnTo>
                  <a:pt x="0" y="0"/>
                </a:lnTo>
                <a:lnTo>
                  <a:pt x="0" y="108013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5" name="w = u_i − v">
            <a:extLst xmlns:a="http://schemas.openxmlformats.org/drawingml/2006/main">
              <a:ext uri="{FF2B5EF4-FFF2-40B4-BE49-F238E27FC236}">
                <a16:creationId xmlns:a16="http://schemas.microsoft.com/office/drawing/2014/main" id="{2C212460-334E-4AE3-8E33-7372DE4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336155"/>
            <a:ext cx="2100263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w = u_i − v</a:t>
            </a:r>
          </a:p>
        </p:txBody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101F5E-83DC-4F1C-95AD-E1C1034A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6281738"/>
            <a:ext cx="95" cy="857250"/>
          </a:xfrm>
          <a:custGeom xmlns:a="http://schemas.openxmlformats.org/drawingml/2006/main">
            <a:pathLst>
              <a:path w="95" h="857250">
                <a:moveTo>
                  <a:pt x="0" y="857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008696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5CE6AE1-8B24-4EEF-95C5-F600FA5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456" y="6281738"/>
            <a:ext cx="108014" cy="120015"/>
          </a:xfrm>
          <a:custGeom xmlns:a="http://schemas.openxmlformats.org/drawingml/2006/main">
            <a:pathLst>
              <a:path w="108014" h="120015">
                <a:moveTo>
                  <a:pt x="54007" y="0"/>
                </a:moveTo>
                <a:lnTo>
                  <a:pt x="0" y="120015"/>
                </a:lnTo>
                <a:lnTo>
                  <a:pt x="108014" y="12001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68" name="E">
            <a:extLst xmlns:a="http://schemas.openxmlformats.org/drawingml/2006/main">
              <a:ext uri="{FF2B5EF4-FFF2-40B4-BE49-F238E27FC236}">
                <a16:creationId xmlns:a16="http://schemas.microsoft.com/office/drawing/2014/main" id="{60F83330-422C-47A9-BDFE-8A43F828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058" y="6350318"/>
            <a:ext cx="600075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95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95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4E80F3-7793-4C56-8CBF-5F9BDA67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841933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435">
            <a:solidFill>
              <a:srgbClr val="112D50"/>
            </a:solidFill>
            <a:prstDash val="solid"/>
          </a:ln>
        </p:spPr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85BA0D-921A-473F-941E-856DEF64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7784068"/>
            <a:ext cx="128588" cy="115729"/>
          </a:xfrm>
          <a:custGeom xmlns:a="http://schemas.openxmlformats.org/drawingml/2006/main">
            <a:pathLst>
              <a:path w="128588" h="115729">
                <a:moveTo>
                  <a:pt x="128588" y="57864"/>
                </a:moveTo>
                <a:lnTo>
                  <a:pt x="0" y="0"/>
                </a:lnTo>
                <a:lnTo>
                  <a:pt x="0" y="115729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71" name="F_i">
            <a:extLst xmlns:a="http://schemas.openxmlformats.org/drawingml/2006/main">
              <a:ext uri="{FF2B5EF4-FFF2-40B4-BE49-F238E27FC236}">
                <a16:creationId xmlns:a16="http://schemas.microsoft.com/office/drawing/2014/main" id="{36562348-635A-4B78-BB9E-D0670CB3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428" y="7490460"/>
            <a:ext cx="8572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9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9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F_i</a:t>
            </a:r>
          </a:p>
        </p:txBody>
      </p:sp>
      <p:sp>
        <p:nvSpPr>
          <p:cNvPr id="72" name="Barnes ／ 遮蔽付き集約型">
            <a:extLst xmlns:a="http://schemas.openxmlformats.org/drawingml/2006/main">
              <a:ext uri="{FF2B5EF4-FFF2-40B4-BE49-F238E27FC236}">
                <a16:creationId xmlns:a16="http://schemas.microsoft.com/office/drawing/2014/main" id="{6DA228F2-A407-43DC-AE6F-C04439E9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8733473"/>
            <a:ext cx="4972050" cy="368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Barnes ／ 遮蔽付き集約型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29A670-D0AA-4714-ADD6-6EAE8C80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090" y="7190423"/>
            <a:ext cx="1303020" cy="1303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74" name="Z &lt; 0">
            <a:extLst xmlns:a="http://schemas.openxmlformats.org/drawingml/2006/main">
              <a:ext uri="{FF2B5EF4-FFF2-40B4-BE49-F238E27FC236}">
                <a16:creationId xmlns:a16="http://schemas.microsoft.com/office/drawing/2014/main" id="{E2D53587-2259-4695-866A-1D7D101F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090" y="7653338"/>
            <a:ext cx="130302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 &lt; 0</a:t>
            </a:r>
          </a:p>
        </p:txBody>
      </p:sp>
      <p:sp>
        <p:nvSpPr>
          <p:cNvPr id="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0CFF30-BEDC-4CA6-A3A3-FD4B89FE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7841933"/>
            <a:ext cx="1671638" cy="95"/>
          </a:xfrm>
          <a:custGeom xmlns:a="http://schemas.openxmlformats.org/drawingml/2006/main">
            <a:pathLst>
              <a:path w="1671638" h="95">
                <a:moveTo>
                  <a:pt x="0" y="0"/>
                </a:moveTo>
                <a:lnTo>
                  <a:pt x="1671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576">
            <a:solidFill>
              <a:srgbClr val="0768C5"/>
            </a:solidFill>
            <a:prstDash val="solid"/>
          </a:ln>
        </p:spPr>
      </p:sp>
      <p:sp>
        <p:nvSpPr>
          <p:cNvPr id="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5667D3-F498-4C74-AE0A-36B4321B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7787926"/>
            <a:ext cx="120015" cy="108013"/>
          </a:xfrm>
          <a:custGeom xmlns:a="http://schemas.openxmlformats.org/drawingml/2006/main">
            <a:pathLst>
              <a:path w="120015" h="108013">
                <a:moveTo>
                  <a:pt x="120015" y="54007"/>
                </a:moveTo>
                <a:lnTo>
                  <a:pt x="0" y="0"/>
                </a:lnTo>
                <a:lnTo>
                  <a:pt x="0" y="108013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7" name="u_i">
            <a:extLst xmlns:a="http://schemas.openxmlformats.org/drawingml/2006/main">
              <a:ext uri="{FF2B5EF4-FFF2-40B4-BE49-F238E27FC236}">
                <a16:creationId xmlns:a16="http://schemas.microsoft.com/office/drawing/2014/main" id="{1675596C-D8D8-45A4-8AEC-15932E8A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7336155"/>
            <a:ext cx="2100263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u_i</a:t>
            </a:r>
          </a:p>
        </p:txBody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4C4CC9-8363-43FF-BBDC-E4055D34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008" y="6281738"/>
            <a:ext cx="95" cy="857250"/>
          </a:xfrm>
          <a:custGeom xmlns:a="http://schemas.openxmlformats.org/drawingml/2006/main">
            <a:pathLst>
              <a:path w="95" h="857250">
                <a:moveTo>
                  <a:pt x="0" y="857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008696"/>
            </a:solidFill>
            <a:prstDash val="solid"/>
          </a:ln>
        </p:spPr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F766BA-8BC8-4FF3-A9D0-B360671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001" y="6281738"/>
            <a:ext cx="108013" cy="120015"/>
          </a:xfrm>
          <a:custGeom xmlns:a="http://schemas.openxmlformats.org/drawingml/2006/main">
            <a:pathLst>
              <a:path w="108013" h="120015">
                <a:moveTo>
                  <a:pt x="54007" y="0"/>
                </a:moveTo>
                <a:lnTo>
                  <a:pt x="0" y="120015"/>
                </a:lnTo>
                <a:lnTo>
                  <a:pt x="108013" y="12001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80" name="E">
            <a:extLst xmlns:a="http://schemas.openxmlformats.org/drawingml/2006/main">
              <a:ext uri="{FF2B5EF4-FFF2-40B4-BE49-F238E27FC236}">
                <a16:creationId xmlns:a16="http://schemas.microsoft.com/office/drawing/2014/main" id="{4448D70C-0956-4B1C-9B41-9270BBB6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458" y="6350318"/>
            <a:ext cx="600075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95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95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86B84B-D9C4-49EB-AAFC-51CEFF02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10325"/>
            <a:ext cx="95" cy="617220"/>
          </a:xfrm>
          <a:custGeom xmlns:a="http://schemas.openxmlformats.org/drawingml/2006/main">
            <a:pathLst>
              <a:path w="95" h="617220">
                <a:moveTo>
                  <a:pt x="0" y="6172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112D50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B5D6C3-81FB-40D2-B197-58C75339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2593" y="6410325"/>
            <a:ext cx="108014" cy="120015"/>
          </a:xfrm>
          <a:custGeom xmlns:a="http://schemas.openxmlformats.org/drawingml/2006/main">
            <a:pathLst>
              <a:path w="108014" h="120015">
                <a:moveTo>
                  <a:pt x="54007" y="0"/>
                </a:moveTo>
                <a:lnTo>
                  <a:pt x="0" y="120015"/>
                </a:lnTo>
                <a:lnTo>
                  <a:pt x="108014" y="12001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83" name="F_i ∥ E">
            <a:extLst xmlns:a="http://schemas.openxmlformats.org/drawingml/2006/main">
              <a:ext uri="{FF2B5EF4-FFF2-40B4-BE49-F238E27FC236}">
                <a16:creationId xmlns:a16="http://schemas.microsoft.com/office/drawing/2014/main" id="{27BF14B6-D0D3-4D8A-ABA4-556ADA02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38" y="7396163"/>
            <a:ext cx="1971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9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9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F_i ∥ E</a:t>
            </a:r>
          </a:p>
        </p:txBody>
      </p:sp>
      <p:sp>
        <p:nvSpPr>
          <p:cNvPr id="84" name="力の方向による&#10;軌道の違いを比較">
            <a:extLst xmlns:a="http://schemas.openxmlformats.org/drawingml/2006/main">
              <a:ext uri="{FF2B5EF4-FFF2-40B4-BE49-F238E27FC236}">
                <a16:creationId xmlns:a16="http://schemas.microsoft.com/office/drawing/2014/main" id="{E6EA05BC-91BD-4AE9-A6D7-999EAFE0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8021955"/>
            <a:ext cx="1971675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力の方向による</a:t>
            </a:r>
          </a:p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軌道の違いを比較</a:t>
            </a:r>
          </a:p>
        </p:txBody>
      </p:sp>
    </p:spTree>
    <p:extLst>
      <p:ext uri="{BB962C8B-B14F-4D97-AF65-F5344CB8AC3E}">
        <p14:creationId xmlns:p14="http://schemas.microsoft.com/office/powerpoint/2010/main" val="4255249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図06　追加の力の物理機構">
            <a:extLst xmlns:a="http://schemas.openxmlformats.org/drawingml/2006/main">
              <a:ext uri="{FF2B5EF4-FFF2-40B4-BE49-F238E27FC236}">
                <a16:creationId xmlns:a16="http://schemas.microsoft.com/office/drawing/2014/main" id="{8492E9B0-2731-451E-AE8E-7C99E13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図06　追加の力の物理機構</a:t>
            </a:r>
          </a:p>
        </p:txBody>
      </p:sp>
      <p:sp>
        <p:nvSpPr>
          <p:cNvPr id="2" name="熱流束・電場勾配・渦度・重力の寄与を加え、付着位置と滞留への影響を比較できる">
            <a:extLst xmlns:a="http://schemas.openxmlformats.org/drawingml/2006/main">
              <a:ext uri="{FF2B5EF4-FFF2-40B4-BE49-F238E27FC236}">
                <a16:creationId xmlns:a16="http://schemas.microsoft.com/office/drawing/2014/main" id="{ADC2DC39-41A6-4980-9763-DD73447E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熱流束・電場勾配・渦度・重力の寄与を加え、付着位置と滞留への影響を比較できる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C2FA35-699B-4628-83B5-CE44295D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E4477F61-0EEF-47B5-91A3-EBB031B0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86960C7A-8E82-4973-87A6-623969BC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44224-1BE7-4F70-9B01-AD12CD7D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81175"/>
            <a:ext cx="6300788" cy="372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9AA5"/>
            </a:solidFill>
          </a:ln>
        </p:spPr>
      </p:sp>
      <p:sp>
        <p:nvSpPr>
          <p:cNvPr id="7" name="(a) 熱泳動">
            <a:extLst xmlns:a="http://schemas.openxmlformats.org/drawingml/2006/main">
              <a:ext uri="{FF2B5EF4-FFF2-40B4-BE49-F238E27FC236}">
                <a16:creationId xmlns:a16="http://schemas.microsoft.com/office/drawing/2014/main" id="{34DD1370-8204-4847-AF08-F0EA637F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1849755"/>
            <a:ext cx="59150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熱泳動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00BAA-4C5F-44F6-8A0A-40AEC457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81175"/>
            <a:ext cx="6300788" cy="372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9AA5"/>
            </a:solidFill>
          </a:ln>
        </p:spPr>
      </p:sp>
      <p:sp>
        <p:nvSpPr>
          <p:cNvPr id="9" name="(b) 誘電泳動">
            <a:extLst xmlns:a="http://schemas.openxmlformats.org/drawingml/2006/main">
              <a:ext uri="{FF2B5EF4-FFF2-40B4-BE49-F238E27FC236}">
                <a16:creationId xmlns:a16="http://schemas.microsoft.com/office/drawing/2014/main" id="{2F6CE456-36F5-4E15-8750-CDC87E6B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1849755"/>
            <a:ext cx="59150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誘電泳動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2FD5A-9304-4B2B-8423-24EB592F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3090"/>
            <a:ext cx="6300788" cy="364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9AA5"/>
            </a:solidFill>
          </a:ln>
        </p:spPr>
      </p:sp>
      <p:sp>
        <p:nvSpPr>
          <p:cNvPr id="11" name="(c) RZ揚力（感度モデル）">
            <a:extLst xmlns:a="http://schemas.openxmlformats.org/drawingml/2006/main">
              <a:ext uri="{FF2B5EF4-FFF2-40B4-BE49-F238E27FC236}">
                <a16:creationId xmlns:a16="http://schemas.microsoft.com/office/drawing/2014/main" id="{2A309BF8-2167-465B-B51D-AB4ED492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5741670"/>
            <a:ext cx="59150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RZ揚力（感度モデル）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7FDFE-96FF-41FF-B9CE-F9A79960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73090"/>
            <a:ext cx="6300788" cy="364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9AA5"/>
            </a:solidFill>
          </a:ln>
        </p:spPr>
      </p:sp>
      <p:sp>
        <p:nvSpPr>
          <p:cNvPr id="13" name="(d) 重力・浮力">
            <a:extLst xmlns:a="http://schemas.openxmlformats.org/drawingml/2006/main">
              <a:ext uri="{FF2B5EF4-FFF2-40B4-BE49-F238E27FC236}">
                <a16:creationId xmlns:a16="http://schemas.microsoft.com/office/drawing/2014/main" id="{473A2C06-8207-4F70-83DE-A8C26F2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5741670"/>
            <a:ext cx="59150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(d) 重力・浮力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98C92-C381-411E-AC97-3B7934C2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860" y="3118485"/>
            <a:ext cx="1011555" cy="1011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5" name="高温 T_h">
            <a:extLst xmlns:a="http://schemas.openxmlformats.org/drawingml/2006/main">
              <a:ext uri="{FF2B5EF4-FFF2-40B4-BE49-F238E27FC236}">
                <a16:creationId xmlns:a16="http://schemas.microsoft.com/office/drawing/2014/main" id="{26043BBE-213A-4E2E-9FB6-271188EB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5548"/>
            <a:ext cx="1800225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rPr>
              <a:t>高温 T_h</a:t>
            </a:r>
          </a:p>
        </p:txBody>
      </p:sp>
      <p:sp>
        <p:nvSpPr>
          <p:cNvPr id="16" name="低温 T_c">
            <a:extLst xmlns:a="http://schemas.openxmlformats.org/drawingml/2006/main">
              <a:ext uri="{FF2B5EF4-FFF2-40B4-BE49-F238E27FC236}">
                <a16:creationId xmlns:a16="http://schemas.microsoft.com/office/drawing/2014/main" id="{89F94862-27D6-4F66-B47C-D944E908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75548"/>
            <a:ext cx="1628775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低温 T_c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5D1F1-C130-471C-9872-90B8789F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" y="295560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210DFA-4B30-4B71-B0C5-89126FE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8" y="2998470"/>
            <a:ext cx="462915" cy="150190"/>
          </a:xfrm>
          <a:custGeom xmlns:a="http://schemas.openxmlformats.org/drawingml/2006/main">
            <a:pathLst>
              <a:path w="462915" h="150190">
                <a:moveTo>
                  <a:pt x="0" y="0"/>
                </a:moveTo>
                <a:lnTo>
                  <a:pt x="462915" y="1501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CBD91E-EA05-4B2B-B595-590EB17E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101" y="3104456"/>
            <a:ext cx="65412" cy="51371"/>
          </a:xfrm>
          <a:custGeom xmlns:a="http://schemas.openxmlformats.org/drawingml/2006/main">
            <a:pathLst>
              <a:path w="65412" h="51371">
                <a:moveTo>
                  <a:pt x="65412" y="44204"/>
                </a:moveTo>
                <a:lnTo>
                  <a:pt x="16667" y="0"/>
                </a:lnTo>
                <a:lnTo>
                  <a:pt x="0" y="51371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46561-F1F7-4498-8943-00918FF5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498" y="295560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DB5DB32-862F-4D51-B049-36DEDBE5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2998470"/>
            <a:ext cx="257175" cy="87611"/>
          </a:xfrm>
          <a:custGeom xmlns:a="http://schemas.openxmlformats.org/drawingml/2006/main">
            <a:pathLst>
              <a:path w="257175" h="87611">
                <a:moveTo>
                  <a:pt x="257175" y="0"/>
                </a:moveTo>
                <a:lnTo>
                  <a:pt x="0" y="87611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97C745-5A46-45B1-86A8-8649BD6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3047585"/>
            <a:ext cx="56151" cy="43819"/>
          </a:xfrm>
          <a:custGeom xmlns:a="http://schemas.openxmlformats.org/drawingml/2006/main">
            <a:pathLst>
              <a:path w="56151" h="43819">
                <a:moveTo>
                  <a:pt x="0" y="38495"/>
                </a:moveTo>
                <a:lnTo>
                  <a:pt x="56151" y="43819"/>
                </a:lnTo>
                <a:lnTo>
                  <a:pt x="41224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AB353-2AA6-4912-B781-87B61CA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295560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1F5936-AC0B-4071-A7EE-2FBCA609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55" y="2998470"/>
            <a:ext cx="462915" cy="150190"/>
          </a:xfrm>
          <a:custGeom xmlns:a="http://schemas.openxmlformats.org/drawingml/2006/main">
            <a:pathLst>
              <a:path w="462915" h="150190">
                <a:moveTo>
                  <a:pt x="0" y="0"/>
                </a:moveTo>
                <a:lnTo>
                  <a:pt x="462915" y="1501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5DE13B-4B7A-4BB0-9F56-2A54EAB0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458" y="3104456"/>
            <a:ext cx="65412" cy="51371"/>
          </a:xfrm>
          <a:custGeom xmlns:a="http://schemas.openxmlformats.org/drawingml/2006/main">
            <a:pathLst>
              <a:path w="65412" h="51371">
                <a:moveTo>
                  <a:pt x="65412" y="44204"/>
                </a:moveTo>
                <a:lnTo>
                  <a:pt x="16667" y="0"/>
                </a:lnTo>
                <a:lnTo>
                  <a:pt x="0" y="51371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C8B5FB-0324-4290-A2AC-442883A1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73" y="295560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9C0C84-125A-4722-93CF-1CF32377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998470"/>
            <a:ext cx="257175" cy="87611"/>
          </a:xfrm>
          <a:custGeom xmlns:a="http://schemas.openxmlformats.org/drawingml/2006/main">
            <a:pathLst>
              <a:path w="257175" h="87611">
                <a:moveTo>
                  <a:pt x="257175" y="0"/>
                </a:moveTo>
                <a:lnTo>
                  <a:pt x="0" y="87611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CD383C-AF47-4DE6-AE1A-70F3011A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047585"/>
            <a:ext cx="56151" cy="43819"/>
          </a:xfrm>
          <a:custGeom xmlns:a="http://schemas.openxmlformats.org/drawingml/2006/main">
            <a:pathLst>
              <a:path w="56151" h="43819">
                <a:moveTo>
                  <a:pt x="0" y="38495"/>
                </a:moveTo>
                <a:lnTo>
                  <a:pt x="56151" y="43819"/>
                </a:lnTo>
                <a:lnTo>
                  <a:pt x="41224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AB5F9-9010-4C76-ACFC-41523B9F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295560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82B490-45EC-4B11-AA1D-EC5FB1A0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2998470"/>
            <a:ext cx="462915" cy="150190"/>
          </a:xfrm>
          <a:custGeom xmlns:a="http://schemas.openxmlformats.org/drawingml/2006/main">
            <a:pathLst>
              <a:path w="462915" h="150190">
                <a:moveTo>
                  <a:pt x="0" y="0"/>
                </a:moveTo>
                <a:lnTo>
                  <a:pt x="462915" y="1501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5F07F4-7FDF-4F47-9CE2-7F584092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816" y="3104456"/>
            <a:ext cx="65412" cy="51371"/>
          </a:xfrm>
          <a:custGeom xmlns:a="http://schemas.openxmlformats.org/drawingml/2006/main">
            <a:pathLst>
              <a:path w="65412" h="51371">
                <a:moveTo>
                  <a:pt x="65412" y="44204"/>
                </a:moveTo>
                <a:lnTo>
                  <a:pt x="16667" y="0"/>
                </a:lnTo>
                <a:lnTo>
                  <a:pt x="0" y="51371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91FE62-4EC1-472C-8D22-796E17DB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648" y="295560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8BEEC78-0D8A-4147-B258-7F025EE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2998470"/>
            <a:ext cx="257175" cy="87611"/>
          </a:xfrm>
          <a:custGeom xmlns:a="http://schemas.openxmlformats.org/drawingml/2006/main">
            <a:pathLst>
              <a:path w="257175" h="87611">
                <a:moveTo>
                  <a:pt x="257175" y="0"/>
                </a:moveTo>
                <a:lnTo>
                  <a:pt x="0" y="87611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5C4B14C-EA88-432F-9610-F8887774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3047585"/>
            <a:ext cx="56151" cy="43819"/>
          </a:xfrm>
          <a:custGeom xmlns:a="http://schemas.openxmlformats.org/drawingml/2006/main">
            <a:pathLst>
              <a:path w="56151" h="43819">
                <a:moveTo>
                  <a:pt x="0" y="38495"/>
                </a:moveTo>
                <a:lnTo>
                  <a:pt x="56151" y="43819"/>
                </a:lnTo>
                <a:lnTo>
                  <a:pt x="41224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4D2024-8E7F-486A-B1B1-E903B510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" y="328993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BEBA98-E789-4E8A-8C14-36FD7ACE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8" y="3332798"/>
            <a:ext cx="462915" cy="69952"/>
          </a:xfrm>
          <a:custGeom xmlns:a="http://schemas.openxmlformats.org/drawingml/2006/main">
            <a:pathLst>
              <a:path w="462915" h="69952">
                <a:moveTo>
                  <a:pt x="0" y="0"/>
                </a:moveTo>
                <a:lnTo>
                  <a:pt x="462915" y="699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4D5AA9-F156-43FB-B2C1-1FBEFA9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44" y="3367083"/>
            <a:ext cx="63369" cy="53401"/>
          </a:xfrm>
          <a:custGeom xmlns:a="http://schemas.openxmlformats.org/drawingml/2006/main">
            <a:pathLst>
              <a:path w="63369" h="53401">
                <a:moveTo>
                  <a:pt x="63369" y="35666"/>
                </a:moveTo>
                <a:lnTo>
                  <a:pt x="8069" y="0"/>
                </a:lnTo>
                <a:lnTo>
                  <a:pt x="0" y="53401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0E014E-AF4B-44AE-81F4-84DAEBF6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498" y="328993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49D846-6B62-4C22-B93F-BB120B0C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3332798"/>
            <a:ext cx="257175" cy="40805"/>
          </a:xfrm>
          <a:custGeom xmlns:a="http://schemas.openxmlformats.org/drawingml/2006/main">
            <a:pathLst>
              <a:path w="257175" h="40805">
                <a:moveTo>
                  <a:pt x="257175" y="0"/>
                </a:moveTo>
                <a:lnTo>
                  <a:pt x="0" y="4080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267148B-FE41-4CFA-8170-04550989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3342683"/>
            <a:ext cx="54427" cy="45720"/>
          </a:xfrm>
          <a:custGeom xmlns:a="http://schemas.openxmlformats.org/drawingml/2006/main">
            <a:pathLst>
              <a:path w="54427" h="45720">
                <a:moveTo>
                  <a:pt x="0" y="30920"/>
                </a:moveTo>
                <a:lnTo>
                  <a:pt x="54427" y="45720"/>
                </a:lnTo>
                <a:lnTo>
                  <a:pt x="47172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70E7B1-9410-42A9-BA16-3A1CE7B6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28993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30D631-E023-42B9-97A1-EC111A0A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55" y="3332798"/>
            <a:ext cx="462915" cy="69952"/>
          </a:xfrm>
          <a:custGeom xmlns:a="http://schemas.openxmlformats.org/drawingml/2006/main">
            <a:pathLst>
              <a:path w="462915" h="69952">
                <a:moveTo>
                  <a:pt x="0" y="0"/>
                </a:moveTo>
                <a:lnTo>
                  <a:pt x="462915" y="699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AE94CDC-D7DC-400A-AA94-37B86F6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501" y="3367083"/>
            <a:ext cx="63369" cy="53401"/>
          </a:xfrm>
          <a:custGeom xmlns:a="http://schemas.openxmlformats.org/drawingml/2006/main">
            <a:pathLst>
              <a:path w="63369" h="53401">
                <a:moveTo>
                  <a:pt x="63369" y="35666"/>
                </a:moveTo>
                <a:lnTo>
                  <a:pt x="8069" y="0"/>
                </a:lnTo>
                <a:lnTo>
                  <a:pt x="0" y="53401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47B1A7-4FD0-4E3F-BFBB-785B7E19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73" y="328993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D1E840-18A2-4150-9862-919FD4D3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332798"/>
            <a:ext cx="257175" cy="40805"/>
          </a:xfrm>
          <a:custGeom xmlns:a="http://schemas.openxmlformats.org/drawingml/2006/main">
            <a:pathLst>
              <a:path w="257175" h="40805">
                <a:moveTo>
                  <a:pt x="257175" y="0"/>
                </a:moveTo>
                <a:lnTo>
                  <a:pt x="0" y="4080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6D8874-362C-49DD-954A-2653FFBA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342683"/>
            <a:ext cx="54427" cy="45720"/>
          </a:xfrm>
          <a:custGeom xmlns:a="http://schemas.openxmlformats.org/drawingml/2006/main">
            <a:pathLst>
              <a:path w="54427" h="45720">
                <a:moveTo>
                  <a:pt x="0" y="30920"/>
                </a:moveTo>
                <a:lnTo>
                  <a:pt x="54427" y="45720"/>
                </a:lnTo>
                <a:lnTo>
                  <a:pt x="47172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DD144B-C1AC-49AF-A07B-FAF4F0E7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328993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5D28CF-93EE-464C-9AFC-B6C5004C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3332798"/>
            <a:ext cx="462915" cy="69952"/>
          </a:xfrm>
          <a:custGeom xmlns:a="http://schemas.openxmlformats.org/drawingml/2006/main">
            <a:pathLst>
              <a:path w="462915" h="69952">
                <a:moveTo>
                  <a:pt x="0" y="0"/>
                </a:moveTo>
                <a:lnTo>
                  <a:pt x="462915" y="699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E6977C-D8B3-49D7-8E04-6ED5A9D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859" y="3367083"/>
            <a:ext cx="63369" cy="53401"/>
          </a:xfrm>
          <a:custGeom xmlns:a="http://schemas.openxmlformats.org/drawingml/2006/main">
            <a:pathLst>
              <a:path w="63369" h="53401">
                <a:moveTo>
                  <a:pt x="63369" y="35666"/>
                </a:moveTo>
                <a:lnTo>
                  <a:pt x="8069" y="0"/>
                </a:lnTo>
                <a:lnTo>
                  <a:pt x="0" y="53401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88FF87-787D-4F3C-A75F-724ABBC6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648" y="328993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7B55C0-C40E-4732-9EC3-3FEEB607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3332798"/>
            <a:ext cx="257175" cy="40805"/>
          </a:xfrm>
          <a:custGeom xmlns:a="http://schemas.openxmlformats.org/drawingml/2006/main">
            <a:pathLst>
              <a:path w="257175" h="40805">
                <a:moveTo>
                  <a:pt x="257175" y="0"/>
                </a:moveTo>
                <a:lnTo>
                  <a:pt x="0" y="4080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946B38F-EF71-45EF-A105-CD69B246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3342683"/>
            <a:ext cx="54427" cy="45720"/>
          </a:xfrm>
          <a:custGeom xmlns:a="http://schemas.openxmlformats.org/drawingml/2006/main">
            <a:pathLst>
              <a:path w="54427" h="45720">
                <a:moveTo>
                  <a:pt x="0" y="30920"/>
                </a:moveTo>
                <a:lnTo>
                  <a:pt x="54427" y="45720"/>
                </a:lnTo>
                <a:lnTo>
                  <a:pt x="47172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AFC04A-BCC9-4D90-BB87-37AE454E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" y="3624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D0B795-BB54-4D50-8DE4-E615A962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8" y="3656838"/>
            <a:ext cx="462915" cy="10287"/>
          </a:xfrm>
          <a:custGeom xmlns:a="http://schemas.openxmlformats.org/drawingml/2006/main">
            <a:pathLst>
              <a:path w="462915" h="10287">
                <a:moveTo>
                  <a:pt x="0" y="10287"/>
                </a:moveTo>
                <a:lnTo>
                  <a:pt x="462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A910EA-65A4-41AB-B11A-3974ED6F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920" y="3631174"/>
            <a:ext cx="60593" cy="53993"/>
          </a:xfrm>
          <a:custGeom xmlns:a="http://schemas.openxmlformats.org/drawingml/2006/main">
            <a:pathLst>
              <a:path w="60593" h="53993">
                <a:moveTo>
                  <a:pt x="60593" y="25664"/>
                </a:moveTo>
                <a:lnTo>
                  <a:pt x="0" y="0"/>
                </a:lnTo>
                <a:lnTo>
                  <a:pt x="1200" y="53993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AB00EF-7C4E-4EB3-BF8D-1AFC2B9B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498" y="3624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DFDF56-2A34-4121-BCE2-C0A6C83E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3661124"/>
            <a:ext cx="257175" cy="6001"/>
          </a:xfrm>
          <a:custGeom xmlns:a="http://schemas.openxmlformats.org/drawingml/2006/main">
            <a:pathLst>
              <a:path w="257175" h="6001">
                <a:moveTo>
                  <a:pt x="257175" y="6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681815-A084-4A0C-9796-3B298E5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3639185"/>
            <a:ext cx="51961" cy="46279"/>
          </a:xfrm>
          <a:custGeom xmlns:a="http://schemas.openxmlformats.org/drawingml/2006/main">
            <a:pathLst>
              <a:path w="51961" h="46279">
                <a:moveTo>
                  <a:pt x="0" y="21940"/>
                </a:moveTo>
                <a:lnTo>
                  <a:pt x="50881" y="46279"/>
                </a:lnTo>
                <a:lnTo>
                  <a:pt x="51961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32BC9B-A07D-4483-A73E-EBE98D30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624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AE7684-B48F-4C52-A62D-AAC92592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55" y="3656838"/>
            <a:ext cx="462915" cy="10287"/>
          </a:xfrm>
          <a:custGeom xmlns:a="http://schemas.openxmlformats.org/drawingml/2006/main">
            <a:pathLst>
              <a:path w="462915" h="10287">
                <a:moveTo>
                  <a:pt x="0" y="10287"/>
                </a:moveTo>
                <a:lnTo>
                  <a:pt x="462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6E6B13C-8913-474E-B352-F43CE88D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277" y="3631174"/>
            <a:ext cx="60593" cy="53993"/>
          </a:xfrm>
          <a:custGeom xmlns:a="http://schemas.openxmlformats.org/drawingml/2006/main">
            <a:pathLst>
              <a:path w="60593" h="53993">
                <a:moveTo>
                  <a:pt x="60593" y="25664"/>
                </a:moveTo>
                <a:lnTo>
                  <a:pt x="0" y="0"/>
                </a:lnTo>
                <a:lnTo>
                  <a:pt x="1200" y="53993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6CF5AC-4F0F-40F2-82C7-CF5F2A40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73" y="3624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CE97DE-A835-4804-9F72-11E4FD64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661124"/>
            <a:ext cx="257175" cy="6001"/>
          </a:xfrm>
          <a:custGeom xmlns:a="http://schemas.openxmlformats.org/drawingml/2006/main">
            <a:pathLst>
              <a:path w="257175" h="6001">
                <a:moveTo>
                  <a:pt x="257175" y="6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3B259C-5019-4FD8-9837-613CA74F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639185"/>
            <a:ext cx="51961" cy="46279"/>
          </a:xfrm>
          <a:custGeom xmlns:a="http://schemas.openxmlformats.org/drawingml/2006/main">
            <a:pathLst>
              <a:path w="51961" h="46279">
                <a:moveTo>
                  <a:pt x="0" y="21940"/>
                </a:moveTo>
                <a:lnTo>
                  <a:pt x="50881" y="46279"/>
                </a:lnTo>
                <a:lnTo>
                  <a:pt x="51961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D19725-5B27-4DA5-852B-9362063F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3624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0C2599-9C1B-4D72-BF1B-3E72908B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3656838"/>
            <a:ext cx="462915" cy="10287"/>
          </a:xfrm>
          <a:custGeom xmlns:a="http://schemas.openxmlformats.org/drawingml/2006/main">
            <a:pathLst>
              <a:path w="462915" h="10287">
                <a:moveTo>
                  <a:pt x="0" y="10287"/>
                </a:moveTo>
                <a:lnTo>
                  <a:pt x="462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24D572-8F08-474B-B5A9-C551A78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635" y="3631174"/>
            <a:ext cx="60593" cy="53993"/>
          </a:xfrm>
          <a:custGeom xmlns:a="http://schemas.openxmlformats.org/drawingml/2006/main">
            <a:pathLst>
              <a:path w="60593" h="53993">
                <a:moveTo>
                  <a:pt x="60593" y="25664"/>
                </a:moveTo>
                <a:lnTo>
                  <a:pt x="0" y="0"/>
                </a:lnTo>
                <a:lnTo>
                  <a:pt x="1200" y="53993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C79E60-B154-4F57-80B9-4EE3EF09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648" y="3624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94B314-B7A4-4EDC-BA6E-CE632854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3661124"/>
            <a:ext cx="257175" cy="6001"/>
          </a:xfrm>
          <a:custGeom xmlns:a="http://schemas.openxmlformats.org/drawingml/2006/main">
            <a:pathLst>
              <a:path w="257175" h="6001">
                <a:moveTo>
                  <a:pt x="257175" y="6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B3C5DD-5079-4CC9-B6B1-4CF3CCE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3639185"/>
            <a:ext cx="51961" cy="46279"/>
          </a:xfrm>
          <a:custGeom xmlns:a="http://schemas.openxmlformats.org/drawingml/2006/main">
            <a:pathLst>
              <a:path w="51961" h="46279">
                <a:moveTo>
                  <a:pt x="0" y="21940"/>
                </a:moveTo>
                <a:lnTo>
                  <a:pt x="50881" y="46279"/>
                </a:lnTo>
                <a:lnTo>
                  <a:pt x="51961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A45DD7-9228-41FA-8FAF-42DED121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" y="395859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5E8D5A-8C9C-405E-8B85-E8DB8D78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8" y="3910927"/>
            <a:ext cx="462915" cy="90526"/>
          </a:xfrm>
          <a:custGeom xmlns:a="http://schemas.openxmlformats.org/drawingml/2006/main">
            <a:pathLst>
              <a:path w="462915" h="90526">
                <a:moveTo>
                  <a:pt x="0" y="90526"/>
                </a:moveTo>
                <a:lnTo>
                  <a:pt x="462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AA229B-A922-452F-BD2F-EF0C8F3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438" y="3895942"/>
            <a:ext cx="64074" cy="53003"/>
          </a:xfrm>
          <a:custGeom xmlns:a="http://schemas.openxmlformats.org/drawingml/2006/main">
            <a:pathLst>
              <a:path w="64074" h="53003">
                <a:moveTo>
                  <a:pt x="64074" y="14985"/>
                </a:moveTo>
                <a:lnTo>
                  <a:pt x="0" y="0"/>
                </a:lnTo>
                <a:lnTo>
                  <a:pt x="10365" y="53003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232DF7-05EC-4F3C-BB94-E178CCD1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498" y="395859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B304DA-BA01-46B7-A371-DF7CB542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3948646"/>
            <a:ext cx="257175" cy="52807"/>
          </a:xfrm>
          <a:custGeom xmlns:a="http://schemas.openxmlformats.org/drawingml/2006/main">
            <a:pathLst>
              <a:path w="257175" h="52807">
                <a:moveTo>
                  <a:pt x="257175" y="528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5AE615-3D8A-41E4-B8BB-219C7347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3936319"/>
            <a:ext cx="55039" cy="45345"/>
          </a:xfrm>
          <a:custGeom xmlns:a="http://schemas.openxmlformats.org/drawingml/2006/main">
            <a:pathLst>
              <a:path w="55039" h="45345">
                <a:moveTo>
                  <a:pt x="0" y="12327"/>
                </a:moveTo>
                <a:lnTo>
                  <a:pt x="45728" y="45345"/>
                </a:lnTo>
                <a:lnTo>
                  <a:pt x="55039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430684-E906-4FCE-A046-DE67C7D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95859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D09699-5958-4EF1-91A7-0DEE006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55" y="3910927"/>
            <a:ext cx="462915" cy="90526"/>
          </a:xfrm>
          <a:custGeom xmlns:a="http://schemas.openxmlformats.org/drawingml/2006/main">
            <a:pathLst>
              <a:path w="462915" h="90526">
                <a:moveTo>
                  <a:pt x="0" y="90526"/>
                </a:moveTo>
                <a:lnTo>
                  <a:pt x="462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5435C0-F299-47C5-AB7C-8C06290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796" y="3895942"/>
            <a:ext cx="64074" cy="53003"/>
          </a:xfrm>
          <a:custGeom xmlns:a="http://schemas.openxmlformats.org/drawingml/2006/main">
            <a:pathLst>
              <a:path w="64074" h="53003">
                <a:moveTo>
                  <a:pt x="64074" y="14985"/>
                </a:moveTo>
                <a:lnTo>
                  <a:pt x="0" y="0"/>
                </a:lnTo>
                <a:lnTo>
                  <a:pt x="10365" y="53003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F4D232-CE0E-4676-BF2F-F369A752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73" y="395859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BA43C0-D7D9-4EDF-A37B-992357A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948646"/>
            <a:ext cx="257175" cy="52807"/>
          </a:xfrm>
          <a:custGeom xmlns:a="http://schemas.openxmlformats.org/drawingml/2006/main">
            <a:pathLst>
              <a:path w="257175" h="52807">
                <a:moveTo>
                  <a:pt x="257175" y="528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56C987-2EAF-4A1D-97D8-9CFE2CD8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936319"/>
            <a:ext cx="55039" cy="45345"/>
          </a:xfrm>
          <a:custGeom xmlns:a="http://schemas.openxmlformats.org/drawingml/2006/main">
            <a:pathLst>
              <a:path w="55039" h="45345">
                <a:moveTo>
                  <a:pt x="0" y="12327"/>
                </a:moveTo>
                <a:lnTo>
                  <a:pt x="45728" y="45345"/>
                </a:lnTo>
                <a:lnTo>
                  <a:pt x="55039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4F1F81E-5DF2-4BB5-8D1D-83EB5510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395859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890E59-C238-4094-970A-59371E56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3910927"/>
            <a:ext cx="462915" cy="90526"/>
          </a:xfrm>
          <a:custGeom xmlns:a="http://schemas.openxmlformats.org/drawingml/2006/main">
            <a:pathLst>
              <a:path w="462915" h="90526">
                <a:moveTo>
                  <a:pt x="0" y="90526"/>
                </a:moveTo>
                <a:lnTo>
                  <a:pt x="462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34220"/>
            </a:solidFill>
            <a:prstDash val="solid"/>
          </a:ln>
        </p:spPr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94E68F-A0A3-4710-B9E3-DC3AA1EA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153" y="3895942"/>
            <a:ext cx="64074" cy="53003"/>
          </a:xfrm>
          <a:custGeom xmlns:a="http://schemas.openxmlformats.org/drawingml/2006/main">
            <a:pathLst>
              <a:path w="64074" h="53003">
                <a:moveTo>
                  <a:pt x="64074" y="14985"/>
                </a:moveTo>
                <a:lnTo>
                  <a:pt x="0" y="0"/>
                </a:lnTo>
                <a:lnTo>
                  <a:pt x="10365" y="53003"/>
                </a:lnTo>
                <a:close/>
              </a:path>
            </a:pathLst>
          </a:custGeom>
          <a:solidFill xmlns:a="http://schemas.openxmlformats.org/drawingml/2006/main">
            <a:srgbClr val="C34220"/>
          </a:solidFill>
          <a:ln xmlns:a="http://schemas.openxmlformats.org/drawingml/2006/main" w="9525">
            <a:solidFill>
              <a:srgbClr val="C3422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5DFB11E-318E-4E47-910C-1F2A293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648" y="395859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E7ADA1-EE46-4B8E-A60A-A36C7C1A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3948646"/>
            <a:ext cx="257175" cy="52807"/>
          </a:xfrm>
          <a:custGeom xmlns:a="http://schemas.openxmlformats.org/drawingml/2006/main">
            <a:pathLst>
              <a:path w="257175" h="52807">
                <a:moveTo>
                  <a:pt x="257175" y="528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41071F-3194-4510-95B9-9BA8EE8C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3936319"/>
            <a:ext cx="55039" cy="45345"/>
          </a:xfrm>
          <a:custGeom xmlns:a="http://schemas.openxmlformats.org/drawingml/2006/main">
            <a:pathLst>
              <a:path w="55039" h="45345">
                <a:moveTo>
                  <a:pt x="0" y="12327"/>
                </a:moveTo>
                <a:lnTo>
                  <a:pt x="45728" y="45345"/>
                </a:lnTo>
                <a:lnTo>
                  <a:pt x="55039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B28632-59D4-408D-9C4C-4E9CA15F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575810"/>
            <a:ext cx="1328738" cy="95"/>
          </a:xfrm>
          <a:custGeom xmlns:a="http://schemas.openxmlformats.org/drawingml/2006/main">
            <a:pathLst>
              <a:path w="1328738" h="95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008696"/>
            </a:solidFill>
            <a:prstDash val="solid"/>
          </a:ln>
        </p:spPr>
      </p:sp>
      <p:sp>
        <p:nvSpPr>
          <p:cNvPr id="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896B0E-F90F-4617-A0CD-0FFD7C8C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263" y="4517946"/>
            <a:ext cx="128588" cy="115729"/>
          </a:xfrm>
          <a:custGeom xmlns:a="http://schemas.openxmlformats.org/drawingml/2006/main">
            <a:pathLst>
              <a:path w="128588" h="115729">
                <a:moveTo>
                  <a:pt x="128588" y="57864"/>
                </a:moveTo>
                <a:lnTo>
                  <a:pt x="0" y="0"/>
                </a:lnTo>
                <a:lnTo>
                  <a:pt x="0" y="11572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91" name="q_tr（並進熱流束）">
            <a:extLst xmlns:a="http://schemas.openxmlformats.org/drawingml/2006/main">
              <a:ext uri="{FF2B5EF4-FFF2-40B4-BE49-F238E27FC236}">
                <a16:creationId xmlns:a16="http://schemas.microsoft.com/office/drawing/2014/main" id="{F19ADE4C-906D-4A44-84A8-3FB6FB83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728" y="4395788"/>
            <a:ext cx="24003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q_tr（並進熱流束）</a:t>
            </a:r>
          </a:p>
        </p:txBody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6F24254-B08F-42C4-9724-FD6E2AA0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978718"/>
            <a:ext cx="1328738" cy="95"/>
          </a:xfrm>
          <a:custGeom xmlns:a="http://schemas.openxmlformats.org/drawingml/2006/main">
            <a:pathLst>
              <a:path w="1328738" h="95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300"/>
            </a:solidFill>
            <a:prstDash val="solid"/>
          </a:ln>
        </p:spPr>
      </p:sp>
      <p:sp>
        <p:nvSpPr>
          <p:cNvPr id="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DFBA8A-C2B8-4071-912A-57EE20A9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263" y="4920853"/>
            <a:ext cx="128588" cy="115729"/>
          </a:xfrm>
          <a:custGeom xmlns:a="http://schemas.openxmlformats.org/drawingml/2006/main">
            <a:pathLst>
              <a:path w="128588" h="115729">
                <a:moveTo>
                  <a:pt x="128588" y="57864"/>
                </a:moveTo>
                <a:lnTo>
                  <a:pt x="0" y="0"/>
                </a:lnTo>
                <a:lnTo>
                  <a:pt x="0" y="115729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94" name="F_th">
            <a:extLst xmlns:a="http://schemas.openxmlformats.org/drawingml/2006/main">
              <a:ext uri="{FF2B5EF4-FFF2-40B4-BE49-F238E27FC236}">
                <a16:creationId xmlns:a16="http://schemas.microsoft.com/office/drawing/2014/main" id="{100B77F5-A898-45A6-BC3C-2782BCAD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90123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F_th</a:t>
            </a:r>
          </a:p>
        </p:txBody>
      </p:sp>
      <p:sp>
        <p:nvSpPr>
          <p:cNvPr id="95" name="F_th = (32/15)(a²/c̄)q_tr">
            <a:extLst xmlns:a="http://schemas.openxmlformats.org/drawingml/2006/main">
              <a:ext uri="{FF2B5EF4-FFF2-40B4-BE49-F238E27FC236}">
                <a16:creationId xmlns:a16="http://schemas.microsoft.com/office/drawing/2014/main" id="{A6E3B49B-6011-415E-A9C6-AB31A7EA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8" y="5133023"/>
            <a:ext cx="5572125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F_th = (32/15)(a²/c̄)q_tr</a:t>
            </a:r>
          </a:p>
        </p:txBody>
      </p:sp>
      <p:sp>
        <p:nvSpPr>
          <p:cNvPr id="9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A4672484-6DEA-45CD-BD3D-2E7E57AD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2724150"/>
            <a:ext cx="3000375" cy="540068"/>
          </a:xfrm>
          <a:custGeom xmlns:a="http://schemas.openxmlformats.org/drawingml/2006/main">
            <a:pathLst>
              <a:path w="3000375" h="540068">
                <a:moveTo>
                  <a:pt x="0" y="540068"/>
                </a:moveTo>
                <a:lnTo>
                  <a:pt x="93486" y="539374"/>
                </a:lnTo>
                <a:lnTo>
                  <a:pt x="184334" y="537333"/>
                </a:lnTo>
                <a:lnTo>
                  <a:pt x="272631" y="534002"/>
                </a:lnTo>
                <a:lnTo>
                  <a:pt x="358462" y="529441"/>
                </a:lnTo>
                <a:lnTo>
                  <a:pt x="441914" y="523708"/>
                </a:lnTo>
                <a:lnTo>
                  <a:pt x="523073" y="516861"/>
                </a:lnTo>
                <a:lnTo>
                  <a:pt x="602025" y="508960"/>
                </a:lnTo>
                <a:lnTo>
                  <a:pt x="678855" y="500063"/>
                </a:lnTo>
                <a:lnTo>
                  <a:pt x="753650" y="490227"/>
                </a:lnTo>
                <a:lnTo>
                  <a:pt x="826495" y="479513"/>
                </a:lnTo>
                <a:lnTo>
                  <a:pt x="897478" y="467978"/>
                </a:lnTo>
                <a:lnTo>
                  <a:pt x="966683" y="455682"/>
                </a:lnTo>
                <a:lnTo>
                  <a:pt x="1034198" y="442682"/>
                </a:lnTo>
                <a:lnTo>
                  <a:pt x="1100107" y="429038"/>
                </a:lnTo>
                <a:lnTo>
                  <a:pt x="1164498" y="414808"/>
                </a:lnTo>
                <a:lnTo>
                  <a:pt x="1227455" y="400050"/>
                </a:lnTo>
                <a:lnTo>
                  <a:pt x="1289066" y="384823"/>
                </a:lnTo>
                <a:lnTo>
                  <a:pt x="1349415" y="369187"/>
                </a:lnTo>
                <a:lnTo>
                  <a:pt x="1408590" y="353198"/>
                </a:lnTo>
                <a:lnTo>
                  <a:pt x="1466676" y="336917"/>
                </a:lnTo>
                <a:lnTo>
                  <a:pt x="1523760" y="320401"/>
                </a:lnTo>
                <a:lnTo>
                  <a:pt x="1579927" y="303710"/>
                </a:lnTo>
                <a:lnTo>
                  <a:pt x="1635263" y="286901"/>
                </a:lnTo>
                <a:lnTo>
                  <a:pt x="1689854" y="270034"/>
                </a:lnTo>
                <a:lnTo>
                  <a:pt x="1743787" y="253166"/>
                </a:lnTo>
                <a:lnTo>
                  <a:pt x="1797147" y="236358"/>
                </a:lnTo>
                <a:lnTo>
                  <a:pt x="1850021" y="219666"/>
                </a:lnTo>
                <a:lnTo>
                  <a:pt x="1902495" y="203150"/>
                </a:lnTo>
                <a:lnTo>
                  <a:pt x="1954654" y="186869"/>
                </a:lnTo>
                <a:lnTo>
                  <a:pt x="2006584" y="170881"/>
                </a:lnTo>
                <a:lnTo>
                  <a:pt x="2058373" y="155244"/>
                </a:lnTo>
                <a:lnTo>
                  <a:pt x="2110105" y="140018"/>
                </a:lnTo>
                <a:lnTo>
                  <a:pt x="2161867" y="125260"/>
                </a:lnTo>
                <a:lnTo>
                  <a:pt x="2213745" y="111030"/>
                </a:lnTo>
                <a:lnTo>
                  <a:pt x="2265824" y="97385"/>
                </a:lnTo>
                <a:lnTo>
                  <a:pt x="2318192" y="84386"/>
                </a:lnTo>
                <a:lnTo>
                  <a:pt x="2370933" y="72089"/>
                </a:lnTo>
                <a:lnTo>
                  <a:pt x="2424134" y="60554"/>
                </a:lnTo>
                <a:lnTo>
                  <a:pt x="2477882" y="49840"/>
                </a:lnTo>
                <a:lnTo>
                  <a:pt x="2532261" y="40005"/>
                </a:lnTo>
                <a:lnTo>
                  <a:pt x="2587358" y="31107"/>
                </a:lnTo>
                <a:lnTo>
                  <a:pt x="2643260" y="23206"/>
                </a:lnTo>
                <a:lnTo>
                  <a:pt x="2700052" y="16359"/>
                </a:lnTo>
                <a:lnTo>
                  <a:pt x="2757820" y="10626"/>
                </a:lnTo>
                <a:lnTo>
                  <a:pt x="2816650" y="6065"/>
                </a:lnTo>
                <a:lnTo>
                  <a:pt x="2876629" y="2735"/>
                </a:lnTo>
                <a:lnTo>
                  <a:pt x="2937842" y="693"/>
                </a:lnTo>
                <a:lnTo>
                  <a:pt x="300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9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B3C0DC0-12A8-4513-A99E-BAB2DF8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2724150"/>
            <a:ext cx="2803207" cy="574015"/>
          </a:xfrm>
          <a:custGeom xmlns:a="http://schemas.openxmlformats.org/drawingml/2006/main">
            <a:pathLst>
              <a:path w="2803207" h="574015">
                <a:moveTo>
                  <a:pt x="0" y="0"/>
                </a:moveTo>
                <a:lnTo>
                  <a:pt x="54411" y="737"/>
                </a:lnTo>
                <a:lnTo>
                  <a:pt x="108371" y="2907"/>
                </a:lnTo>
                <a:lnTo>
                  <a:pt x="161921" y="6446"/>
                </a:lnTo>
                <a:lnTo>
                  <a:pt x="215101" y="11294"/>
                </a:lnTo>
                <a:lnTo>
                  <a:pt x="267952" y="17388"/>
                </a:lnTo>
                <a:lnTo>
                  <a:pt x="320514" y="24665"/>
                </a:lnTo>
                <a:lnTo>
                  <a:pt x="372828" y="33063"/>
                </a:lnTo>
                <a:lnTo>
                  <a:pt x="424934" y="42520"/>
                </a:lnTo>
                <a:lnTo>
                  <a:pt x="476873" y="52973"/>
                </a:lnTo>
                <a:lnTo>
                  <a:pt x="528684" y="64361"/>
                </a:lnTo>
                <a:lnTo>
                  <a:pt x="580409" y="76620"/>
                </a:lnTo>
                <a:lnTo>
                  <a:pt x="632088" y="89690"/>
                </a:lnTo>
                <a:lnTo>
                  <a:pt x="683761" y="103507"/>
                </a:lnTo>
                <a:lnTo>
                  <a:pt x="735470" y="118008"/>
                </a:lnTo>
                <a:lnTo>
                  <a:pt x="787253" y="133133"/>
                </a:lnTo>
                <a:lnTo>
                  <a:pt x="839153" y="148819"/>
                </a:lnTo>
                <a:lnTo>
                  <a:pt x="891208" y="165002"/>
                </a:lnTo>
                <a:lnTo>
                  <a:pt x="943461" y="181622"/>
                </a:lnTo>
                <a:lnTo>
                  <a:pt x="995950" y="198615"/>
                </a:lnTo>
                <a:lnTo>
                  <a:pt x="1048717" y="215920"/>
                </a:lnTo>
                <a:lnTo>
                  <a:pt x="1101803" y="233474"/>
                </a:lnTo>
                <a:lnTo>
                  <a:pt x="1155247" y="251214"/>
                </a:lnTo>
                <a:lnTo>
                  <a:pt x="1209090" y="269080"/>
                </a:lnTo>
                <a:lnTo>
                  <a:pt x="1263372" y="287007"/>
                </a:lnTo>
                <a:lnTo>
                  <a:pt x="1318135" y="304935"/>
                </a:lnTo>
                <a:lnTo>
                  <a:pt x="1373418" y="322800"/>
                </a:lnTo>
                <a:lnTo>
                  <a:pt x="1429261" y="340541"/>
                </a:lnTo>
                <a:lnTo>
                  <a:pt x="1485707" y="358095"/>
                </a:lnTo>
                <a:lnTo>
                  <a:pt x="1542794" y="375399"/>
                </a:lnTo>
                <a:lnTo>
                  <a:pt x="1600563" y="392393"/>
                </a:lnTo>
                <a:lnTo>
                  <a:pt x="1659055" y="409012"/>
                </a:lnTo>
                <a:lnTo>
                  <a:pt x="1718310" y="425196"/>
                </a:lnTo>
                <a:lnTo>
                  <a:pt x="1778369" y="440881"/>
                </a:lnTo>
                <a:lnTo>
                  <a:pt x="1839272" y="456006"/>
                </a:lnTo>
                <a:lnTo>
                  <a:pt x="1901060" y="470508"/>
                </a:lnTo>
                <a:lnTo>
                  <a:pt x="1963772" y="484325"/>
                </a:lnTo>
                <a:lnTo>
                  <a:pt x="2027450" y="497394"/>
                </a:lnTo>
                <a:lnTo>
                  <a:pt x="2092135" y="509654"/>
                </a:lnTo>
                <a:lnTo>
                  <a:pt x="2157865" y="521042"/>
                </a:lnTo>
                <a:lnTo>
                  <a:pt x="2224683" y="531495"/>
                </a:lnTo>
                <a:lnTo>
                  <a:pt x="2292628" y="540952"/>
                </a:lnTo>
                <a:lnTo>
                  <a:pt x="2361740" y="549350"/>
                </a:lnTo>
                <a:lnTo>
                  <a:pt x="2432062" y="556627"/>
                </a:lnTo>
                <a:lnTo>
                  <a:pt x="2503631" y="562720"/>
                </a:lnTo>
                <a:lnTo>
                  <a:pt x="2576490" y="567568"/>
                </a:lnTo>
                <a:lnTo>
                  <a:pt x="2650679" y="571108"/>
                </a:lnTo>
                <a:lnTo>
                  <a:pt x="2726238" y="573278"/>
                </a:lnTo>
                <a:lnTo>
                  <a:pt x="2803207" y="574015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CAC390-E073-4C85-BAB2-12E2CFC0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3165031"/>
            <a:ext cx="122691" cy="29627"/>
          </a:xfrm>
          <a:custGeom xmlns:a="http://schemas.openxmlformats.org/drawingml/2006/main">
            <a:pathLst>
              <a:path w="122691" h="29627">
                <a:moveTo>
                  <a:pt x="0" y="0"/>
                </a:moveTo>
                <a:lnTo>
                  <a:pt x="122691" y="29627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0D29D1-88B6-4245-A876-0DFA1FA6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315" y="3130635"/>
            <a:ext cx="102650" cy="83330"/>
          </a:xfrm>
          <a:custGeom xmlns:a="http://schemas.openxmlformats.org/drawingml/2006/main">
            <a:pathLst>
              <a:path w="102650" h="83330">
                <a:moveTo>
                  <a:pt x="102650" y="64023"/>
                </a:moveTo>
                <a:lnTo>
                  <a:pt x="20122" y="0"/>
                </a:lnTo>
                <a:lnTo>
                  <a:pt x="0" y="8333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40C7A69-8FD5-4A47-AF9B-FD19BF50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2621280"/>
            <a:ext cx="3000375" cy="480060"/>
          </a:xfrm>
          <a:custGeom xmlns:a="http://schemas.openxmlformats.org/drawingml/2006/main">
            <a:pathLst>
              <a:path w="3000375" h="480060">
                <a:moveTo>
                  <a:pt x="0" y="480060"/>
                </a:moveTo>
                <a:lnTo>
                  <a:pt x="93486" y="479444"/>
                </a:lnTo>
                <a:lnTo>
                  <a:pt x="184334" y="477629"/>
                </a:lnTo>
                <a:lnTo>
                  <a:pt x="272631" y="474669"/>
                </a:lnTo>
                <a:lnTo>
                  <a:pt x="358462" y="470614"/>
                </a:lnTo>
                <a:lnTo>
                  <a:pt x="441914" y="465518"/>
                </a:lnTo>
                <a:lnTo>
                  <a:pt x="523073" y="459432"/>
                </a:lnTo>
                <a:lnTo>
                  <a:pt x="602025" y="452409"/>
                </a:lnTo>
                <a:lnTo>
                  <a:pt x="678855" y="444500"/>
                </a:lnTo>
                <a:lnTo>
                  <a:pt x="753650" y="435758"/>
                </a:lnTo>
                <a:lnTo>
                  <a:pt x="826495" y="426234"/>
                </a:lnTo>
                <a:lnTo>
                  <a:pt x="897478" y="415981"/>
                </a:lnTo>
                <a:lnTo>
                  <a:pt x="966683" y="405051"/>
                </a:lnTo>
                <a:lnTo>
                  <a:pt x="1034198" y="393495"/>
                </a:lnTo>
                <a:lnTo>
                  <a:pt x="1100107" y="381367"/>
                </a:lnTo>
                <a:lnTo>
                  <a:pt x="1164498" y="368718"/>
                </a:lnTo>
                <a:lnTo>
                  <a:pt x="1227455" y="355600"/>
                </a:lnTo>
                <a:lnTo>
                  <a:pt x="1289066" y="342065"/>
                </a:lnTo>
                <a:lnTo>
                  <a:pt x="1349415" y="328166"/>
                </a:lnTo>
                <a:lnTo>
                  <a:pt x="1408590" y="313954"/>
                </a:lnTo>
                <a:lnTo>
                  <a:pt x="1466676" y="299482"/>
                </a:lnTo>
                <a:lnTo>
                  <a:pt x="1523760" y="284801"/>
                </a:lnTo>
                <a:lnTo>
                  <a:pt x="1579927" y="269964"/>
                </a:lnTo>
                <a:lnTo>
                  <a:pt x="1635263" y="255023"/>
                </a:lnTo>
                <a:lnTo>
                  <a:pt x="1689854" y="240030"/>
                </a:lnTo>
                <a:lnTo>
                  <a:pt x="1743787" y="225037"/>
                </a:lnTo>
                <a:lnTo>
                  <a:pt x="1797147" y="210096"/>
                </a:lnTo>
                <a:lnTo>
                  <a:pt x="1850021" y="195259"/>
                </a:lnTo>
                <a:lnTo>
                  <a:pt x="1902495" y="180578"/>
                </a:lnTo>
                <a:lnTo>
                  <a:pt x="1954654" y="166106"/>
                </a:lnTo>
                <a:lnTo>
                  <a:pt x="2006584" y="151894"/>
                </a:lnTo>
                <a:lnTo>
                  <a:pt x="2058373" y="137995"/>
                </a:lnTo>
                <a:lnTo>
                  <a:pt x="2110105" y="124460"/>
                </a:lnTo>
                <a:lnTo>
                  <a:pt x="2161867" y="111342"/>
                </a:lnTo>
                <a:lnTo>
                  <a:pt x="2213745" y="98693"/>
                </a:lnTo>
                <a:lnTo>
                  <a:pt x="2265824" y="86565"/>
                </a:lnTo>
                <a:lnTo>
                  <a:pt x="2318192" y="75009"/>
                </a:lnTo>
                <a:lnTo>
                  <a:pt x="2370933" y="64079"/>
                </a:lnTo>
                <a:lnTo>
                  <a:pt x="2424134" y="53826"/>
                </a:lnTo>
                <a:lnTo>
                  <a:pt x="2477882" y="44302"/>
                </a:lnTo>
                <a:lnTo>
                  <a:pt x="2532261" y="35560"/>
                </a:lnTo>
                <a:lnTo>
                  <a:pt x="2587358" y="27651"/>
                </a:lnTo>
                <a:lnTo>
                  <a:pt x="2643260" y="20628"/>
                </a:lnTo>
                <a:lnTo>
                  <a:pt x="2700052" y="14542"/>
                </a:lnTo>
                <a:lnTo>
                  <a:pt x="2757820" y="9446"/>
                </a:lnTo>
                <a:lnTo>
                  <a:pt x="2816650" y="5391"/>
                </a:lnTo>
                <a:lnTo>
                  <a:pt x="2876629" y="2431"/>
                </a:lnTo>
                <a:lnTo>
                  <a:pt x="2937842" y="616"/>
                </a:lnTo>
                <a:lnTo>
                  <a:pt x="300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0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B3F4401-9E26-48F8-AC09-4EF14837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2621280"/>
            <a:ext cx="2803207" cy="567757"/>
          </a:xfrm>
          <a:custGeom xmlns:a="http://schemas.openxmlformats.org/drawingml/2006/main">
            <a:pathLst>
              <a:path w="2803207" h="567757">
                <a:moveTo>
                  <a:pt x="0" y="0"/>
                </a:moveTo>
                <a:lnTo>
                  <a:pt x="54411" y="729"/>
                </a:lnTo>
                <a:lnTo>
                  <a:pt x="108371" y="2875"/>
                </a:lnTo>
                <a:lnTo>
                  <a:pt x="161921" y="6376"/>
                </a:lnTo>
                <a:lnTo>
                  <a:pt x="215101" y="11171"/>
                </a:lnTo>
                <a:lnTo>
                  <a:pt x="267952" y="17198"/>
                </a:lnTo>
                <a:lnTo>
                  <a:pt x="320514" y="24396"/>
                </a:lnTo>
                <a:lnTo>
                  <a:pt x="372828" y="32702"/>
                </a:lnTo>
                <a:lnTo>
                  <a:pt x="424934" y="42056"/>
                </a:lnTo>
                <a:lnTo>
                  <a:pt x="476873" y="52396"/>
                </a:lnTo>
                <a:lnTo>
                  <a:pt x="528684" y="63659"/>
                </a:lnTo>
                <a:lnTo>
                  <a:pt x="580409" y="75785"/>
                </a:lnTo>
                <a:lnTo>
                  <a:pt x="632088" y="88712"/>
                </a:lnTo>
                <a:lnTo>
                  <a:pt x="683761" y="102378"/>
                </a:lnTo>
                <a:lnTo>
                  <a:pt x="735470" y="116722"/>
                </a:lnTo>
                <a:lnTo>
                  <a:pt x="787253" y="131682"/>
                </a:lnTo>
                <a:lnTo>
                  <a:pt x="839153" y="147196"/>
                </a:lnTo>
                <a:lnTo>
                  <a:pt x="891208" y="163203"/>
                </a:lnTo>
                <a:lnTo>
                  <a:pt x="943461" y="179642"/>
                </a:lnTo>
                <a:lnTo>
                  <a:pt x="995950" y="196450"/>
                </a:lnTo>
                <a:lnTo>
                  <a:pt x="1048717" y="213566"/>
                </a:lnTo>
                <a:lnTo>
                  <a:pt x="1101803" y="230928"/>
                </a:lnTo>
                <a:lnTo>
                  <a:pt x="1155247" y="248476"/>
                </a:lnTo>
                <a:lnTo>
                  <a:pt x="1209090" y="266146"/>
                </a:lnTo>
                <a:lnTo>
                  <a:pt x="1263372" y="283878"/>
                </a:lnTo>
                <a:lnTo>
                  <a:pt x="1318135" y="301610"/>
                </a:lnTo>
                <a:lnTo>
                  <a:pt x="1373418" y="319281"/>
                </a:lnTo>
                <a:lnTo>
                  <a:pt x="1429261" y="336828"/>
                </a:lnTo>
                <a:lnTo>
                  <a:pt x="1485707" y="354191"/>
                </a:lnTo>
                <a:lnTo>
                  <a:pt x="1542794" y="371307"/>
                </a:lnTo>
                <a:lnTo>
                  <a:pt x="1600563" y="388115"/>
                </a:lnTo>
                <a:lnTo>
                  <a:pt x="1659055" y="404553"/>
                </a:lnTo>
                <a:lnTo>
                  <a:pt x="1718310" y="420561"/>
                </a:lnTo>
                <a:lnTo>
                  <a:pt x="1778369" y="436075"/>
                </a:lnTo>
                <a:lnTo>
                  <a:pt x="1839272" y="451035"/>
                </a:lnTo>
                <a:lnTo>
                  <a:pt x="1901060" y="465379"/>
                </a:lnTo>
                <a:lnTo>
                  <a:pt x="1963772" y="479045"/>
                </a:lnTo>
                <a:lnTo>
                  <a:pt x="2027450" y="491972"/>
                </a:lnTo>
                <a:lnTo>
                  <a:pt x="2092135" y="504098"/>
                </a:lnTo>
                <a:lnTo>
                  <a:pt x="2157865" y="515361"/>
                </a:lnTo>
                <a:lnTo>
                  <a:pt x="2224683" y="525701"/>
                </a:lnTo>
                <a:lnTo>
                  <a:pt x="2292628" y="535054"/>
                </a:lnTo>
                <a:lnTo>
                  <a:pt x="2361740" y="543361"/>
                </a:lnTo>
                <a:lnTo>
                  <a:pt x="2432062" y="550558"/>
                </a:lnTo>
                <a:lnTo>
                  <a:pt x="2503631" y="556586"/>
                </a:lnTo>
                <a:lnTo>
                  <a:pt x="2576490" y="561381"/>
                </a:lnTo>
                <a:lnTo>
                  <a:pt x="2650679" y="564882"/>
                </a:lnTo>
                <a:lnTo>
                  <a:pt x="2726238" y="567028"/>
                </a:lnTo>
                <a:lnTo>
                  <a:pt x="2803207" y="567757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83B9A8-8F4A-4CB8-AB05-06DF047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3057355"/>
            <a:ext cx="122691" cy="29304"/>
          </a:xfrm>
          <a:custGeom xmlns:a="http://schemas.openxmlformats.org/drawingml/2006/main">
            <a:pathLst>
              <a:path w="122691" h="29304">
                <a:moveTo>
                  <a:pt x="0" y="0"/>
                </a:moveTo>
                <a:lnTo>
                  <a:pt x="122691" y="29304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6364AD-6753-42F1-9862-6B576240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363" y="3022841"/>
            <a:ext cx="102601" cy="83380"/>
          </a:xfrm>
          <a:custGeom xmlns:a="http://schemas.openxmlformats.org/drawingml/2006/main">
            <a:pathLst>
              <a:path w="102601" h="83380">
                <a:moveTo>
                  <a:pt x="102601" y="63817"/>
                </a:moveTo>
                <a:lnTo>
                  <a:pt x="19915" y="0"/>
                </a:lnTo>
                <a:lnTo>
                  <a:pt x="0" y="8338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0889D0B-E808-42C7-A2E5-50D00736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2518410"/>
            <a:ext cx="3000375" cy="420053"/>
          </a:xfrm>
          <a:custGeom xmlns:a="http://schemas.openxmlformats.org/drawingml/2006/main">
            <a:pathLst>
              <a:path w="3000375" h="420053">
                <a:moveTo>
                  <a:pt x="0" y="420053"/>
                </a:moveTo>
                <a:lnTo>
                  <a:pt x="93486" y="419513"/>
                </a:lnTo>
                <a:lnTo>
                  <a:pt x="184334" y="417925"/>
                </a:lnTo>
                <a:lnTo>
                  <a:pt x="272631" y="415335"/>
                </a:lnTo>
                <a:lnTo>
                  <a:pt x="358462" y="411788"/>
                </a:lnTo>
                <a:lnTo>
                  <a:pt x="441914" y="407328"/>
                </a:lnTo>
                <a:lnTo>
                  <a:pt x="523073" y="402003"/>
                </a:lnTo>
                <a:lnTo>
                  <a:pt x="602025" y="395858"/>
                </a:lnTo>
                <a:lnTo>
                  <a:pt x="678855" y="388938"/>
                </a:lnTo>
                <a:lnTo>
                  <a:pt x="753650" y="381288"/>
                </a:lnTo>
                <a:lnTo>
                  <a:pt x="826495" y="372955"/>
                </a:lnTo>
                <a:lnTo>
                  <a:pt x="897478" y="363983"/>
                </a:lnTo>
                <a:lnTo>
                  <a:pt x="966683" y="354419"/>
                </a:lnTo>
                <a:lnTo>
                  <a:pt x="1034198" y="344308"/>
                </a:lnTo>
                <a:lnTo>
                  <a:pt x="1100107" y="333696"/>
                </a:lnTo>
                <a:lnTo>
                  <a:pt x="1164498" y="322628"/>
                </a:lnTo>
                <a:lnTo>
                  <a:pt x="1227455" y="311150"/>
                </a:lnTo>
                <a:lnTo>
                  <a:pt x="1289066" y="299307"/>
                </a:lnTo>
                <a:lnTo>
                  <a:pt x="1349415" y="287145"/>
                </a:lnTo>
                <a:lnTo>
                  <a:pt x="1408590" y="274710"/>
                </a:lnTo>
                <a:lnTo>
                  <a:pt x="1466676" y="262047"/>
                </a:lnTo>
                <a:lnTo>
                  <a:pt x="1523760" y="249201"/>
                </a:lnTo>
                <a:lnTo>
                  <a:pt x="1579927" y="236219"/>
                </a:lnTo>
                <a:lnTo>
                  <a:pt x="1635263" y="223145"/>
                </a:lnTo>
                <a:lnTo>
                  <a:pt x="1689854" y="210026"/>
                </a:lnTo>
                <a:lnTo>
                  <a:pt x="1743787" y="196907"/>
                </a:lnTo>
                <a:lnTo>
                  <a:pt x="1797147" y="183834"/>
                </a:lnTo>
                <a:lnTo>
                  <a:pt x="1850021" y="170851"/>
                </a:lnTo>
                <a:lnTo>
                  <a:pt x="1902495" y="158006"/>
                </a:lnTo>
                <a:lnTo>
                  <a:pt x="1954654" y="145343"/>
                </a:lnTo>
                <a:lnTo>
                  <a:pt x="2006584" y="132907"/>
                </a:lnTo>
                <a:lnTo>
                  <a:pt x="2058373" y="120745"/>
                </a:lnTo>
                <a:lnTo>
                  <a:pt x="2110105" y="108903"/>
                </a:lnTo>
                <a:lnTo>
                  <a:pt x="2161867" y="97424"/>
                </a:lnTo>
                <a:lnTo>
                  <a:pt x="2213745" y="86356"/>
                </a:lnTo>
                <a:lnTo>
                  <a:pt x="2265824" y="75744"/>
                </a:lnTo>
                <a:lnTo>
                  <a:pt x="2318192" y="65633"/>
                </a:lnTo>
                <a:lnTo>
                  <a:pt x="2370933" y="56069"/>
                </a:lnTo>
                <a:lnTo>
                  <a:pt x="2424134" y="47098"/>
                </a:lnTo>
                <a:lnTo>
                  <a:pt x="2477882" y="38765"/>
                </a:lnTo>
                <a:lnTo>
                  <a:pt x="2532261" y="31115"/>
                </a:lnTo>
                <a:lnTo>
                  <a:pt x="2587358" y="24195"/>
                </a:lnTo>
                <a:lnTo>
                  <a:pt x="2643260" y="18049"/>
                </a:lnTo>
                <a:lnTo>
                  <a:pt x="2700052" y="12724"/>
                </a:lnTo>
                <a:lnTo>
                  <a:pt x="2757820" y="8265"/>
                </a:lnTo>
                <a:lnTo>
                  <a:pt x="2816650" y="4717"/>
                </a:lnTo>
                <a:lnTo>
                  <a:pt x="2876629" y="2127"/>
                </a:lnTo>
                <a:lnTo>
                  <a:pt x="2937842" y="539"/>
                </a:lnTo>
                <a:lnTo>
                  <a:pt x="300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0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B54B59D-E86D-4634-B8EB-76399678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2518410"/>
            <a:ext cx="2803207" cy="561499"/>
          </a:xfrm>
          <a:custGeom xmlns:a="http://schemas.openxmlformats.org/drawingml/2006/main">
            <a:pathLst>
              <a:path w="2803207" h="561499">
                <a:moveTo>
                  <a:pt x="0" y="0"/>
                </a:moveTo>
                <a:lnTo>
                  <a:pt x="54411" y="721"/>
                </a:lnTo>
                <a:lnTo>
                  <a:pt x="108371" y="2843"/>
                </a:lnTo>
                <a:lnTo>
                  <a:pt x="161921" y="6306"/>
                </a:lnTo>
                <a:lnTo>
                  <a:pt x="215101" y="11048"/>
                </a:lnTo>
                <a:lnTo>
                  <a:pt x="267952" y="17009"/>
                </a:lnTo>
                <a:lnTo>
                  <a:pt x="320514" y="24127"/>
                </a:lnTo>
                <a:lnTo>
                  <a:pt x="372828" y="32342"/>
                </a:lnTo>
                <a:lnTo>
                  <a:pt x="424934" y="41593"/>
                </a:lnTo>
                <a:lnTo>
                  <a:pt x="476873" y="51818"/>
                </a:lnTo>
                <a:lnTo>
                  <a:pt x="528684" y="62957"/>
                </a:lnTo>
                <a:lnTo>
                  <a:pt x="580409" y="74950"/>
                </a:lnTo>
                <a:lnTo>
                  <a:pt x="632088" y="87734"/>
                </a:lnTo>
                <a:lnTo>
                  <a:pt x="683761" y="101250"/>
                </a:lnTo>
                <a:lnTo>
                  <a:pt x="735470" y="115435"/>
                </a:lnTo>
                <a:lnTo>
                  <a:pt x="787253" y="130230"/>
                </a:lnTo>
                <a:lnTo>
                  <a:pt x="839153" y="145574"/>
                </a:lnTo>
                <a:lnTo>
                  <a:pt x="891208" y="161404"/>
                </a:lnTo>
                <a:lnTo>
                  <a:pt x="943461" y="177662"/>
                </a:lnTo>
                <a:lnTo>
                  <a:pt x="995950" y="194284"/>
                </a:lnTo>
                <a:lnTo>
                  <a:pt x="1048717" y="211212"/>
                </a:lnTo>
                <a:lnTo>
                  <a:pt x="1101803" y="228383"/>
                </a:lnTo>
                <a:lnTo>
                  <a:pt x="1155247" y="245737"/>
                </a:lnTo>
                <a:lnTo>
                  <a:pt x="1209090" y="263213"/>
                </a:lnTo>
                <a:lnTo>
                  <a:pt x="1263372" y="280749"/>
                </a:lnTo>
                <a:lnTo>
                  <a:pt x="1318135" y="298286"/>
                </a:lnTo>
                <a:lnTo>
                  <a:pt x="1373418" y="315762"/>
                </a:lnTo>
                <a:lnTo>
                  <a:pt x="1429261" y="333116"/>
                </a:lnTo>
                <a:lnTo>
                  <a:pt x="1485707" y="350287"/>
                </a:lnTo>
                <a:lnTo>
                  <a:pt x="1542794" y="367214"/>
                </a:lnTo>
                <a:lnTo>
                  <a:pt x="1600563" y="383837"/>
                </a:lnTo>
                <a:lnTo>
                  <a:pt x="1659055" y="400094"/>
                </a:lnTo>
                <a:lnTo>
                  <a:pt x="1718310" y="415925"/>
                </a:lnTo>
                <a:lnTo>
                  <a:pt x="1778369" y="431268"/>
                </a:lnTo>
                <a:lnTo>
                  <a:pt x="1839272" y="446063"/>
                </a:lnTo>
                <a:lnTo>
                  <a:pt x="1901060" y="460249"/>
                </a:lnTo>
                <a:lnTo>
                  <a:pt x="1963772" y="473765"/>
                </a:lnTo>
                <a:lnTo>
                  <a:pt x="2027450" y="486549"/>
                </a:lnTo>
                <a:lnTo>
                  <a:pt x="2092135" y="498541"/>
                </a:lnTo>
                <a:lnTo>
                  <a:pt x="2157865" y="509681"/>
                </a:lnTo>
                <a:lnTo>
                  <a:pt x="2224683" y="519906"/>
                </a:lnTo>
                <a:lnTo>
                  <a:pt x="2292628" y="529157"/>
                </a:lnTo>
                <a:lnTo>
                  <a:pt x="2361740" y="537372"/>
                </a:lnTo>
                <a:lnTo>
                  <a:pt x="2432062" y="544490"/>
                </a:lnTo>
                <a:lnTo>
                  <a:pt x="2503631" y="550451"/>
                </a:lnTo>
                <a:lnTo>
                  <a:pt x="2576490" y="555193"/>
                </a:lnTo>
                <a:lnTo>
                  <a:pt x="2650679" y="558656"/>
                </a:lnTo>
                <a:lnTo>
                  <a:pt x="2726238" y="560778"/>
                </a:lnTo>
                <a:lnTo>
                  <a:pt x="2803207" y="561499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FCDEC4-58CE-427F-B833-8BA10CF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2949678"/>
            <a:ext cx="122691" cy="28981"/>
          </a:xfrm>
          <a:custGeom xmlns:a="http://schemas.openxmlformats.org/drawingml/2006/main">
            <a:pathLst>
              <a:path w="122691" h="28981">
                <a:moveTo>
                  <a:pt x="0" y="0"/>
                </a:moveTo>
                <a:lnTo>
                  <a:pt x="122691" y="28981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6EC2BF-E8FC-4AA4-842F-33635DB6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412" y="2915048"/>
            <a:ext cx="102552" cy="83429"/>
          </a:xfrm>
          <a:custGeom xmlns:a="http://schemas.openxmlformats.org/drawingml/2006/main">
            <a:pathLst>
              <a:path w="102552" h="83429">
                <a:moveTo>
                  <a:pt x="102552" y="63611"/>
                </a:moveTo>
                <a:lnTo>
                  <a:pt x="19707" y="0"/>
                </a:lnTo>
                <a:lnTo>
                  <a:pt x="0" y="83429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A00980FF-9F06-461D-86A7-9298BA30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2415540"/>
            <a:ext cx="3000375" cy="360045"/>
          </a:xfrm>
          <a:custGeom xmlns:a="http://schemas.openxmlformats.org/drawingml/2006/main">
            <a:pathLst>
              <a:path w="3000375" h="360045">
                <a:moveTo>
                  <a:pt x="0" y="360045"/>
                </a:moveTo>
                <a:lnTo>
                  <a:pt x="93486" y="359583"/>
                </a:lnTo>
                <a:lnTo>
                  <a:pt x="184334" y="358222"/>
                </a:lnTo>
                <a:lnTo>
                  <a:pt x="272631" y="356002"/>
                </a:lnTo>
                <a:lnTo>
                  <a:pt x="358462" y="352961"/>
                </a:lnTo>
                <a:lnTo>
                  <a:pt x="441914" y="349139"/>
                </a:lnTo>
                <a:lnTo>
                  <a:pt x="523073" y="344574"/>
                </a:lnTo>
                <a:lnTo>
                  <a:pt x="602025" y="339307"/>
                </a:lnTo>
                <a:lnTo>
                  <a:pt x="678855" y="333375"/>
                </a:lnTo>
                <a:lnTo>
                  <a:pt x="753650" y="326818"/>
                </a:lnTo>
                <a:lnTo>
                  <a:pt x="826495" y="319675"/>
                </a:lnTo>
                <a:lnTo>
                  <a:pt x="897478" y="311986"/>
                </a:lnTo>
                <a:lnTo>
                  <a:pt x="966683" y="303788"/>
                </a:lnTo>
                <a:lnTo>
                  <a:pt x="1034198" y="295122"/>
                </a:lnTo>
                <a:lnTo>
                  <a:pt x="1100107" y="286025"/>
                </a:lnTo>
                <a:lnTo>
                  <a:pt x="1164498" y="276538"/>
                </a:lnTo>
                <a:lnTo>
                  <a:pt x="1227455" y="266700"/>
                </a:lnTo>
                <a:lnTo>
                  <a:pt x="1289066" y="256549"/>
                </a:lnTo>
                <a:lnTo>
                  <a:pt x="1349415" y="246125"/>
                </a:lnTo>
                <a:lnTo>
                  <a:pt x="1408590" y="235466"/>
                </a:lnTo>
                <a:lnTo>
                  <a:pt x="1466676" y="224611"/>
                </a:lnTo>
                <a:lnTo>
                  <a:pt x="1523760" y="213601"/>
                </a:lnTo>
                <a:lnTo>
                  <a:pt x="1579927" y="202473"/>
                </a:lnTo>
                <a:lnTo>
                  <a:pt x="1635263" y="191267"/>
                </a:lnTo>
                <a:lnTo>
                  <a:pt x="1689854" y="180022"/>
                </a:lnTo>
                <a:lnTo>
                  <a:pt x="1743787" y="168778"/>
                </a:lnTo>
                <a:lnTo>
                  <a:pt x="1797147" y="157572"/>
                </a:lnTo>
                <a:lnTo>
                  <a:pt x="1850021" y="146444"/>
                </a:lnTo>
                <a:lnTo>
                  <a:pt x="1902495" y="135434"/>
                </a:lnTo>
                <a:lnTo>
                  <a:pt x="1954654" y="124579"/>
                </a:lnTo>
                <a:lnTo>
                  <a:pt x="2006584" y="113920"/>
                </a:lnTo>
                <a:lnTo>
                  <a:pt x="2058373" y="103496"/>
                </a:lnTo>
                <a:lnTo>
                  <a:pt x="2110105" y="93345"/>
                </a:lnTo>
                <a:lnTo>
                  <a:pt x="2161867" y="83507"/>
                </a:lnTo>
                <a:lnTo>
                  <a:pt x="2213745" y="74020"/>
                </a:lnTo>
                <a:lnTo>
                  <a:pt x="2265824" y="64923"/>
                </a:lnTo>
                <a:lnTo>
                  <a:pt x="2318192" y="56257"/>
                </a:lnTo>
                <a:lnTo>
                  <a:pt x="2370933" y="48059"/>
                </a:lnTo>
                <a:lnTo>
                  <a:pt x="2424134" y="40370"/>
                </a:lnTo>
                <a:lnTo>
                  <a:pt x="2477882" y="33227"/>
                </a:lnTo>
                <a:lnTo>
                  <a:pt x="2532261" y="26670"/>
                </a:lnTo>
                <a:lnTo>
                  <a:pt x="2587358" y="20738"/>
                </a:lnTo>
                <a:lnTo>
                  <a:pt x="2643260" y="15471"/>
                </a:lnTo>
                <a:lnTo>
                  <a:pt x="2700052" y="10906"/>
                </a:lnTo>
                <a:lnTo>
                  <a:pt x="2757820" y="7084"/>
                </a:lnTo>
                <a:lnTo>
                  <a:pt x="2816650" y="4043"/>
                </a:lnTo>
                <a:lnTo>
                  <a:pt x="2876629" y="1823"/>
                </a:lnTo>
                <a:lnTo>
                  <a:pt x="2937842" y="462"/>
                </a:lnTo>
                <a:lnTo>
                  <a:pt x="300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09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F2B435E-C951-4057-BCA4-6167A596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2415540"/>
            <a:ext cx="2803207" cy="555241"/>
          </a:xfrm>
          <a:custGeom xmlns:a="http://schemas.openxmlformats.org/drawingml/2006/main">
            <a:pathLst>
              <a:path w="2803207" h="555241">
                <a:moveTo>
                  <a:pt x="0" y="0"/>
                </a:moveTo>
                <a:lnTo>
                  <a:pt x="54411" y="713"/>
                </a:lnTo>
                <a:lnTo>
                  <a:pt x="108371" y="2812"/>
                </a:lnTo>
                <a:lnTo>
                  <a:pt x="161921" y="6236"/>
                </a:lnTo>
                <a:lnTo>
                  <a:pt x="215101" y="10925"/>
                </a:lnTo>
                <a:lnTo>
                  <a:pt x="267952" y="16819"/>
                </a:lnTo>
                <a:lnTo>
                  <a:pt x="320514" y="23858"/>
                </a:lnTo>
                <a:lnTo>
                  <a:pt x="372828" y="31981"/>
                </a:lnTo>
                <a:lnTo>
                  <a:pt x="424934" y="41129"/>
                </a:lnTo>
                <a:lnTo>
                  <a:pt x="476873" y="51240"/>
                </a:lnTo>
                <a:lnTo>
                  <a:pt x="528684" y="62256"/>
                </a:lnTo>
                <a:lnTo>
                  <a:pt x="580409" y="74114"/>
                </a:lnTo>
                <a:lnTo>
                  <a:pt x="632088" y="86756"/>
                </a:lnTo>
                <a:lnTo>
                  <a:pt x="683761" y="100121"/>
                </a:lnTo>
                <a:lnTo>
                  <a:pt x="735470" y="114149"/>
                </a:lnTo>
                <a:lnTo>
                  <a:pt x="787253" y="128779"/>
                </a:lnTo>
                <a:lnTo>
                  <a:pt x="839153" y="143951"/>
                </a:lnTo>
                <a:lnTo>
                  <a:pt x="891208" y="159606"/>
                </a:lnTo>
                <a:lnTo>
                  <a:pt x="943461" y="175682"/>
                </a:lnTo>
                <a:lnTo>
                  <a:pt x="995950" y="192119"/>
                </a:lnTo>
                <a:lnTo>
                  <a:pt x="1048717" y="208858"/>
                </a:lnTo>
                <a:lnTo>
                  <a:pt x="1101803" y="225838"/>
                </a:lnTo>
                <a:lnTo>
                  <a:pt x="1155247" y="242998"/>
                </a:lnTo>
                <a:lnTo>
                  <a:pt x="1209090" y="260279"/>
                </a:lnTo>
                <a:lnTo>
                  <a:pt x="1263372" y="277620"/>
                </a:lnTo>
                <a:lnTo>
                  <a:pt x="1318135" y="294962"/>
                </a:lnTo>
                <a:lnTo>
                  <a:pt x="1373418" y="312243"/>
                </a:lnTo>
                <a:lnTo>
                  <a:pt x="1429261" y="329403"/>
                </a:lnTo>
                <a:lnTo>
                  <a:pt x="1485707" y="346383"/>
                </a:lnTo>
                <a:lnTo>
                  <a:pt x="1542794" y="363122"/>
                </a:lnTo>
                <a:lnTo>
                  <a:pt x="1600563" y="379559"/>
                </a:lnTo>
                <a:lnTo>
                  <a:pt x="1659055" y="395635"/>
                </a:lnTo>
                <a:lnTo>
                  <a:pt x="1718310" y="411290"/>
                </a:lnTo>
                <a:lnTo>
                  <a:pt x="1778369" y="426462"/>
                </a:lnTo>
                <a:lnTo>
                  <a:pt x="1839272" y="441092"/>
                </a:lnTo>
                <a:lnTo>
                  <a:pt x="1901060" y="455120"/>
                </a:lnTo>
                <a:lnTo>
                  <a:pt x="1963772" y="468484"/>
                </a:lnTo>
                <a:lnTo>
                  <a:pt x="2027450" y="481126"/>
                </a:lnTo>
                <a:lnTo>
                  <a:pt x="2092135" y="492985"/>
                </a:lnTo>
                <a:lnTo>
                  <a:pt x="2157865" y="504000"/>
                </a:lnTo>
                <a:lnTo>
                  <a:pt x="2224683" y="514112"/>
                </a:lnTo>
                <a:lnTo>
                  <a:pt x="2292628" y="523259"/>
                </a:lnTo>
                <a:lnTo>
                  <a:pt x="2361740" y="531383"/>
                </a:lnTo>
                <a:lnTo>
                  <a:pt x="2432062" y="538422"/>
                </a:lnTo>
                <a:lnTo>
                  <a:pt x="2503631" y="544316"/>
                </a:lnTo>
                <a:lnTo>
                  <a:pt x="2576490" y="549005"/>
                </a:lnTo>
                <a:lnTo>
                  <a:pt x="2650679" y="552429"/>
                </a:lnTo>
                <a:lnTo>
                  <a:pt x="2726238" y="554528"/>
                </a:lnTo>
                <a:lnTo>
                  <a:pt x="2803207" y="555241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869D5D-6807-4605-9399-248AFCF9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2842002"/>
            <a:ext cx="122691" cy="28658"/>
          </a:xfrm>
          <a:custGeom xmlns:a="http://schemas.openxmlformats.org/drawingml/2006/main">
            <a:pathLst>
              <a:path w="122691" h="28658">
                <a:moveTo>
                  <a:pt x="0" y="0"/>
                </a:moveTo>
                <a:lnTo>
                  <a:pt x="122691" y="28658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525139-4284-4617-8411-BEDEA17D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462" y="2807255"/>
            <a:ext cx="102503" cy="83478"/>
          </a:xfrm>
          <a:custGeom xmlns:a="http://schemas.openxmlformats.org/drawingml/2006/main">
            <a:pathLst>
              <a:path w="102503" h="83478">
                <a:moveTo>
                  <a:pt x="102503" y="63404"/>
                </a:moveTo>
                <a:lnTo>
                  <a:pt x="19499" y="0"/>
                </a:lnTo>
                <a:lnTo>
                  <a:pt x="0" y="8347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CA786867-EE63-43FB-9DAE-D456DE40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2312670"/>
            <a:ext cx="3000375" cy="300038"/>
          </a:xfrm>
          <a:custGeom xmlns:a="http://schemas.openxmlformats.org/drawingml/2006/main">
            <a:pathLst>
              <a:path w="3000375" h="300038">
                <a:moveTo>
                  <a:pt x="0" y="300038"/>
                </a:moveTo>
                <a:lnTo>
                  <a:pt x="93486" y="299652"/>
                </a:lnTo>
                <a:lnTo>
                  <a:pt x="184334" y="298518"/>
                </a:lnTo>
                <a:lnTo>
                  <a:pt x="272631" y="296668"/>
                </a:lnTo>
                <a:lnTo>
                  <a:pt x="358462" y="294134"/>
                </a:lnTo>
                <a:lnTo>
                  <a:pt x="441914" y="290949"/>
                </a:lnTo>
                <a:lnTo>
                  <a:pt x="523073" y="287145"/>
                </a:lnTo>
                <a:lnTo>
                  <a:pt x="602025" y="282756"/>
                </a:lnTo>
                <a:lnTo>
                  <a:pt x="678855" y="277813"/>
                </a:lnTo>
                <a:lnTo>
                  <a:pt x="753650" y="272348"/>
                </a:lnTo>
                <a:lnTo>
                  <a:pt x="826495" y="266396"/>
                </a:lnTo>
                <a:lnTo>
                  <a:pt x="897478" y="259988"/>
                </a:lnTo>
                <a:lnTo>
                  <a:pt x="966683" y="253157"/>
                </a:lnTo>
                <a:lnTo>
                  <a:pt x="1034198" y="245935"/>
                </a:lnTo>
                <a:lnTo>
                  <a:pt x="1100107" y="238354"/>
                </a:lnTo>
                <a:lnTo>
                  <a:pt x="1164498" y="230449"/>
                </a:lnTo>
                <a:lnTo>
                  <a:pt x="1227455" y="222250"/>
                </a:lnTo>
                <a:lnTo>
                  <a:pt x="1289066" y="213791"/>
                </a:lnTo>
                <a:lnTo>
                  <a:pt x="1349415" y="205104"/>
                </a:lnTo>
                <a:lnTo>
                  <a:pt x="1408590" y="196221"/>
                </a:lnTo>
                <a:lnTo>
                  <a:pt x="1466676" y="187176"/>
                </a:lnTo>
                <a:lnTo>
                  <a:pt x="1523760" y="178001"/>
                </a:lnTo>
                <a:lnTo>
                  <a:pt x="1579927" y="168728"/>
                </a:lnTo>
                <a:lnTo>
                  <a:pt x="1635263" y="159389"/>
                </a:lnTo>
                <a:lnTo>
                  <a:pt x="1689854" y="150019"/>
                </a:lnTo>
                <a:lnTo>
                  <a:pt x="1743787" y="140648"/>
                </a:lnTo>
                <a:lnTo>
                  <a:pt x="1797147" y="131310"/>
                </a:lnTo>
                <a:lnTo>
                  <a:pt x="1850021" y="122037"/>
                </a:lnTo>
                <a:lnTo>
                  <a:pt x="1902495" y="112861"/>
                </a:lnTo>
                <a:lnTo>
                  <a:pt x="1954654" y="103816"/>
                </a:lnTo>
                <a:lnTo>
                  <a:pt x="2006584" y="94934"/>
                </a:lnTo>
                <a:lnTo>
                  <a:pt x="2058373" y="86247"/>
                </a:lnTo>
                <a:lnTo>
                  <a:pt x="2110105" y="77788"/>
                </a:lnTo>
                <a:lnTo>
                  <a:pt x="2161867" y="69589"/>
                </a:lnTo>
                <a:lnTo>
                  <a:pt x="2213745" y="61683"/>
                </a:lnTo>
                <a:lnTo>
                  <a:pt x="2265824" y="54103"/>
                </a:lnTo>
                <a:lnTo>
                  <a:pt x="2318192" y="46881"/>
                </a:lnTo>
                <a:lnTo>
                  <a:pt x="2370933" y="40049"/>
                </a:lnTo>
                <a:lnTo>
                  <a:pt x="2424134" y="33641"/>
                </a:lnTo>
                <a:lnTo>
                  <a:pt x="2477882" y="27689"/>
                </a:lnTo>
                <a:lnTo>
                  <a:pt x="2532261" y="22225"/>
                </a:lnTo>
                <a:lnTo>
                  <a:pt x="2587358" y="17282"/>
                </a:lnTo>
                <a:lnTo>
                  <a:pt x="2643260" y="12892"/>
                </a:lnTo>
                <a:lnTo>
                  <a:pt x="2700052" y="9089"/>
                </a:lnTo>
                <a:lnTo>
                  <a:pt x="2757820" y="5904"/>
                </a:lnTo>
                <a:lnTo>
                  <a:pt x="2816650" y="3370"/>
                </a:lnTo>
                <a:lnTo>
                  <a:pt x="2876629" y="1519"/>
                </a:lnTo>
                <a:lnTo>
                  <a:pt x="2937842" y="385"/>
                </a:lnTo>
                <a:lnTo>
                  <a:pt x="300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1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A07F86E-4B90-43B3-A17B-C6BFA653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2312670"/>
            <a:ext cx="2803207" cy="548983"/>
          </a:xfrm>
          <a:custGeom xmlns:a="http://schemas.openxmlformats.org/drawingml/2006/main">
            <a:pathLst>
              <a:path w="2803207" h="548983">
                <a:moveTo>
                  <a:pt x="0" y="0"/>
                </a:moveTo>
                <a:lnTo>
                  <a:pt x="54411" y="705"/>
                </a:lnTo>
                <a:lnTo>
                  <a:pt x="108371" y="2780"/>
                </a:lnTo>
                <a:lnTo>
                  <a:pt x="161921" y="6165"/>
                </a:lnTo>
                <a:lnTo>
                  <a:pt x="215101" y="10802"/>
                </a:lnTo>
                <a:lnTo>
                  <a:pt x="267952" y="16630"/>
                </a:lnTo>
                <a:lnTo>
                  <a:pt x="320514" y="23589"/>
                </a:lnTo>
                <a:lnTo>
                  <a:pt x="372828" y="31621"/>
                </a:lnTo>
                <a:lnTo>
                  <a:pt x="424934" y="40665"/>
                </a:lnTo>
                <a:lnTo>
                  <a:pt x="476873" y="50663"/>
                </a:lnTo>
                <a:lnTo>
                  <a:pt x="528684" y="61554"/>
                </a:lnTo>
                <a:lnTo>
                  <a:pt x="580409" y="73279"/>
                </a:lnTo>
                <a:lnTo>
                  <a:pt x="632088" y="85779"/>
                </a:lnTo>
                <a:lnTo>
                  <a:pt x="683761" y="98993"/>
                </a:lnTo>
                <a:lnTo>
                  <a:pt x="735470" y="112862"/>
                </a:lnTo>
                <a:lnTo>
                  <a:pt x="787253" y="127328"/>
                </a:lnTo>
                <a:lnTo>
                  <a:pt x="839153" y="142329"/>
                </a:lnTo>
                <a:lnTo>
                  <a:pt x="891208" y="157807"/>
                </a:lnTo>
                <a:lnTo>
                  <a:pt x="943461" y="173702"/>
                </a:lnTo>
                <a:lnTo>
                  <a:pt x="995950" y="189954"/>
                </a:lnTo>
                <a:lnTo>
                  <a:pt x="1048717" y="206504"/>
                </a:lnTo>
                <a:lnTo>
                  <a:pt x="1101803" y="223292"/>
                </a:lnTo>
                <a:lnTo>
                  <a:pt x="1155247" y="240259"/>
                </a:lnTo>
                <a:lnTo>
                  <a:pt x="1209090" y="257346"/>
                </a:lnTo>
                <a:lnTo>
                  <a:pt x="1263372" y="274491"/>
                </a:lnTo>
                <a:lnTo>
                  <a:pt x="1318135" y="291637"/>
                </a:lnTo>
                <a:lnTo>
                  <a:pt x="1373418" y="308723"/>
                </a:lnTo>
                <a:lnTo>
                  <a:pt x="1429261" y="325691"/>
                </a:lnTo>
                <a:lnTo>
                  <a:pt x="1485707" y="342479"/>
                </a:lnTo>
                <a:lnTo>
                  <a:pt x="1542794" y="359029"/>
                </a:lnTo>
                <a:lnTo>
                  <a:pt x="1600563" y="375281"/>
                </a:lnTo>
                <a:lnTo>
                  <a:pt x="1659055" y="391176"/>
                </a:lnTo>
                <a:lnTo>
                  <a:pt x="1718310" y="406654"/>
                </a:lnTo>
                <a:lnTo>
                  <a:pt x="1778369" y="421655"/>
                </a:lnTo>
                <a:lnTo>
                  <a:pt x="1839272" y="436121"/>
                </a:lnTo>
                <a:lnTo>
                  <a:pt x="1901060" y="449990"/>
                </a:lnTo>
                <a:lnTo>
                  <a:pt x="1963772" y="463204"/>
                </a:lnTo>
                <a:lnTo>
                  <a:pt x="2027450" y="475704"/>
                </a:lnTo>
                <a:lnTo>
                  <a:pt x="2092135" y="487429"/>
                </a:lnTo>
                <a:lnTo>
                  <a:pt x="2157865" y="498320"/>
                </a:lnTo>
                <a:lnTo>
                  <a:pt x="2224683" y="508317"/>
                </a:lnTo>
                <a:lnTo>
                  <a:pt x="2292628" y="517362"/>
                </a:lnTo>
                <a:lnTo>
                  <a:pt x="2361740" y="525394"/>
                </a:lnTo>
                <a:lnTo>
                  <a:pt x="2432062" y="532353"/>
                </a:lnTo>
                <a:lnTo>
                  <a:pt x="2503631" y="538181"/>
                </a:lnTo>
                <a:lnTo>
                  <a:pt x="2576490" y="542818"/>
                </a:lnTo>
                <a:lnTo>
                  <a:pt x="2650679" y="546203"/>
                </a:lnTo>
                <a:lnTo>
                  <a:pt x="2726238" y="548278"/>
                </a:lnTo>
                <a:lnTo>
                  <a:pt x="2803207" y="548983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E562AE6-A634-494F-93B1-4293E374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2734325"/>
            <a:ext cx="122691" cy="28335"/>
          </a:xfrm>
          <a:custGeom xmlns:a="http://schemas.openxmlformats.org/drawingml/2006/main">
            <a:pathLst>
              <a:path w="122691" h="28335">
                <a:moveTo>
                  <a:pt x="0" y="0"/>
                </a:moveTo>
                <a:lnTo>
                  <a:pt x="122691" y="28335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E5C7F3-10A4-42E7-A8CA-CD227C42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512" y="2699464"/>
            <a:ext cx="102452" cy="83526"/>
          </a:xfrm>
          <a:custGeom xmlns:a="http://schemas.openxmlformats.org/drawingml/2006/main">
            <a:pathLst>
              <a:path w="102452" h="83526">
                <a:moveTo>
                  <a:pt x="102452" y="63197"/>
                </a:moveTo>
                <a:lnTo>
                  <a:pt x="19290" y="0"/>
                </a:lnTo>
                <a:lnTo>
                  <a:pt x="0" y="8352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1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58035510-03D6-40F7-9A40-0AB48A5B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3469958"/>
            <a:ext cx="3000375" cy="540067"/>
          </a:xfrm>
          <a:custGeom xmlns:a="http://schemas.openxmlformats.org/drawingml/2006/main">
            <a:pathLst>
              <a:path w="3000375" h="540067">
                <a:moveTo>
                  <a:pt x="0" y="0"/>
                </a:moveTo>
                <a:lnTo>
                  <a:pt x="93486" y="693"/>
                </a:lnTo>
                <a:lnTo>
                  <a:pt x="184334" y="2735"/>
                </a:lnTo>
                <a:lnTo>
                  <a:pt x="272631" y="6065"/>
                </a:lnTo>
                <a:lnTo>
                  <a:pt x="358462" y="10626"/>
                </a:lnTo>
                <a:lnTo>
                  <a:pt x="441914" y="16359"/>
                </a:lnTo>
                <a:lnTo>
                  <a:pt x="523073" y="23206"/>
                </a:lnTo>
                <a:lnTo>
                  <a:pt x="602025" y="31107"/>
                </a:lnTo>
                <a:lnTo>
                  <a:pt x="678855" y="40005"/>
                </a:lnTo>
                <a:lnTo>
                  <a:pt x="753650" y="49840"/>
                </a:lnTo>
                <a:lnTo>
                  <a:pt x="826495" y="60554"/>
                </a:lnTo>
                <a:lnTo>
                  <a:pt x="897478" y="72089"/>
                </a:lnTo>
                <a:lnTo>
                  <a:pt x="966683" y="84386"/>
                </a:lnTo>
                <a:lnTo>
                  <a:pt x="1034198" y="97385"/>
                </a:lnTo>
                <a:lnTo>
                  <a:pt x="1100107" y="111030"/>
                </a:lnTo>
                <a:lnTo>
                  <a:pt x="1164498" y="125260"/>
                </a:lnTo>
                <a:lnTo>
                  <a:pt x="1227455" y="140018"/>
                </a:lnTo>
                <a:lnTo>
                  <a:pt x="1289066" y="155244"/>
                </a:lnTo>
                <a:lnTo>
                  <a:pt x="1349415" y="170881"/>
                </a:lnTo>
                <a:lnTo>
                  <a:pt x="1408590" y="186869"/>
                </a:lnTo>
                <a:lnTo>
                  <a:pt x="1466676" y="203150"/>
                </a:lnTo>
                <a:lnTo>
                  <a:pt x="1523760" y="219666"/>
                </a:lnTo>
                <a:lnTo>
                  <a:pt x="1579927" y="236358"/>
                </a:lnTo>
                <a:lnTo>
                  <a:pt x="1635263" y="253166"/>
                </a:lnTo>
                <a:lnTo>
                  <a:pt x="1689854" y="270034"/>
                </a:lnTo>
                <a:lnTo>
                  <a:pt x="1743787" y="286901"/>
                </a:lnTo>
                <a:lnTo>
                  <a:pt x="1797147" y="303710"/>
                </a:lnTo>
                <a:lnTo>
                  <a:pt x="1850021" y="320401"/>
                </a:lnTo>
                <a:lnTo>
                  <a:pt x="1902495" y="336917"/>
                </a:lnTo>
                <a:lnTo>
                  <a:pt x="1954654" y="353198"/>
                </a:lnTo>
                <a:lnTo>
                  <a:pt x="2006584" y="369187"/>
                </a:lnTo>
                <a:lnTo>
                  <a:pt x="2058373" y="384823"/>
                </a:lnTo>
                <a:lnTo>
                  <a:pt x="2110105" y="400050"/>
                </a:lnTo>
                <a:lnTo>
                  <a:pt x="2161867" y="414808"/>
                </a:lnTo>
                <a:lnTo>
                  <a:pt x="2213745" y="429038"/>
                </a:lnTo>
                <a:lnTo>
                  <a:pt x="2265824" y="442682"/>
                </a:lnTo>
                <a:lnTo>
                  <a:pt x="2318192" y="455682"/>
                </a:lnTo>
                <a:lnTo>
                  <a:pt x="2370933" y="467978"/>
                </a:lnTo>
                <a:lnTo>
                  <a:pt x="2424134" y="479513"/>
                </a:lnTo>
                <a:lnTo>
                  <a:pt x="2477882" y="490227"/>
                </a:lnTo>
                <a:lnTo>
                  <a:pt x="2532261" y="500063"/>
                </a:lnTo>
                <a:lnTo>
                  <a:pt x="2587358" y="508960"/>
                </a:lnTo>
                <a:lnTo>
                  <a:pt x="2643260" y="516861"/>
                </a:lnTo>
                <a:lnTo>
                  <a:pt x="2700052" y="523708"/>
                </a:lnTo>
                <a:lnTo>
                  <a:pt x="2757820" y="529441"/>
                </a:lnTo>
                <a:lnTo>
                  <a:pt x="2816650" y="534002"/>
                </a:lnTo>
                <a:lnTo>
                  <a:pt x="2876629" y="537333"/>
                </a:lnTo>
                <a:lnTo>
                  <a:pt x="2937842" y="539374"/>
                </a:lnTo>
                <a:lnTo>
                  <a:pt x="3000375" y="540067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1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BCCA4207-8481-4BD2-A2B5-CD2FB6CA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3436010"/>
            <a:ext cx="2803207" cy="574015"/>
          </a:xfrm>
          <a:custGeom xmlns:a="http://schemas.openxmlformats.org/drawingml/2006/main">
            <a:pathLst>
              <a:path w="2803207" h="574015">
                <a:moveTo>
                  <a:pt x="0" y="574015"/>
                </a:moveTo>
                <a:lnTo>
                  <a:pt x="54411" y="573278"/>
                </a:lnTo>
                <a:lnTo>
                  <a:pt x="108371" y="571108"/>
                </a:lnTo>
                <a:lnTo>
                  <a:pt x="161921" y="567568"/>
                </a:lnTo>
                <a:lnTo>
                  <a:pt x="215101" y="562720"/>
                </a:lnTo>
                <a:lnTo>
                  <a:pt x="267952" y="556627"/>
                </a:lnTo>
                <a:lnTo>
                  <a:pt x="320514" y="549350"/>
                </a:lnTo>
                <a:lnTo>
                  <a:pt x="372828" y="540952"/>
                </a:lnTo>
                <a:lnTo>
                  <a:pt x="424934" y="531495"/>
                </a:lnTo>
                <a:lnTo>
                  <a:pt x="476873" y="521042"/>
                </a:lnTo>
                <a:lnTo>
                  <a:pt x="528684" y="509654"/>
                </a:lnTo>
                <a:lnTo>
                  <a:pt x="580409" y="497394"/>
                </a:lnTo>
                <a:lnTo>
                  <a:pt x="632088" y="484325"/>
                </a:lnTo>
                <a:lnTo>
                  <a:pt x="683761" y="470508"/>
                </a:lnTo>
                <a:lnTo>
                  <a:pt x="735470" y="456006"/>
                </a:lnTo>
                <a:lnTo>
                  <a:pt x="787253" y="440881"/>
                </a:lnTo>
                <a:lnTo>
                  <a:pt x="839153" y="425196"/>
                </a:lnTo>
                <a:lnTo>
                  <a:pt x="891208" y="409012"/>
                </a:lnTo>
                <a:lnTo>
                  <a:pt x="943461" y="392393"/>
                </a:lnTo>
                <a:lnTo>
                  <a:pt x="995950" y="375399"/>
                </a:lnTo>
                <a:lnTo>
                  <a:pt x="1048717" y="358095"/>
                </a:lnTo>
                <a:lnTo>
                  <a:pt x="1101803" y="340541"/>
                </a:lnTo>
                <a:lnTo>
                  <a:pt x="1155247" y="322800"/>
                </a:lnTo>
                <a:lnTo>
                  <a:pt x="1209090" y="304935"/>
                </a:lnTo>
                <a:lnTo>
                  <a:pt x="1263372" y="287007"/>
                </a:lnTo>
                <a:lnTo>
                  <a:pt x="1318135" y="269080"/>
                </a:lnTo>
                <a:lnTo>
                  <a:pt x="1373418" y="251214"/>
                </a:lnTo>
                <a:lnTo>
                  <a:pt x="1429261" y="233474"/>
                </a:lnTo>
                <a:lnTo>
                  <a:pt x="1485707" y="215920"/>
                </a:lnTo>
                <a:lnTo>
                  <a:pt x="1542794" y="198615"/>
                </a:lnTo>
                <a:lnTo>
                  <a:pt x="1600563" y="181622"/>
                </a:lnTo>
                <a:lnTo>
                  <a:pt x="1659055" y="165002"/>
                </a:lnTo>
                <a:lnTo>
                  <a:pt x="1718310" y="148819"/>
                </a:lnTo>
                <a:lnTo>
                  <a:pt x="1778369" y="133133"/>
                </a:lnTo>
                <a:lnTo>
                  <a:pt x="1839272" y="118008"/>
                </a:lnTo>
                <a:lnTo>
                  <a:pt x="1901060" y="103507"/>
                </a:lnTo>
                <a:lnTo>
                  <a:pt x="1963772" y="89690"/>
                </a:lnTo>
                <a:lnTo>
                  <a:pt x="2027450" y="76620"/>
                </a:lnTo>
                <a:lnTo>
                  <a:pt x="2092135" y="64361"/>
                </a:lnTo>
                <a:lnTo>
                  <a:pt x="2157865" y="52973"/>
                </a:lnTo>
                <a:lnTo>
                  <a:pt x="2224683" y="42520"/>
                </a:lnTo>
                <a:lnTo>
                  <a:pt x="2292628" y="33063"/>
                </a:lnTo>
                <a:lnTo>
                  <a:pt x="2361740" y="24665"/>
                </a:lnTo>
                <a:lnTo>
                  <a:pt x="2432062" y="17388"/>
                </a:lnTo>
                <a:lnTo>
                  <a:pt x="2503631" y="11294"/>
                </a:lnTo>
                <a:lnTo>
                  <a:pt x="2576490" y="6446"/>
                </a:lnTo>
                <a:lnTo>
                  <a:pt x="2650679" y="2907"/>
                </a:lnTo>
                <a:lnTo>
                  <a:pt x="2726238" y="737"/>
                </a:lnTo>
                <a:lnTo>
                  <a:pt x="2803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C072210-377C-46A1-9BC3-709765A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3539517"/>
            <a:ext cx="122691" cy="29627"/>
          </a:xfrm>
          <a:custGeom xmlns:a="http://schemas.openxmlformats.org/drawingml/2006/main">
            <a:pathLst>
              <a:path w="122691" h="29627">
                <a:moveTo>
                  <a:pt x="0" y="29627"/>
                </a:moveTo>
                <a:lnTo>
                  <a:pt x="122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F3699D-022E-42E9-B1CA-4DA2B596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315" y="3520210"/>
            <a:ext cx="102650" cy="83330"/>
          </a:xfrm>
          <a:custGeom xmlns:a="http://schemas.openxmlformats.org/drawingml/2006/main">
            <a:pathLst>
              <a:path w="102650" h="83330">
                <a:moveTo>
                  <a:pt x="102650" y="19307"/>
                </a:moveTo>
                <a:lnTo>
                  <a:pt x="0" y="0"/>
                </a:lnTo>
                <a:lnTo>
                  <a:pt x="20122" y="8333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BB22927B-200B-4CD4-8810-D0C553E6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3632835"/>
            <a:ext cx="3000375" cy="480060"/>
          </a:xfrm>
          <a:custGeom xmlns:a="http://schemas.openxmlformats.org/drawingml/2006/main">
            <a:pathLst>
              <a:path w="3000375" h="480060">
                <a:moveTo>
                  <a:pt x="0" y="0"/>
                </a:moveTo>
                <a:lnTo>
                  <a:pt x="93486" y="616"/>
                </a:lnTo>
                <a:lnTo>
                  <a:pt x="184334" y="2431"/>
                </a:lnTo>
                <a:lnTo>
                  <a:pt x="272631" y="5391"/>
                </a:lnTo>
                <a:lnTo>
                  <a:pt x="358462" y="9446"/>
                </a:lnTo>
                <a:lnTo>
                  <a:pt x="441914" y="14542"/>
                </a:lnTo>
                <a:lnTo>
                  <a:pt x="523073" y="20628"/>
                </a:lnTo>
                <a:lnTo>
                  <a:pt x="602025" y="27651"/>
                </a:lnTo>
                <a:lnTo>
                  <a:pt x="678855" y="35560"/>
                </a:lnTo>
                <a:lnTo>
                  <a:pt x="753650" y="44302"/>
                </a:lnTo>
                <a:lnTo>
                  <a:pt x="826495" y="53826"/>
                </a:lnTo>
                <a:lnTo>
                  <a:pt x="897478" y="64079"/>
                </a:lnTo>
                <a:lnTo>
                  <a:pt x="966683" y="75009"/>
                </a:lnTo>
                <a:lnTo>
                  <a:pt x="1034198" y="86565"/>
                </a:lnTo>
                <a:lnTo>
                  <a:pt x="1100107" y="98693"/>
                </a:lnTo>
                <a:lnTo>
                  <a:pt x="1164498" y="111342"/>
                </a:lnTo>
                <a:lnTo>
                  <a:pt x="1227455" y="124460"/>
                </a:lnTo>
                <a:lnTo>
                  <a:pt x="1289066" y="137995"/>
                </a:lnTo>
                <a:lnTo>
                  <a:pt x="1349415" y="151894"/>
                </a:lnTo>
                <a:lnTo>
                  <a:pt x="1408590" y="166106"/>
                </a:lnTo>
                <a:lnTo>
                  <a:pt x="1466676" y="180578"/>
                </a:lnTo>
                <a:lnTo>
                  <a:pt x="1523760" y="195259"/>
                </a:lnTo>
                <a:lnTo>
                  <a:pt x="1579927" y="210096"/>
                </a:lnTo>
                <a:lnTo>
                  <a:pt x="1635263" y="225037"/>
                </a:lnTo>
                <a:lnTo>
                  <a:pt x="1689854" y="240030"/>
                </a:lnTo>
                <a:lnTo>
                  <a:pt x="1743787" y="255023"/>
                </a:lnTo>
                <a:lnTo>
                  <a:pt x="1797147" y="269964"/>
                </a:lnTo>
                <a:lnTo>
                  <a:pt x="1850021" y="284801"/>
                </a:lnTo>
                <a:lnTo>
                  <a:pt x="1902495" y="299482"/>
                </a:lnTo>
                <a:lnTo>
                  <a:pt x="1954654" y="313954"/>
                </a:lnTo>
                <a:lnTo>
                  <a:pt x="2006584" y="328166"/>
                </a:lnTo>
                <a:lnTo>
                  <a:pt x="2058373" y="342065"/>
                </a:lnTo>
                <a:lnTo>
                  <a:pt x="2110105" y="355600"/>
                </a:lnTo>
                <a:lnTo>
                  <a:pt x="2161867" y="368718"/>
                </a:lnTo>
                <a:lnTo>
                  <a:pt x="2213745" y="381367"/>
                </a:lnTo>
                <a:lnTo>
                  <a:pt x="2265824" y="393495"/>
                </a:lnTo>
                <a:lnTo>
                  <a:pt x="2318192" y="405051"/>
                </a:lnTo>
                <a:lnTo>
                  <a:pt x="2370933" y="415981"/>
                </a:lnTo>
                <a:lnTo>
                  <a:pt x="2424134" y="426234"/>
                </a:lnTo>
                <a:lnTo>
                  <a:pt x="2477882" y="435758"/>
                </a:lnTo>
                <a:lnTo>
                  <a:pt x="2532261" y="444500"/>
                </a:lnTo>
                <a:lnTo>
                  <a:pt x="2587358" y="452409"/>
                </a:lnTo>
                <a:lnTo>
                  <a:pt x="2643260" y="459432"/>
                </a:lnTo>
                <a:lnTo>
                  <a:pt x="2700052" y="465518"/>
                </a:lnTo>
                <a:lnTo>
                  <a:pt x="2757820" y="470614"/>
                </a:lnTo>
                <a:lnTo>
                  <a:pt x="2816650" y="474669"/>
                </a:lnTo>
                <a:lnTo>
                  <a:pt x="2876629" y="477629"/>
                </a:lnTo>
                <a:lnTo>
                  <a:pt x="2937842" y="479444"/>
                </a:lnTo>
                <a:lnTo>
                  <a:pt x="3000375" y="48006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2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66FCEC5D-FE88-4BFD-A5C6-E34BC5E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3545138"/>
            <a:ext cx="2803207" cy="567757"/>
          </a:xfrm>
          <a:custGeom xmlns:a="http://schemas.openxmlformats.org/drawingml/2006/main">
            <a:pathLst>
              <a:path w="2803207" h="567757">
                <a:moveTo>
                  <a:pt x="0" y="567757"/>
                </a:moveTo>
                <a:lnTo>
                  <a:pt x="54411" y="567028"/>
                </a:lnTo>
                <a:lnTo>
                  <a:pt x="108371" y="564882"/>
                </a:lnTo>
                <a:lnTo>
                  <a:pt x="161921" y="561381"/>
                </a:lnTo>
                <a:lnTo>
                  <a:pt x="215101" y="556586"/>
                </a:lnTo>
                <a:lnTo>
                  <a:pt x="267952" y="550558"/>
                </a:lnTo>
                <a:lnTo>
                  <a:pt x="320514" y="543361"/>
                </a:lnTo>
                <a:lnTo>
                  <a:pt x="372828" y="535054"/>
                </a:lnTo>
                <a:lnTo>
                  <a:pt x="424934" y="525701"/>
                </a:lnTo>
                <a:lnTo>
                  <a:pt x="476873" y="515361"/>
                </a:lnTo>
                <a:lnTo>
                  <a:pt x="528684" y="504098"/>
                </a:lnTo>
                <a:lnTo>
                  <a:pt x="580409" y="491972"/>
                </a:lnTo>
                <a:lnTo>
                  <a:pt x="632088" y="479045"/>
                </a:lnTo>
                <a:lnTo>
                  <a:pt x="683761" y="465379"/>
                </a:lnTo>
                <a:lnTo>
                  <a:pt x="735470" y="451035"/>
                </a:lnTo>
                <a:lnTo>
                  <a:pt x="787253" y="436075"/>
                </a:lnTo>
                <a:lnTo>
                  <a:pt x="839153" y="420561"/>
                </a:lnTo>
                <a:lnTo>
                  <a:pt x="891208" y="404553"/>
                </a:lnTo>
                <a:lnTo>
                  <a:pt x="943461" y="388115"/>
                </a:lnTo>
                <a:lnTo>
                  <a:pt x="995950" y="371307"/>
                </a:lnTo>
                <a:lnTo>
                  <a:pt x="1048717" y="354191"/>
                </a:lnTo>
                <a:lnTo>
                  <a:pt x="1101803" y="336828"/>
                </a:lnTo>
                <a:lnTo>
                  <a:pt x="1155247" y="319281"/>
                </a:lnTo>
                <a:lnTo>
                  <a:pt x="1209090" y="301610"/>
                </a:lnTo>
                <a:lnTo>
                  <a:pt x="1263372" y="283878"/>
                </a:lnTo>
                <a:lnTo>
                  <a:pt x="1318135" y="266146"/>
                </a:lnTo>
                <a:lnTo>
                  <a:pt x="1373418" y="248476"/>
                </a:lnTo>
                <a:lnTo>
                  <a:pt x="1429261" y="230928"/>
                </a:lnTo>
                <a:lnTo>
                  <a:pt x="1485707" y="213566"/>
                </a:lnTo>
                <a:lnTo>
                  <a:pt x="1542794" y="196450"/>
                </a:lnTo>
                <a:lnTo>
                  <a:pt x="1600563" y="179642"/>
                </a:lnTo>
                <a:lnTo>
                  <a:pt x="1659055" y="163203"/>
                </a:lnTo>
                <a:lnTo>
                  <a:pt x="1718310" y="147196"/>
                </a:lnTo>
                <a:lnTo>
                  <a:pt x="1778369" y="131682"/>
                </a:lnTo>
                <a:lnTo>
                  <a:pt x="1839272" y="116722"/>
                </a:lnTo>
                <a:lnTo>
                  <a:pt x="1901060" y="102378"/>
                </a:lnTo>
                <a:lnTo>
                  <a:pt x="1963772" y="88712"/>
                </a:lnTo>
                <a:lnTo>
                  <a:pt x="2027450" y="75785"/>
                </a:lnTo>
                <a:lnTo>
                  <a:pt x="2092135" y="63659"/>
                </a:lnTo>
                <a:lnTo>
                  <a:pt x="2157865" y="52396"/>
                </a:lnTo>
                <a:lnTo>
                  <a:pt x="2224683" y="42056"/>
                </a:lnTo>
                <a:lnTo>
                  <a:pt x="2292628" y="32702"/>
                </a:lnTo>
                <a:lnTo>
                  <a:pt x="2361740" y="24396"/>
                </a:lnTo>
                <a:lnTo>
                  <a:pt x="2432062" y="17198"/>
                </a:lnTo>
                <a:lnTo>
                  <a:pt x="2503631" y="11171"/>
                </a:lnTo>
                <a:lnTo>
                  <a:pt x="2576490" y="6376"/>
                </a:lnTo>
                <a:lnTo>
                  <a:pt x="2650679" y="2875"/>
                </a:lnTo>
                <a:lnTo>
                  <a:pt x="2726238" y="729"/>
                </a:lnTo>
                <a:lnTo>
                  <a:pt x="2803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975B2B-4D5E-4818-95BF-309F844A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3647516"/>
            <a:ext cx="122691" cy="29304"/>
          </a:xfrm>
          <a:custGeom xmlns:a="http://schemas.openxmlformats.org/drawingml/2006/main">
            <a:pathLst>
              <a:path w="122691" h="29304">
                <a:moveTo>
                  <a:pt x="0" y="29304"/>
                </a:moveTo>
                <a:lnTo>
                  <a:pt x="122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B0665A-866F-4D94-9829-2D863A37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363" y="3627954"/>
            <a:ext cx="102601" cy="83380"/>
          </a:xfrm>
          <a:custGeom xmlns:a="http://schemas.openxmlformats.org/drawingml/2006/main">
            <a:pathLst>
              <a:path w="102601" h="83380">
                <a:moveTo>
                  <a:pt x="102601" y="19563"/>
                </a:moveTo>
                <a:lnTo>
                  <a:pt x="0" y="0"/>
                </a:lnTo>
                <a:lnTo>
                  <a:pt x="19915" y="8338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6200F947-B953-4C63-8D3C-D79B73F7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3795713"/>
            <a:ext cx="3000375" cy="420053"/>
          </a:xfrm>
          <a:custGeom xmlns:a="http://schemas.openxmlformats.org/drawingml/2006/main">
            <a:pathLst>
              <a:path w="3000375" h="420053">
                <a:moveTo>
                  <a:pt x="0" y="0"/>
                </a:moveTo>
                <a:lnTo>
                  <a:pt x="93486" y="539"/>
                </a:lnTo>
                <a:lnTo>
                  <a:pt x="184334" y="2127"/>
                </a:lnTo>
                <a:lnTo>
                  <a:pt x="272631" y="4717"/>
                </a:lnTo>
                <a:lnTo>
                  <a:pt x="358462" y="8265"/>
                </a:lnTo>
                <a:lnTo>
                  <a:pt x="441914" y="12724"/>
                </a:lnTo>
                <a:lnTo>
                  <a:pt x="523073" y="18049"/>
                </a:lnTo>
                <a:lnTo>
                  <a:pt x="602025" y="24195"/>
                </a:lnTo>
                <a:lnTo>
                  <a:pt x="678855" y="31115"/>
                </a:lnTo>
                <a:lnTo>
                  <a:pt x="753650" y="38765"/>
                </a:lnTo>
                <a:lnTo>
                  <a:pt x="826495" y="47098"/>
                </a:lnTo>
                <a:lnTo>
                  <a:pt x="897478" y="56069"/>
                </a:lnTo>
                <a:lnTo>
                  <a:pt x="966683" y="65633"/>
                </a:lnTo>
                <a:lnTo>
                  <a:pt x="1034198" y="75744"/>
                </a:lnTo>
                <a:lnTo>
                  <a:pt x="1100107" y="86356"/>
                </a:lnTo>
                <a:lnTo>
                  <a:pt x="1164498" y="97424"/>
                </a:lnTo>
                <a:lnTo>
                  <a:pt x="1227455" y="108903"/>
                </a:lnTo>
                <a:lnTo>
                  <a:pt x="1289066" y="120745"/>
                </a:lnTo>
                <a:lnTo>
                  <a:pt x="1349415" y="132907"/>
                </a:lnTo>
                <a:lnTo>
                  <a:pt x="1408590" y="145343"/>
                </a:lnTo>
                <a:lnTo>
                  <a:pt x="1466676" y="158006"/>
                </a:lnTo>
                <a:lnTo>
                  <a:pt x="1523760" y="170851"/>
                </a:lnTo>
                <a:lnTo>
                  <a:pt x="1579927" y="183834"/>
                </a:lnTo>
                <a:lnTo>
                  <a:pt x="1635263" y="196907"/>
                </a:lnTo>
                <a:lnTo>
                  <a:pt x="1689854" y="210026"/>
                </a:lnTo>
                <a:lnTo>
                  <a:pt x="1743787" y="223145"/>
                </a:lnTo>
                <a:lnTo>
                  <a:pt x="1797147" y="236219"/>
                </a:lnTo>
                <a:lnTo>
                  <a:pt x="1850021" y="249201"/>
                </a:lnTo>
                <a:lnTo>
                  <a:pt x="1902495" y="262047"/>
                </a:lnTo>
                <a:lnTo>
                  <a:pt x="1954654" y="274710"/>
                </a:lnTo>
                <a:lnTo>
                  <a:pt x="2006584" y="287145"/>
                </a:lnTo>
                <a:lnTo>
                  <a:pt x="2058373" y="299307"/>
                </a:lnTo>
                <a:lnTo>
                  <a:pt x="2110105" y="311150"/>
                </a:lnTo>
                <a:lnTo>
                  <a:pt x="2161867" y="322628"/>
                </a:lnTo>
                <a:lnTo>
                  <a:pt x="2213745" y="333696"/>
                </a:lnTo>
                <a:lnTo>
                  <a:pt x="2265824" y="344308"/>
                </a:lnTo>
                <a:lnTo>
                  <a:pt x="2318192" y="354419"/>
                </a:lnTo>
                <a:lnTo>
                  <a:pt x="2370933" y="363983"/>
                </a:lnTo>
                <a:lnTo>
                  <a:pt x="2424134" y="372955"/>
                </a:lnTo>
                <a:lnTo>
                  <a:pt x="2477882" y="381288"/>
                </a:lnTo>
                <a:lnTo>
                  <a:pt x="2532261" y="388938"/>
                </a:lnTo>
                <a:lnTo>
                  <a:pt x="2587358" y="395858"/>
                </a:lnTo>
                <a:lnTo>
                  <a:pt x="2643260" y="402003"/>
                </a:lnTo>
                <a:lnTo>
                  <a:pt x="2700052" y="407328"/>
                </a:lnTo>
                <a:lnTo>
                  <a:pt x="2757820" y="411788"/>
                </a:lnTo>
                <a:lnTo>
                  <a:pt x="2816650" y="415335"/>
                </a:lnTo>
                <a:lnTo>
                  <a:pt x="2876629" y="417925"/>
                </a:lnTo>
                <a:lnTo>
                  <a:pt x="2937842" y="419513"/>
                </a:lnTo>
                <a:lnTo>
                  <a:pt x="3000375" y="420053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2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C504789B-463A-4EEA-81D8-1781DEE9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3654266"/>
            <a:ext cx="2803207" cy="561499"/>
          </a:xfrm>
          <a:custGeom xmlns:a="http://schemas.openxmlformats.org/drawingml/2006/main">
            <a:pathLst>
              <a:path w="2803207" h="561499">
                <a:moveTo>
                  <a:pt x="0" y="561499"/>
                </a:moveTo>
                <a:lnTo>
                  <a:pt x="54411" y="560778"/>
                </a:lnTo>
                <a:lnTo>
                  <a:pt x="108371" y="558656"/>
                </a:lnTo>
                <a:lnTo>
                  <a:pt x="161921" y="555193"/>
                </a:lnTo>
                <a:lnTo>
                  <a:pt x="215101" y="550451"/>
                </a:lnTo>
                <a:lnTo>
                  <a:pt x="267952" y="544490"/>
                </a:lnTo>
                <a:lnTo>
                  <a:pt x="320514" y="537372"/>
                </a:lnTo>
                <a:lnTo>
                  <a:pt x="372828" y="529157"/>
                </a:lnTo>
                <a:lnTo>
                  <a:pt x="424934" y="519906"/>
                </a:lnTo>
                <a:lnTo>
                  <a:pt x="476873" y="509681"/>
                </a:lnTo>
                <a:lnTo>
                  <a:pt x="528684" y="498541"/>
                </a:lnTo>
                <a:lnTo>
                  <a:pt x="580409" y="486549"/>
                </a:lnTo>
                <a:lnTo>
                  <a:pt x="632088" y="473765"/>
                </a:lnTo>
                <a:lnTo>
                  <a:pt x="683761" y="460249"/>
                </a:lnTo>
                <a:lnTo>
                  <a:pt x="735470" y="446063"/>
                </a:lnTo>
                <a:lnTo>
                  <a:pt x="787253" y="431268"/>
                </a:lnTo>
                <a:lnTo>
                  <a:pt x="839153" y="415925"/>
                </a:lnTo>
                <a:lnTo>
                  <a:pt x="891208" y="400094"/>
                </a:lnTo>
                <a:lnTo>
                  <a:pt x="943461" y="383837"/>
                </a:lnTo>
                <a:lnTo>
                  <a:pt x="995950" y="367214"/>
                </a:lnTo>
                <a:lnTo>
                  <a:pt x="1048717" y="350287"/>
                </a:lnTo>
                <a:lnTo>
                  <a:pt x="1101803" y="333116"/>
                </a:lnTo>
                <a:lnTo>
                  <a:pt x="1155247" y="315762"/>
                </a:lnTo>
                <a:lnTo>
                  <a:pt x="1209090" y="298286"/>
                </a:lnTo>
                <a:lnTo>
                  <a:pt x="1263372" y="280749"/>
                </a:lnTo>
                <a:lnTo>
                  <a:pt x="1318135" y="263213"/>
                </a:lnTo>
                <a:lnTo>
                  <a:pt x="1373418" y="245737"/>
                </a:lnTo>
                <a:lnTo>
                  <a:pt x="1429261" y="228383"/>
                </a:lnTo>
                <a:lnTo>
                  <a:pt x="1485707" y="211212"/>
                </a:lnTo>
                <a:lnTo>
                  <a:pt x="1542794" y="194284"/>
                </a:lnTo>
                <a:lnTo>
                  <a:pt x="1600563" y="177662"/>
                </a:lnTo>
                <a:lnTo>
                  <a:pt x="1659055" y="161404"/>
                </a:lnTo>
                <a:lnTo>
                  <a:pt x="1718310" y="145574"/>
                </a:lnTo>
                <a:lnTo>
                  <a:pt x="1778369" y="130230"/>
                </a:lnTo>
                <a:lnTo>
                  <a:pt x="1839272" y="115435"/>
                </a:lnTo>
                <a:lnTo>
                  <a:pt x="1901060" y="101250"/>
                </a:lnTo>
                <a:lnTo>
                  <a:pt x="1963772" y="87734"/>
                </a:lnTo>
                <a:lnTo>
                  <a:pt x="2027450" y="74950"/>
                </a:lnTo>
                <a:lnTo>
                  <a:pt x="2092135" y="62957"/>
                </a:lnTo>
                <a:lnTo>
                  <a:pt x="2157865" y="51818"/>
                </a:lnTo>
                <a:lnTo>
                  <a:pt x="2224683" y="41593"/>
                </a:lnTo>
                <a:lnTo>
                  <a:pt x="2292628" y="32342"/>
                </a:lnTo>
                <a:lnTo>
                  <a:pt x="2361740" y="24127"/>
                </a:lnTo>
                <a:lnTo>
                  <a:pt x="2432062" y="17009"/>
                </a:lnTo>
                <a:lnTo>
                  <a:pt x="2503631" y="11048"/>
                </a:lnTo>
                <a:lnTo>
                  <a:pt x="2576490" y="6306"/>
                </a:lnTo>
                <a:lnTo>
                  <a:pt x="2650679" y="2843"/>
                </a:lnTo>
                <a:lnTo>
                  <a:pt x="2726238" y="721"/>
                </a:lnTo>
                <a:lnTo>
                  <a:pt x="2803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F12E9D-38AD-40C4-BC2B-C41EC46E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3755516"/>
            <a:ext cx="122691" cy="28981"/>
          </a:xfrm>
          <a:custGeom xmlns:a="http://schemas.openxmlformats.org/drawingml/2006/main">
            <a:pathLst>
              <a:path w="122691" h="28981">
                <a:moveTo>
                  <a:pt x="0" y="28981"/>
                </a:moveTo>
                <a:lnTo>
                  <a:pt x="122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CF82E3-5880-4CD7-B4F2-EDFE1F7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412" y="3735698"/>
            <a:ext cx="102552" cy="83429"/>
          </a:xfrm>
          <a:custGeom xmlns:a="http://schemas.openxmlformats.org/drawingml/2006/main">
            <a:pathLst>
              <a:path w="102552" h="83429">
                <a:moveTo>
                  <a:pt x="102552" y="19818"/>
                </a:moveTo>
                <a:lnTo>
                  <a:pt x="0" y="0"/>
                </a:lnTo>
                <a:lnTo>
                  <a:pt x="19707" y="83429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5D441B5C-14F3-4C38-B601-E32E7856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3958590"/>
            <a:ext cx="3000375" cy="360045"/>
          </a:xfrm>
          <a:custGeom xmlns:a="http://schemas.openxmlformats.org/drawingml/2006/main">
            <a:pathLst>
              <a:path w="3000375" h="360045">
                <a:moveTo>
                  <a:pt x="0" y="0"/>
                </a:moveTo>
                <a:lnTo>
                  <a:pt x="93486" y="462"/>
                </a:lnTo>
                <a:lnTo>
                  <a:pt x="184334" y="1823"/>
                </a:lnTo>
                <a:lnTo>
                  <a:pt x="272631" y="4043"/>
                </a:lnTo>
                <a:lnTo>
                  <a:pt x="358462" y="7084"/>
                </a:lnTo>
                <a:lnTo>
                  <a:pt x="441914" y="10906"/>
                </a:lnTo>
                <a:lnTo>
                  <a:pt x="523073" y="15471"/>
                </a:lnTo>
                <a:lnTo>
                  <a:pt x="602025" y="20738"/>
                </a:lnTo>
                <a:lnTo>
                  <a:pt x="678855" y="26670"/>
                </a:lnTo>
                <a:lnTo>
                  <a:pt x="753650" y="33227"/>
                </a:lnTo>
                <a:lnTo>
                  <a:pt x="826495" y="40370"/>
                </a:lnTo>
                <a:lnTo>
                  <a:pt x="897478" y="48059"/>
                </a:lnTo>
                <a:lnTo>
                  <a:pt x="966683" y="56257"/>
                </a:lnTo>
                <a:lnTo>
                  <a:pt x="1034198" y="64923"/>
                </a:lnTo>
                <a:lnTo>
                  <a:pt x="1100107" y="74020"/>
                </a:lnTo>
                <a:lnTo>
                  <a:pt x="1164498" y="83507"/>
                </a:lnTo>
                <a:lnTo>
                  <a:pt x="1227455" y="93345"/>
                </a:lnTo>
                <a:lnTo>
                  <a:pt x="1289066" y="103496"/>
                </a:lnTo>
                <a:lnTo>
                  <a:pt x="1349415" y="113920"/>
                </a:lnTo>
                <a:lnTo>
                  <a:pt x="1408590" y="124579"/>
                </a:lnTo>
                <a:lnTo>
                  <a:pt x="1466676" y="135434"/>
                </a:lnTo>
                <a:lnTo>
                  <a:pt x="1523760" y="146444"/>
                </a:lnTo>
                <a:lnTo>
                  <a:pt x="1579927" y="157572"/>
                </a:lnTo>
                <a:lnTo>
                  <a:pt x="1635263" y="168778"/>
                </a:lnTo>
                <a:lnTo>
                  <a:pt x="1689854" y="180023"/>
                </a:lnTo>
                <a:lnTo>
                  <a:pt x="1743787" y="191267"/>
                </a:lnTo>
                <a:lnTo>
                  <a:pt x="1797147" y="202473"/>
                </a:lnTo>
                <a:lnTo>
                  <a:pt x="1850021" y="213601"/>
                </a:lnTo>
                <a:lnTo>
                  <a:pt x="1902495" y="224611"/>
                </a:lnTo>
                <a:lnTo>
                  <a:pt x="1954654" y="235466"/>
                </a:lnTo>
                <a:lnTo>
                  <a:pt x="2006584" y="246125"/>
                </a:lnTo>
                <a:lnTo>
                  <a:pt x="2058373" y="256549"/>
                </a:lnTo>
                <a:lnTo>
                  <a:pt x="2110105" y="266700"/>
                </a:lnTo>
                <a:lnTo>
                  <a:pt x="2161867" y="276538"/>
                </a:lnTo>
                <a:lnTo>
                  <a:pt x="2213745" y="286025"/>
                </a:lnTo>
                <a:lnTo>
                  <a:pt x="2265824" y="295122"/>
                </a:lnTo>
                <a:lnTo>
                  <a:pt x="2318192" y="303788"/>
                </a:lnTo>
                <a:lnTo>
                  <a:pt x="2370933" y="311986"/>
                </a:lnTo>
                <a:lnTo>
                  <a:pt x="2424134" y="319675"/>
                </a:lnTo>
                <a:lnTo>
                  <a:pt x="2477882" y="326818"/>
                </a:lnTo>
                <a:lnTo>
                  <a:pt x="2532261" y="333375"/>
                </a:lnTo>
                <a:lnTo>
                  <a:pt x="2587358" y="339307"/>
                </a:lnTo>
                <a:lnTo>
                  <a:pt x="2643260" y="344574"/>
                </a:lnTo>
                <a:lnTo>
                  <a:pt x="2700052" y="349139"/>
                </a:lnTo>
                <a:lnTo>
                  <a:pt x="2757820" y="352961"/>
                </a:lnTo>
                <a:lnTo>
                  <a:pt x="2816650" y="356002"/>
                </a:lnTo>
                <a:lnTo>
                  <a:pt x="2876629" y="358222"/>
                </a:lnTo>
                <a:lnTo>
                  <a:pt x="2937842" y="359583"/>
                </a:lnTo>
                <a:lnTo>
                  <a:pt x="3000375" y="360045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29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FC4284E-2A93-4798-B7E1-87EFE6D6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3763394"/>
            <a:ext cx="2803207" cy="555241"/>
          </a:xfrm>
          <a:custGeom xmlns:a="http://schemas.openxmlformats.org/drawingml/2006/main">
            <a:pathLst>
              <a:path w="2803207" h="555241">
                <a:moveTo>
                  <a:pt x="0" y="555241"/>
                </a:moveTo>
                <a:lnTo>
                  <a:pt x="54411" y="554528"/>
                </a:lnTo>
                <a:lnTo>
                  <a:pt x="108371" y="552429"/>
                </a:lnTo>
                <a:lnTo>
                  <a:pt x="161921" y="549005"/>
                </a:lnTo>
                <a:lnTo>
                  <a:pt x="215101" y="544316"/>
                </a:lnTo>
                <a:lnTo>
                  <a:pt x="267952" y="538422"/>
                </a:lnTo>
                <a:lnTo>
                  <a:pt x="320514" y="531383"/>
                </a:lnTo>
                <a:lnTo>
                  <a:pt x="372828" y="523259"/>
                </a:lnTo>
                <a:lnTo>
                  <a:pt x="424934" y="514112"/>
                </a:lnTo>
                <a:lnTo>
                  <a:pt x="476873" y="504000"/>
                </a:lnTo>
                <a:lnTo>
                  <a:pt x="528684" y="492985"/>
                </a:lnTo>
                <a:lnTo>
                  <a:pt x="580409" y="481126"/>
                </a:lnTo>
                <a:lnTo>
                  <a:pt x="632088" y="468484"/>
                </a:lnTo>
                <a:lnTo>
                  <a:pt x="683761" y="455120"/>
                </a:lnTo>
                <a:lnTo>
                  <a:pt x="735470" y="441092"/>
                </a:lnTo>
                <a:lnTo>
                  <a:pt x="787253" y="426462"/>
                </a:lnTo>
                <a:lnTo>
                  <a:pt x="839153" y="411290"/>
                </a:lnTo>
                <a:lnTo>
                  <a:pt x="891208" y="395635"/>
                </a:lnTo>
                <a:lnTo>
                  <a:pt x="943461" y="379559"/>
                </a:lnTo>
                <a:lnTo>
                  <a:pt x="995950" y="363122"/>
                </a:lnTo>
                <a:lnTo>
                  <a:pt x="1048717" y="346383"/>
                </a:lnTo>
                <a:lnTo>
                  <a:pt x="1101803" y="329403"/>
                </a:lnTo>
                <a:lnTo>
                  <a:pt x="1155247" y="312243"/>
                </a:lnTo>
                <a:lnTo>
                  <a:pt x="1209090" y="294962"/>
                </a:lnTo>
                <a:lnTo>
                  <a:pt x="1263372" y="277620"/>
                </a:lnTo>
                <a:lnTo>
                  <a:pt x="1318135" y="260279"/>
                </a:lnTo>
                <a:lnTo>
                  <a:pt x="1373418" y="242998"/>
                </a:lnTo>
                <a:lnTo>
                  <a:pt x="1429261" y="225838"/>
                </a:lnTo>
                <a:lnTo>
                  <a:pt x="1485707" y="208858"/>
                </a:lnTo>
                <a:lnTo>
                  <a:pt x="1542794" y="192119"/>
                </a:lnTo>
                <a:lnTo>
                  <a:pt x="1600563" y="175682"/>
                </a:lnTo>
                <a:lnTo>
                  <a:pt x="1659055" y="159606"/>
                </a:lnTo>
                <a:lnTo>
                  <a:pt x="1718310" y="143951"/>
                </a:lnTo>
                <a:lnTo>
                  <a:pt x="1778369" y="128779"/>
                </a:lnTo>
                <a:lnTo>
                  <a:pt x="1839272" y="114149"/>
                </a:lnTo>
                <a:lnTo>
                  <a:pt x="1901060" y="100121"/>
                </a:lnTo>
                <a:lnTo>
                  <a:pt x="1963772" y="86756"/>
                </a:lnTo>
                <a:lnTo>
                  <a:pt x="2027450" y="74114"/>
                </a:lnTo>
                <a:lnTo>
                  <a:pt x="2092135" y="62256"/>
                </a:lnTo>
                <a:lnTo>
                  <a:pt x="2157865" y="51240"/>
                </a:lnTo>
                <a:lnTo>
                  <a:pt x="2224683" y="41129"/>
                </a:lnTo>
                <a:lnTo>
                  <a:pt x="2292628" y="31981"/>
                </a:lnTo>
                <a:lnTo>
                  <a:pt x="2361740" y="23858"/>
                </a:lnTo>
                <a:lnTo>
                  <a:pt x="2432062" y="16819"/>
                </a:lnTo>
                <a:lnTo>
                  <a:pt x="2503631" y="10925"/>
                </a:lnTo>
                <a:lnTo>
                  <a:pt x="2576490" y="6236"/>
                </a:lnTo>
                <a:lnTo>
                  <a:pt x="2650679" y="2812"/>
                </a:lnTo>
                <a:lnTo>
                  <a:pt x="2726238" y="713"/>
                </a:lnTo>
                <a:lnTo>
                  <a:pt x="2803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73CE12-C7B4-4167-B1E6-112B0279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3863515"/>
            <a:ext cx="122691" cy="28658"/>
          </a:xfrm>
          <a:custGeom xmlns:a="http://schemas.openxmlformats.org/drawingml/2006/main">
            <a:pathLst>
              <a:path w="122691" h="28658">
                <a:moveTo>
                  <a:pt x="0" y="28658"/>
                </a:moveTo>
                <a:lnTo>
                  <a:pt x="122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4B3AB6-386A-4C35-9346-F7857AAA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462" y="3843441"/>
            <a:ext cx="102503" cy="83478"/>
          </a:xfrm>
          <a:custGeom xmlns:a="http://schemas.openxmlformats.org/drawingml/2006/main">
            <a:pathLst>
              <a:path w="102503" h="83478">
                <a:moveTo>
                  <a:pt x="102503" y="20074"/>
                </a:moveTo>
                <a:lnTo>
                  <a:pt x="0" y="0"/>
                </a:lnTo>
                <a:lnTo>
                  <a:pt x="19499" y="8347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84DED57-634C-4EE0-90F7-05F37837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530" y="4121468"/>
            <a:ext cx="3000375" cy="300037"/>
          </a:xfrm>
          <a:custGeom xmlns:a="http://schemas.openxmlformats.org/drawingml/2006/main">
            <a:pathLst>
              <a:path w="3000375" h="300037">
                <a:moveTo>
                  <a:pt x="0" y="0"/>
                </a:moveTo>
                <a:lnTo>
                  <a:pt x="93486" y="385"/>
                </a:lnTo>
                <a:lnTo>
                  <a:pt x="184334" y="1519"/>
                </a:lnTo>
                <a:lnTo>
                  <a:pt x="272631" y="3370"/>
                </a:lnTo>
                <a:lnTo>
                  <a:pt x="358462" y="5904"/>
                </a:lnTo>
                <a:lnTo>
                  <a:pt x="441914" y="9089"/>
                </a:lnTo>
                <a:lnTo>
                  <a:pt x="523073" y="12892"/>
                </a:lnTo>
                <a:lnTo>
                  <a:pt x="602025" y="17282"/>
                </a:lnTo>
                <a:lnTo>
                  <a:pt x="678855" y="22225"/>
                </a:lnTo>
                <a:lnTo>
                  <a:pt x="753650" y="27689"/>
                </a:lnTo>
                <a:lnTo>
                  <a:pt x="826495" y="33641"/>
                </a:lnTo>
                <a:lnTo>
                  <a:pt x="897478" y="40049"/>
                </a:lnTo>
                <a:lnTo>
                  <a:pt x="966683" y="46881"/>
                </a:lnTo>
                <a:lnTo>
                  <a:pt x="1034198" y="54103"/>
                </a:lnTo>
                <a:lnTo>
                  <a:pt x="1100107" y="61683"/>
                </a:lnTo>
                <a:lnTo>
                  <a:pt x="1164498" y="69589"/>
                </a:lnTo>
                <a:lnTo>
                  <a:pt x="1227455" y="77788"/>
                </a:lnTo>
                <a:lnTo>
                  <a:pt x="1289066" y="86247"/>
                </a:lnTo>
                <a:lnTo>
                  <a:pt x="1349415" y="94934"/>
                </a:lnTo>
                <a:lnTo>
                  <a:pt x="1408590" y="103816"/>
                </a:lnTo>
                <a:lnTo>
                  <a:pt x="1466676" y="112861"/>
                </a:lnTo>
                <a:lnTo>
                  <a:pt x="1523760" y="122037"/>
                </a:lnTo>
                <a:lnTo>
                  <a:pt x="1579927" y="131310"/>
                </a:lnTo>
                <a:lnTo>
                  <a:pt x="1635263" y="140648"/>
                </a:lnTo>
                <a:lnTo>
                  <a:pt x="1689854" y="150019"/>
                </a:lnTo>
                <a:lnTo>
                  <a:pt x="1743787" y="159389"/>
                </a:lnTo>
                <a:lnTo>
                  <a:pt x="1797147" y="168728"/>
                </a:lnTo>
                <a:lnTo>
                  <a:pt x="1850021" y="178001"/>
                </a:lnTo>
                <a:lnTo>
                  <a:pt x="1902495" y="187176"/>
                </a:lnTo>
                <a:lnTo>
                  <a:pt x="1954654" y="196221"/>
                </a:lnTo>
                <a:lnTo>
                  <a:pt x="2006584" y="205104"/>
                </a:lnTo>
                <a:lnTo>
                  <a:pt x="2058373" y="213791"/>
                </a:lnTo>
                <a:lnTo>
                  <a:pt x="2110105" y="222250"/>
                </a:lnTo>
                <a:lnTo>
                  <a:pt x="2161867" y="230449"/>
                </a:lnTo>
                <a:lnTo>
                  <a:pt x="2213745" y="238354"/>
                </a:lnTo>
                <a:lnTo>
                  <a:pt x="2265824" y="245935"/>
                </a:lnTo>
                <a:lnTo>
                  <a:pt x="2318192" y="253157"/>
                </a:lnTo>
                <a:lnTo>
                  <a:pt x="2370933" y="259988"/>
                </a:lnTo>
                <a:lnTo>
                  <a:pt x="2424134" y="266396"/>
                </a:lnTo>
                <a:lnTo>
                  <a:pt x="2477882" y="272348"/>
                </a:lnTo>
                <a:lnTo>
                  <a:pt x="2532261" y="277812"/>
                </a:lnTo>
                <a:lnTo>
                  <a:pt x="2587358" y="282756"/>
                </a:lnTo>
                <a:lnTo>
                  <a:pt x="2643260" y="287145"/>
                </a:lnTo>
                <a:lnTo>
                  <a:pt x="2700052" y="290949"/>
                </a:lnTo>
                <a:lnTo>
                  <a:pt x="2757820" y="294134"/>
                </a:lnTo>
                <a:lnTo>
                  <a:pt x="2816650" y="296668"/>
                </a:lnTo>
                <a:lnTo>
                  <a:pt x="2876629" y="298518"/>
                </a:lnTo>
                <a:lnTo>
                  <a:pt x="2937842" y="299652"/>
                </a:lnTo>
                <a:lnTo>
                  <a:pt x="3000375" y="300037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3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553D63B-D195-4826-A188-3E382CBE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3872522"/>
            <a:ext cx="2803207" cy="548983"/>
          </a:xfrm>
          <a:custGeom xmlns:a="http://schemas.openxmlformats.org/drawingml/2006/main">
            <a:pathLst>
              <a:path w="2803207" h="548983">
                <a:moveTo>
                  <a:pt x="0" y="548983"/>
                </a:moveTo>
                <a:lnTo>
                  <a:pt x="54411" y="548278"/>
                </a:lnTo>
                <a:lnTo>
                  <a:pt x="108371" y="546203"/>
                </a:lnTo>
                <a:lnTo>
                  <a:pt x="161921" y="542818"/>
                </a:lnTo>
                <a:lnTo>
                  <a:pt x="215101" y="538181"/>
                </a:lnTo>
                <a:lnTo>
                  <a:pt x="267952" y="532353"/>
                </a:lnTo>
                <a:lnTo>
                  <a:pt x="320514" y="525394"/>
                </a:lnTo>
                <a:lnTo>
                  <a:pt x="372828" y="517362"/>
                </a:lnTo>
                <a:lnTo>
                  <a:pt x="424934" y="508318"/>
                </a:lnTo>
                <a:lnTo>
                  <a:pt x="476873" y="498320"/>
                </a:lnTo>
                <a:lnTo>
                  <a:pt x="528684" y="487429"/>
                </a:lnTo>
                <a:lnTo>
                  <a:pt x="580409" y="475704"/>
                </a:lnTo>
                <a:lnTo>
                  <a:pt x="632088" y="463204"/>
                </a:lnTo>
                <a:lnTo>
                  <a:pt x="683761" y="449990"/>
                </a:lnTo>
                <a:lnTo>
                  <a:pt x="735470" y="436121"/>
                </a:lnTo>
                <a:lnTo>
                  <a:pt x="787253" y="421655"/>
                </a:lnTo>
                <a:lnTo>
                  <a:pt x="839153" y="406654"/>
                </a:lnTo>
                <a:lnTo>
                  <a:pt x="891208" y="391176"/>
                </a:lnTo>
                <a:lnTo>
                  <a:pt x="943461" y="375281"/>
                </a:lnTo>
                <a:lnTo>
                  <a:pt x="995950" y="359029"/>
                </a:lnTo>
                <a:lnTo>
                  <a:pt x="1048717" y="342479"/>
                </a:lnTo>
                <a:lnTo>
                  <a:pt x="1101803" y="325691"/>
                </a:lnTo>
                <a:lnTo>
                  <a:pt x="1155247" y="308723"/>
                </a:lnTo>
                <a:lnTo>
                  <a:pt x="1209090" y="291637"/>
                </a:lnTo>
                <a:lnTo>
                  <a:pt x="1263372" y="274491"/>
                </a:lnTo>
                <a:lnTo>
                  <a:pt x="1318135" y="257346"/>
                </a:lnTo>
                <a:lnTo>
                  <a:pt x="1373418" y="240259"/>
                </a:lnTo>
                <a:lnTo>
                  <a:pt x="1429261" y="223292"/>
                </a:lnTo>
                <a:lnTo>
                  <a:pt x="1485707" y="206504"/>
                </a:lnTo>
                <a:lnTo>
                  <a:pt x="1542794" y="189954"/>
                </a:lnTo>
                <a:lnTo>
                  <a:pt x="1600563" y="173702"/>
                </a:lnTo>
                <a:lnTo>
                  <a:pt x="1659055" y="157807"/>
                </a:lnTo>
                <a:lnTo>
                  <a:pt x="1718310" y="142329"/>
                </a:lnTo>
                <a:lnTo>
                  <a:pt x="1778369" y="127328"/>
                </a:lnTo>
                <a:lnTo>
                  <a:pt x="1839272" y="112862"/>
                </a:lnTo>
                <a:lnTo>
                  <a:pt x="1901060" y="98993"/>
                </a:lnTo>
                <a:lnTo>
                  <a:pt x="1963772" y="85779"/>
                </a:lnTo>
                <a:lnTo>
                  <a:pt x="2027450" y="73279"/>
                </a:lnTo>
                <a:lnTo>
                  <a:pt x="2092135" y="61554"/>
                </a:lnTo>
                <a:lnTo>
                  <a:pt x="2157865" y="50663"/>
                </a:lnTo>
                <a:lnTo>
                  <a:pt x="2224683" y="40665"/>
                </a:lnTo>
                <a:lnTo>
                  <a:pt x="2292628" y="31621"/>
                </a:lnTo>
                <a:lnTo>
                  <a:pt x="2361740" y="23589"/>
                </a:lnTo>
                <a:lnTo>
                  <a:pt x="2432062" y="16630"/>
                </a:lnTo>
                <a:lnTo>
                  <a:pt x="2503631" y="10802"/>
                </a:lnTo>
                <a:lnTo>
                  <a:pt x="2576490" y="6165"/>
                </a:lnTo>
                <a:lnTo>
                  <a:pt x="2650679" y="2780"/>
                </a:lnTo>
                <a:lnTo>
                  <a:pt x="2726238" y="705"/>
                </a:lnTo>
                <a:lnTo>
                  <a:pt x="2803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5ABC0B-5F4C-4466-9D24-D1FA9A07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274" y="3971515"/>
            <a:ext cx="122691" cy="28335"/>
          </a:xfrm>
          <a:custGeom xmlns:a="http://schemas.openxmlformats.org/drawingml/2006/main">
            <a:pathLst>
              <a:path w="122691" h="28335">
                <a:moveTo>
                  <a:pt x="0" y="28335"/>
                </a:moveTo>
                <a:lnTo>
                  <a:pt x="122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68C5"/>
            </a:solidFill>
            <a:prstDash val="solid"/>
          </a:ln>
        </p:spPr>
      </p:sp>
      <p:sp>
        <p:nvSpPr>
          <p:cNvPr id="1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6B524D1-64DA-4867-A8C4-45C96B54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512" y="3951185"/>
            <a:ext cx="102452" cy="83526"/>
          </a:xfrm>
          <a:custGeom xmlns:a="http://schemas.openxmlformats.org/drawingml/2006/main">
            <a:pathLst>
              <a:path w="102452" h="83526">
                <a:moveTo>
                  <a:pt x="102452" y="20330"/>
                </a:moveTo>
                <a:lnTo>
                  <a:pt x="0" y="0"/>
                </a:lnTo>
                <a:lnTo>
                  <a:pt x="19290" y="8352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DB49370-C1C2-42EC-87E4-6020092D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693" y="2809875"/>
            <a:ext cx="1114425" cy="1114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37" name="−">
            <a:extLst xmlns:a="http://schemas.openxmlformats.org/drawingml/2006/main">
              <a:ext uri="{FF2B5EF4-FFF2-40B4-BE49-F238E27FC236}">
                <a16:creationId xmlns:a16="http://schemas.microsoft.com/office/drawing/2014/main" id="{843A17BC-DAFE-48CB-8072-50F941A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964180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1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38" name="+">
            <a:extLst xmlns:a="http://schemas.openxmlformats.org/drawingml/2006/main">
              <a:ext uri="{FF2B5EF4-FFF2-40B4-BE49-F238E27FC236}">
                <a16:creationId xmlns:a16="http://schemas.microsoft.com/office/drawing/2014/main" id="{85F69679-7FF2-4B5C-B2C7-5A11E9F6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64180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1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39" name="−">
            <a:extLst xmlns:a="http://schemas.openxmlformats.org/drawingml/2006/main">
              <a:ext uri="{FF2B5EF4-FFF2-40B4-BE49-F238E27FC236}">
                <a16:creationId xmlns:a16="http://schemas.microsoft.com/office/drawing/2014/main" id="{39C74A78-7880-44E9-B496-04B95E00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161348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1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40" name="+">
            <a:extLst xmlns:a="http://schemas.openxmlformats.org/drawingml/2006/main">
              <a:ext uri="{FF2B5EF4-FFF2-40B4-BE49-F238E27FC236}">
                <a16:creationId xmlns:a16="http://schemas.microsoft.com/office/drawing/2014/main" id="{83B78C7F-0EE6-4475-AF7C-9345B464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61348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1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41" name="−">
            <a:extLst xmlns:a="http://schemas.openxmlformats.org/drawingml/2006/main">
              <a:ext uri="{FF2B5EF4-FFF2-40B4-BE49-F238E27FC236}">
                <a16:creationId xmlns:a16="http://schemas.microsoft.com/office/drawing/2014/main" id="{A75C927C-FAC4-430B-AC89-5594D9C0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358515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1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42" name="+">
            <a:extLst xmlns:a="http://schemas.openxmlformats.org/drawingml/2006/main">
              <a:ext uri="{FF2B5EF4-FFF2-40B4-BE49-F238E27FC236}">
                <a16:creationId xmlns:a16="http://schemas.microsoft.com/office/drawing/2014/main" id="{967589A9-6F8A-4499-8ED8-276A63B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58515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1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43" name="−">
            <a:extLst xmlns:a="http://schemas.openxmlformats.org/drawingml/2006/main">
              <a:ext uri="{FF2B5EF4-FFF2-40B4-BE49-F238E27FC236}">
                <a16:creationId xmlns:a16="http://schemas.microsoft.com/office/drawing/2014/main" id="{8728E504-14C8-4C3C-865B-41E23509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555683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1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−</a:t>
            </a:r>
          </a:p>
        </p:txBody>
      </p:sp>
      <p:sp>
        <p:nvSpPr>
          <p:cNvPr id="144" name="+">
            <a:extLst xmlns:a="http://schemas.openxmlformats.org/drawingml/2006/main">
              <a:ext uri="{FF2B5EF4-FFF2-40B4-BE49-F238E27FC236}">
                <a16:creationId xmlns:a16="http://schemas.microsoft.com/office/drawing/2014/main" id="{45DFC9D0-B833-4C82-A48C-72075013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55683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1">
                <a:solidFill>
                  <a:srgbClr val="B73924"/>
                </a:solidFill>
                <a:latin typeface="Noto Sans CJK JP"/>
                <a:ea typeface="Noto Sans CJK JP"/>
                <a:cs typeface="Noto Sans CJK JP"/>
              </a:rPr>
              <a:t>+</a:t>
            </a:r>
          </a:p>
        </p:txBody>
      </p:sp>
      <p:sp>
        <p:nvSpPr>
          <p:cNvPr id="145" name="K_CM &gt; 0">
            <a:extLst xmlns:a="http://schemas.openxmlformats.org/drawingml/2006/main">
              <a:ext uri="{FF2B5EF4-FFF2-40B4-BE49-F238E27FC236}">
                <a16:creationId xmlns:a16="http://schemas.microsoft.com/office/drawing/2014/main" id="{DC881FFA-DA2F-40F5-B209-8E479B94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214122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K_CM &gt; 0</a:t>
            </a:r>
          </a:p>
        </p:txBody>
      </p:sp>
      <p:sp>
        <p:nvSpPr>
          <p:cNvPr id="1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8DF23C-D190-4A5A-A238-22627B6C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4610100"/>
            <a:ext cx="1483042" cy="95"/>
          </a:xfrm>
          <a:custGeom xmlns:a="http://schemas.openxmlformats.org/drawingml/2006/main">
            <a:pathLst>
              <a:path w="1483042" h="95">
                <a:moveTo>
                  <a:pt x="0" y="0"/>
                </a:moveTo>
                <a:lnTo>
                  <a:pt x="14830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008696"/>
            </a:solidFill>
            <a:prstDash val="solid"/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44B4FD-D9B7-4011-BB0B-D19D2BEA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248" y="4556093"/>
            <a:ext cx="120015" cy="108014"/>
          </a:xfrm>
          <a:custGeom xmlns:a="http://schemas.openxmlformats.org/drawingml/2006/main">
            <a:pathLst>
              <a:path w="120015" h="108014">
                <a:moveTo>
                  <a:pt x="120015" y="54007"/>
                </a:moveTo>
                <a:lnTo>
                  <a:pt x="0" y="0"/>
                </a:lnTo>
                <a:lnTo>
                  <a:pt x="0" y="108014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48" name="∇〈|E|²〉">
            <a:extLst xmlns:a="http://schemas.openxmlformats.org/drawingml/2006/main">
              <a:ext uri="{FF2B5EF4-FFF2-40B4-BE49-F238E27FC236}">
                <a16:creationId xmlns:a16="http://schemas.microsoft.com/office/drawing/2014/main" id="{1D01A90E-E1FC-4326-B326-93393ADC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568" y="4430078"/>
            <a:ext cx="210026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∇〈|E|²〉</a:t>
            </a:r>
          </a:p>
        </p:txBody>
      </p:sp>
      <p:sp>
        <p:nvSpPr>
          <p:cNvPr id="1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51AF4E8-A214-4F0A-954B-87670DE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5013008"/>
            <a:ext cx="1483042" cy="95"/>
          </a:xfrm>
          <a:custGeom xmlns:a="http://schemas.openxmlformats.org/drawingml/2006/main">
            <a:pathLst>
              <a:path w="1483042" h="95">
                <a:moveTo>
                  <a:pt x="0" y="0"/>
                </a:moveTo>
                <a:lnTo>
                  <a:pt x="14830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300"/>
            </a:solidFill>
            <a:prstDash val="solid"/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779668-AE6A-4DAA-A145-1384A33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248" y="4959001"/>
            <a:ext cx="120015" cy="108013"/>
          </a:xfrm>
          <a:custGeom xmlns:a="http://schemas.openxmlformats.org/drawingml/2006/main">
            <a:pathLst>
              <a:path w="120015" h="108013">
                <a:moveTo>
                  <a:pt x="120015" y="54007"/>
                </a:moveTo>
                <a:lnTo>
                  <a:pt x="0" y="0"/>
                </a:lnTo>
                <a:lnTo>
                  <a:pt x="0" y="108013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51" name="F_DEP">
            <a:extLst xmlns:a="http://schemas.openxmlformats.org/drawingml/2006/main">
              <a:ext uri="{FF2B5EF4-FFF2-40B4-BE49-F238E27FC236}">
                <a16:creationId xmlns:a16="http://schemas.microsoft.com/office/drawing/2014/main" id="{A9EA3C1F-9CB2-43F5-B7B5-025317F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568" y="4850130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F_DEP</a:t>
            </a:r>
          </a:p>
        </p:txBody>
      </p:sp>
      <p:sp>
        <p:nvSpPr>
          <p:cNvPr id="152" name="F_DEP ∝ a³K_CM ∇〈|E|²〉">
            <a:extLst xmlns:a="http://schemas.openxmlformats.org/drawingml/2006/main">
              <a:ext uri="{FF2B5EF4-FFF2-40B4-BE49-F238E27FC236}">
                <a16:creationId xmlns:a16="http://schemas.microsoft.com/office/drawing/2014/main" id="{6A113394-0962-42AE-AF37-7A1063D0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01603"/>
            <a:ext cx="5786438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F_DEP ∝ a³K_CM ∇〈|E|²〉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CE1BC8D-A205-4341-92EB-82BF838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78" y="7233285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9DCCDA-79FE-44E1-AC24-23F33BE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638" y="6410325"/>
            <a:ext cx="95" cy="780097"/>
          </a:xfrm>
          <a:custGeom xmlns:a="http://schemas.openxmlformats.org/drawingml/2006/main">
            <a:pathLst>
              <a:path w="95" h="780097">
                <a:moveTo>
                  <a:pt x="0" y="7800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0768C5"/>
            </a:solidFill>
            <a:prstDash val="solid"/>
          </a:ln>
        </p:spPr>
      </p:sp>
      <p:sp>
        <p:nvSpPr>
          <p:cNvPr id="1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098FF10-0C51-4263-BEB7-7CFEA22A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631" y="6410325"/>
            <a:ext cx="108014" cy="120015"/>
          </a:xfrm>
          <a:custGeom xmlns:a="http://schemas.openxmlformats.org/drawingml/2006/main">
            <a:pathLst>
              <a:path w="108014" h="120015">
                <a:moveTo>
                  <a:pt x="54007" y="0"/>
                </a:moveTo>
                <a:lnTo>
                  <a:pt x="0" y="120015"/>
                </a:lnTo>
                <a:lnTo>
                  <a:pt x="108014" y="12001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56" name="w">
            <a:extLst xmlns:a="http://schemas.openxmlformats.org/drawingml/2006/main">
              <a:ext uri="{FF2B5EF4-FFF2-40B4-BE49-F238E27FC236}">
                <a16:creationId xmlns:a16="http://schemas.microsoft.com/office/drawing/2014/main" id="{C111A00D-D86E-4D4B-BEB0-A358D7D3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47485"/>
            <a:ext cx="60007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93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w</a:t>
            </a:r>
          </a:p>
        </p:txBody>
      </p:sp>
      <p:sp>
        <p:nvSpPr>
          <p:cNvPr id="1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6B3C74-1905-48A7-B0AA-0ACDA1C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7713345"/>
            <a:ext cx="1388745" cy="95"/>
          </a:xfrm>
          <a:custGeom xmlns:a="http://schemas.openxmlformats.org/drawingml/2006/main">
            <a:pathLst>
              <a:path w="1388745" h="95">
                <a:moveTo>
                  <a:pt x="0" y="0"/>
                </a:moveTo>
                <a:lnTo>
                  <a:pt x="13887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300"/>
            </a:solidFill>
            <a:prstDash val="solid"/>
          </a:ln>
        </p:spPr>
      </p:sp>
      <p:sp>
        <p:nvSpPr>
          <p:cNvPr id="1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834C17-0F1F-4B1A-8FC4-C8D8CEDD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290" y="7659338"/>
            <a:ext cx="120015" cy="108013"/>
          </a:xfrm>
          <a:custGeom xmlns:a="http://schemas.openxmlformats.org/drawingml/2006/main">
            <a:pathLst>
              <a:path w="120015" h="108013">
                <a:moveTo>
                  <a:pt x="120015" y="54007"/>
                </a:moveTo>
                <a:lnTo>
                  <a:pt x="0" y="0"/>
                </a:lnTo>
                <a:lnTo>
                  <a:pt x="0" y="108013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59" name="F_L">
            <a:extLst xmlns:a="http://schemas.openxmlformats.org/drawingml/2006/main">
              <a:ext uri="{FF2B5EF4-FFF2-40B4-BE49-F238E27FC236}">
                <a16:creationId xmlns:a16="http://schemas.microsoft.com/office/drawing/2014/main" id="{1F343D05-DB36-41E3-95A1-CA5EF85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893" y="7464743"/>
            <a:ext cx="857250" cy="368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F_L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891487B-6DC9-46E0-8EE6-9379D39D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7747635"/>
            <a:ext cx="411480" cy="4114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</a:ln>
        </p:spPr>
      </p:sp>
      <p:sp>
        <p:nvSpPr>
          <p:cNvPr id="1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848BD21-973B-4C25-B5E2-767D20B4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7816215"/>
            <a:ext cx="274320" cy="274320"/>
          </a:xfrm>
          <a:custGeom xmlns:a="http://schemas.openxmlformats.org/drawingml/2006/main">
            <a:pathLst>
              <a:path w="274320" h="274320">
                <a:moveTo>
                  <a:pt x="0" y="0"/>
                </a:moveTo>
                <a:lnTo>
                  <a:pt x="274320" y="27432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0768C5"/>
            </a:solidFill>
            <a:prstDash val="solid"/>
          </a:ln>
        </p:spPr>
      </p:sp>
      <p:sp>
        <p:nvSpPr>
          <p:cNvPr id="1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74D8FB-3A75-4C10-BDA3-C6BE8E7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7816215"/>
            <a:ext cx="274320" cy="274320"/>
          </a:xfrm>
          <a:custGeom xmlns:a="http://schemas.openxmlformats.org/drawingml/2006/main">
            <a:pathLst>
              <a:path w="274320" h="274320">
                <a:moveTo>
                  <a:pt x="0" y="274320"/>
                </a:moveTo>
                <a:lnTo>
                  <a:pt x="2743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0768C5"/>
            </a:solidFill>
            <a:prstDash val="solid"/>
          </a:ln>
        </p:spPr>
      </p:sp>
      <p:sp>
        <p:nvSpPr>
          <p:cNvPr id="163" name="ωφ eφ">
            <a:extLst xmlns:a="http://schemas.openxmlformats.org/drawingml/2006/main">
              <a:ext uri="{FF2B5EF4-FFF2-40B4-BE49-F238E27FC236}">
                <a16:creationId xmlns:a16="http://schemas.microsoft.com/office/drawing/2014/main" id="{FA051042-685E-4913-9A4E-8053FB1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8270558"/>
            <a:ext cx="16287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ωφ eφ</a:t>
            </a:r>
          </a:p>
        </p:txBody>
      </p:sp>
      <p:sp>
        <p:nvSpPr>
          <p:cNvPr id="1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D62BF7-3045-4DC2-B26C-A763C875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6581775"/>
            <a:ext cx="95" cy="591503"/>
          </a:xfrm>
          <a:custGeom xmlns:a="http://schemas.openxmlformats.org/drawingml/2006/main">
            <a:pathLst>
              <a:path w="95" h="591503">
                <a:moveTo>
                  <a:pt x="0" y="5915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D3CDF5-A521-4B37-A409-2DBE3D8B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311" y="6581775"/>
            <a:ext cx="77153" cy="85725"/>
          </a:xfrm>
          <a:custGeom xmlns:a="http://schemas.openxmlformats.org/drawingml/2006/main">
            <a:pathLst>
              <a:path w="77153" h="85725">
                <a:moveTo>
                  <a:pt x="38576" y="0"/>
                </a:moveTo>
                <a:lnTo>
                  <a:pt x="0" y="85725"/>
                </a:lnTo>
                <a:lnTo>
                  <a:pt x="77153" y="8572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63BF51-9887-42EE-98C4-C8037D8C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7173278"/>
            <a:ext cx="642938" cy="95"/>
          </a:xfrm>
          <a:custGeom xmlns:a="http://schemas.openxmlformats.org/drawingml/2006/main">
            <a:pathLst>
              <a:path w="642938" h="95">
                <a:moveTo>
                  <a:pt x="0" y="0"/>
                </a:moveTo>
                <a:lnTo>
                  <a:pt x="642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4BD801-E76A-4C79-B92C-39EE9D6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134701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68" name="z">
            <a:extLst xmlns:a="http://schemas.openxmlformats.org/drawingml/2006/main">
              <a:ext uri="{FF2B5EF4-FFF2-40B4-BE49-F238E27FC236}">
                <a16:creationId xmlns:a16="http://schemas.microsoft.com/office/drawing/2014/main" id="{FE04E3EF-EF86-461D-9E61-6243B7F9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" y="6307455"/>
            <a:ext cx="3429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169" name="r">
            <a:extLst xmlns:a="http://schemas.openxmlformats.org/drawingml/2006/main">
              <a:ext uri="{FF2B5EF4-FFF2-40B4-BE49-F238E27FC236}">
                <a16:creationId xmlns:a16="http://schemas.microsoft.com/office/drawing/2014/main" id="{B065EF12-EA36-4310-8EA4-ECC71F39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253" y="7061835"/>
            <a:ext cx="3429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</a:t>
            </a:r>
          </a:p>
        </p:txBody>
      </p:sp>
      <p:sp>
        <p:nvSpPr>
          <p:cNvPr id="170" name="F_L = K(ωφeφ)×w">
            <a:extLst xmlns:a="http://schemas.openxmlformats.org/drawingml/2006/main">
              <a:ext uri="{FF2B5EF4-FFF2-40B4-BE49-F238E27FC236}">
                <a16:creationId xmlns:a16="http://schemas.microsoft.com/office/drawing/2014/main" id="{286710B3-5719-4D19-ACE0-97A8244F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8802053"/>
            <a:ext cx="45434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9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F_L = K(ωφeφ)×w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D444D6C-AD2B-4079-A459-5AF13AB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6796088"/>
            <a:ext cx="754380" cy="754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1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2B91277-3456-48A9-BA3B-4ABC4468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738" y="6204585"/>
            <a:ext cx="95" cy="548640"/>
          </a:xfrm>
          <a:custGeom xmlns:a="http://schemas.openxmlformats.org/drawingml/2006/main">
            <a:pathLst>
              <a:path w="95" h="548640">
                <a:moveTo>
                  <a:pt x="0" y="5486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008696"/>
            </a:solidFill>
            <a:prstDash val="solid"/>
          </a:ln>
        </p:spPr>
      </p:sp>
      <p:sp>
        <p:nvSpPr>
          <p:cNvPr id="1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E7AA7D-88AF-4DB6-9138-5FF9DC77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731" y="6204585"/>
            <a:ext cx="108014" cy="120015"/>
          </a:xfrm>
          <a:custGeom xmlns:a="http://schemas.openxmlformats.org/drawingml/2006/main">
            <a:pathLst>
              <a:path w="108014" h="120015">
                <a:moveTo>
                  <a:pt x="54007" y="0"/>
                </a:moveTo>
                <a:lnTo>
                  <a:pt x="0" y="120015"/>
                </a:lnTo>
                <a:lnTo>
                  <a:pt x="108014" y="120015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74" name="ρ_g V_disp g">
            <a:extLst xmlns:a="http://schemas.openxmlformats.org/drawingml/2006/main">
              <a:ext uri="{FF2B5EF4-FFF2-40B4-BE49-F238E27FC236}">
                <a16:creationId xmlns:a16="http://schemas.microsoft.com/office/drawing/2014/main" id="{233B1AD5-2EE7-42A2-B606-BCA57E73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5195" y="6273165"/>
            <a:ext cx="26574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ρ_g V_disp g</a:t>
            </a:r>
          </a:p>
        </p:txBody>
      </p:sp>
      <p:sp>
        <p:nvSpPr>
          <p:cNvPr id="1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D06E14-2D69-4188-BF2F-187FBC77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738" y="7593330"/>
            <a:ext cx="95" cy="574357"/>
          </a:xfrm>
          <a:custGeom xmlns:a="http://schemas.openxmlformats.org/drawingml/2006/main">
            <a:pathLst>
              <a:path w="95" h="574357">
                <a:moveTo>
                  <a:pt x="0" y="0"/>
                </a:moveTo>
                <a:lnTo>
                  <a:pt x="0" y="574357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0768C5"/>
            </a:solidFill>
            <a:prstDash val="solid"/>
          </a:ln>
        </p:spPr>
      </p:sp>
      <p:sp>
        <p:nvSpPr>
          <p:cNvPr id="1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07FE4B-7A04-4338-8ED7-5DD91FF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731" y="8047673"/>
            <a:ext cx="108014" cy="120015"/>
          </a:xfrm>
          <a:custGeom xmlns:a="http://schemas.openxmlformats.org/drawingml/2006/main">
            <a:pathLst>
              <a:path w="108014" h="120015">
                <a:moveTo>
                  <a:pt x="54007" y="120015"/>
                </a:moveTo>
                <a:lnTo>
                  <a:pt x="10801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77" name="mg">
            <a:extLst xmlns:a="http://schemas.openxmlformats.org/drawingml/2006/main">
              <a:ext uri="{FF2B5EF4-FFF2-40B4-BE49-F238E27FC236}">
                <a16:creationId xmlns:a16="http://schemas.microsoft.com/office/drawing/2014/main" id="{BD3F8091-AF41-4904-B0B2-E97D4AA6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913" y="7704773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mg</a:t>
            </a:r>
          </a:p>
        </p:txBody>
      </p:sp>
      <p:sp>
        <p:nvSpPr>
          <p:cNvPr id="1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63FE10-2160-4513-9913-83AEF0BF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738" y="8296275"/>
            <a:ext cx="95" cy="437197"/>
          </a:xfrm>
          <a:custGeom xmlns:a="http://schemas.openxmlformats.org/drawingml/2006/main">
            <a:pathLst>
              <a:path w="95" h="437197">
                <a:moveTo>
                  <a:pt x="0" y="0"/>
                </a:moveTo>
                <a:lnTo>
                  <a:pt x="0" y="437197"/>
                </a:lnTo>
              </a:path>
            </a:pathLst>
          </a:custGeom>
          <a:noFill xmlns:a="http://schemas.openxmlformats.org/drawingml/2006/main"/>
          <a:ln xmlns:a="http://schemas.openxmlformats.org/drawingml/2006/main" w="51435">
            <a:solidFill>
              <a:srgbClr val="D78300"/>
            </a:solidFill>
            <a:prstDash val="solid"/>
          </a:ln>
        </p:spPr>
      </p:sp>
      <p:sp>
        <p:nvSpPr>
          <p:cNvPr id="1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6341E72-12E1-45C8-8409-9A9AB36F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873" y="8604885"/>
            <a:ext cx="115729" cy="128588"/>
          </a:xfrm>
          <a:custGeom xmlns:a="http://schemas.openxmlformats.org/drawingml/2006/main">
            <a:pathLst>
              <a:path w="115729" h="128588">
                <a:moveTo>
                  <a:pt x="57864" y="128588"/>
                </a:moveTo>
                <a:lnTo>
                  <a:pt x="11572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80" name="F">
            <a:extLst xmlns:a="http://schemas.openxmlformats.org/drawingml/2006/main">
              <a:ext uri="{FF2B5EF4-FFF2-40B4-BE49-F238E27FC236}">
                <a16:creationId xmlns:a16="http://schemas.microsoft.com/office/drawing/2014/main" id="{B695202A-5633-4A66-A279-1244A813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913" y="8356283"/>
            <a:ext cx="6858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</a:t>
            </a:r>
          </a:p>
        </p:txBody>
      </p:sp>
      <p:sp>
        <p:nvSpPr>
          <p:cNvPr id="181" name="F = (m − ρ_g V_disp)g">
            <a:extLst xmlns:a="http://schemas.openxmlformats.org/drawingml/2006/main">
              <a:ext uri="{FF2B5EF4-FFF2-40B4-BE49-F238E27FC236}">
                <a16:creationId xmlns:a16="http://schemas.microsoft.com/office/drawing/2014/main" id="{5C895119-F114-4953-8B4C-D6FEEED3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8904923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 = (m − ρ_g V_disp)g</a:t>
            </a:r>
          </a:p>
        </p:txBody>
      </p:sp>
    </p:spTree>
    <p:extLst>
      <p:ext uri="{BB962C8B-B14F-4D97-AF65-F5344CB8AC3E}">
        <p14:creationId xmlns:p14="http://schemas.microsoft.com/office/powerpoint/2010/main" val="3981014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図07　場の補間と有効領域の判定">
            <a:extLst xmlns:a="http://schemas.openxmlformats.org/drawingml/2006/main">
              <a:ext uri="{FF2B5EF4-FFF2-40B4-BE49-F238E27FC236}">
                <a16:creationId xmlns:a16="http://schemas.microsoft.com/office/drawing/2014/main" id="{390576AB-276A-472F-BEAA-E802965A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図07　場の補間と有効領域の判定</a:t>
            </a:r>
          </a:p>
        </p:txBody>
      </p:sp>
      <p:sp>
        <p:nvSpPr>
          <p:cNvPr id="2" name="外部メッシュの値を粒子位置で評価し、計算途中の領域外への移動も検出できる">
            <a:extLst xmlns:a="http://schemas.openxmlformats.org/drawingml/2006/main">
              <a:ext uri="{FF2B5EF4-FFF2-40B4-BE49-F238E27FC236}">
                <a16:creationId xmlns:a16="http://schemas.microsoft.com/office/drawing/2014/main" id="{D6C07F11-7585-46F4-85DF-3B72B0AD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外部メッシュの値を粒子位置で評価し、計算途中の領域外への移動も検出できる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255C67-8D67-49A3-942B-AE5CC1BA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DD3F8C75-14A0-41BB-8D6E-88AA12B0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40B3E471-B19E-41E8-82F2-A2395A2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  <p:sp>
        <p:nvSpPr>
          <p:cNvPr id="6" name="(a) 規則格子：双線形">
            <a:extLst xmlns:a="http://schemas.openxmlformats.org/drawingml/2006/main">
              <a:ext uri="{FF2B5EF4-FFF2-40B4-BE49-F238E27FC236}">
                <a16:creationId xmlns:a16="http://schemas.microsoft.com/office/drawing/2014/main" id="{DDDED713-3BBE-4351-A380-10DAE83F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" y="1746885"/>
            <a:ext cx="41148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規則格子：双線形</a:t>
            </a:r>
          </a:p>
        </p:txBody>
      </p:sp>
      <p:sp>
        <p:nvSpPr>
          <p:cNvPr id="7" name="(b) P1三角形：重心座標">
            <a:extLst xmlns:a="http://schemas.openxmlformats.org/drawingml/2006/main">
              <a:ext uri="{FF2B5EF4-FFF2-40B4-BE49-F238E27FC236}">
                <a16:creationId xmlns:a16="http://schemas.microsoft.com/office/drawing/2014/main" id="{603AFDB8-7FA4-4492-AEE0-1221E4DD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46885"/>
            <a:ext cx="4286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P1三角形：重心座標</a:t>
            </a:r>
          </a:p>
        </p:txBody>
      </p:sp>
      <p:sp>
        <p:nvSpPr>
          <p:cNvPr id="8" name="(c) Q1四角形：逆写像">
            <a:extLst xmlns:a="http://schemas.openxmlformats.org/drawingml/2006/main">
              <a:ext uri="{FF2B5EF4-FFF2-40B4-BE49-F238E27FC236}">
                <a16:creationId xmlns:a16="http://schemas.microsoft.com/office/drawing/2014/main" id="{7473D6D0-DAC9-4CAF-B277-D811EA46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46885"/>
            <a:ext cx="4286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Q1四角形：逆写像</a:t>
            </a:r>
          </a:p>
        </p:txBody>
      </p:sp>
      <p:sp>
        <p:nvSpPr>
          <p:cNvPr id="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A810ED-71B7-48F2-8CC6-57ED6050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2235518"/>
            <a:ext cx="95" cy="2494598"/>
          </a:xfrm>
          <a:custGeom xmlns:a="http://schemas.openxmlformats.org/drawingml/2006/main">
            <a:pathLst>
              <a:path w="95" h="2494598">
                <a:moveTo>
                  <a:pt x="0" y="0"/>
                </a:moveTo>
                <a:lnTo>
                  <a:pt x="0" y="249459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DF13C5-92D2-4FD8-A3A8-AC9BAC76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" y="2235518"/>
            <a:ext cx="95" cy="2494598"/>
          </a:xfrm>
          <a:custGeom xmlns:a="http://schemas.openxmlformats.org/drawingml/2006/main">
            <a:pathLst>
              <a:path w="95" h="2494598">
                <a:moveTo>
                  <a:pt x="0" y="0"/>
                </a:moveTo>
                <a:lnTo>
                  <a:pt x="0" y="249459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AA29CA-7586-4690-8931-ED1CED26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355" y="2235518"/>
            <a:ext cx="95" cy="2494598"/>
          </a:xfrm>
          <a:custGeom xmlns:a="http://schemas.openxmlformats.org/drawingml/2006/main">
            <a:pathLst>
              <a:path w="95" h="2494598">
                <a:moveTo>
                  <a:pt x="0" y="0"/>
                </a:moveTo>
                <a:lnTo>
                  <a:pt x="0" y="249459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B751BF-955C-4666-97F0-91E2324F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415" y="2235518"/>
            <a:ext cx="95" cy="2494598"/>
          </a:xfrm>
          <a:custGeom xmlns:a="http://schemas.openxmlformats.org/drawingml/2006/main">
            <a:pathLst>
              <a:path w="95" h="2494598">
                <a:moveTo>
                  <a:pt x="0" y="0"/>
                </a:moveTo>
                <a:lnTo>
                  <a:pt x="0" y="2494598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F5384F-808E-46F3-8D0E-6A9DCE6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2604135"/>
            <a:ext cx="3900488" cy="95"/>
          </a:xfrm>
          <a:custGeom xmlns:a="http://schemas.openxmlformats.org/drawingml/2006/main">
            <a:pathLst>
              <a:path w="3900488" h="95">
                <a:moveTo>
                  <a:pt x="0" y="0"/>
                </a:moveTo>
                <a:lnTo>
                  <a:pt x="3900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45D443E-39F3-4DE5-A2D9-E04C5A1B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4327208"/>
            <a:ext cx="3900488" cy="95"/>
          </a:xfrm>
          <a:custGeom xmlns:a="http://schemas.openxmlformats.org/drawingml/2006/main">
            <a:pathLst>
              <a:path w="3900488" h="95">
                <a:moveTo>
                  <a:pt x="0" y="0"/>
                </a:moveTo>
                <a:lnTo>
                  <a:pt x="3900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C1E95F-8A82-4286-8419-37A4700F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" y="2604135"/>
            <a:ext cx="2486025" cy="1723073"/>
          </a:xfrm>
          <a:custGeom xmlns:a="http://schemas.openxmlformats.org/drawingml/2006/main">
            <a:pathLst>
              <a:path w="2486025" h="1723073">
                <a:moveTo>
                  <a:pt x="0" y="0"/>
                </a:moveTo>
                <a:lnTo>
                  <a:pt x="2486025" y="0"/>
                </a:lnTo>
                <a:lnTo>
                  <a:pt x="2486025" y="1723073"/>
                </a:lnTo>
                <a:lnTo>
                  <a:pt x="0" y="17230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C08AB7-4031-4CB1-9C71-D8D6BF32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" y="2604135"/>
            <a:ext cx="1131570" cy="1011555"/>
          </a:xfrm>
          <a:custGeom xmlns:a="http://schemas.openxmlformats.org/drawingml/2006/main">
            <a:pathLst>
              <a:path w="1131570" h="1011555">
                <a:moveTo>
                  <a:pt x="0" y="0"/>
                </a:moveTo>
                <a:lnTo>
                  <a:pt x="1131570" y="101155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7C9FC-828F-478D-A63F-0E52C514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3555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8" name="f₀₁">
            <a:extLst xmlns:a="http://schemas.openxmlformats.org/drawingml/2006/main">
              <a:ext uri="{FF2B5EF4-FFF2-40B4-BE49-F238E27FC236}">
                <a16:creationId xmlns:a16="http://schemas.microsoft.com/office/drawing/2014/main" id="{75E92347-CF0A-4392-BBBE-B312961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55" y="2278380"/>
            <a:ext cx="7286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f₀₁</a:t>
            </a:r>
          </a:p>
        </p:txBody>
      </p:sp>
      <p:sp>
        <p:nvSpPr>
          <p:cNvPr id="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36C034-B1F9-4489-98A0-8E671CE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4135"/>
            <a:ext cx="1354455" cy="1011555"/>
          </a:xfrm>
          <a:custGeom xmlns:a="http://schemas.openxmlformats.org/drawingml/2006/main">
            <a:pathLst>
              <a:path w="1354455" h="1011555">
                <a:moveTo>
                  <a:pt x="1354455" y="0"/>
                </a:moveTo>
                <a:lnTo>
                  <a:pt x="0" y="101155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7EB8B-C902-4DE8-864D-9D93C2A3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3555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1" name="f₁₁">
            <a:extLst xmlns:a="http://schemas.openxmlformats.org/drawingml/2006/main">
              <a:ext uri="{FF2B5EF4-FFF2-40B4-BE49-F238E27FC236}">
                <a16:creationId xmlns:a16="http://schemas.microsoft.com/office/drawing/2014/main" id="{FB1FC619-D993-450F-923C-D097073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2278380"/>
            <a:ext cx="7286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f₁₁</a:t>
            </a:r>
          </a:p>
        </p:txBody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63E55C-2B84-46FE-80F6-17A3D83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5690"/>
            <a:ext cx="1354455" cy="711517"/>
          </a:xfrm>
          <a:custGeom xmlns:a="http://schemas.openxmlformats.org/drawingml/2006/main">
            <a:pathLst>
              <a:path w="1354455" h="711517">
                <a:moveTo>
                  <a:pt x="1354455" y="711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E1CB05-A55D-4CCE-91A4-B8B2F2C6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586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4" name="f₁₀">
            <a:extLst xmlns:a="http://schemas.openxmlformats.org/drawingml/2006/main">
              <a:ext uri="{FF2B5EF4-FFF2-40B4-BE49-F238E27FC236}">
                <a16:creationId xmlns:a16="http://schemas.microsoft.com/office/drawing/2014/main" id="{F7C03622-D5A0-4F47-9F65-E0F4968C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4395788"/>
            <a:ext cx="7286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f₁₀</a:t>
            </a:r>
          </a:p>
        </p:txBody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7BF877-DFA7-45A7-8CF8-7742AE15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" y="3615690"/>
            <a:ext cx="1131570" cy="711517"/>
          </a:xfrm>
          <a:custGeom xmlns:a="http://schemas.openxmlformats.org/drawingml/2006/main">
            <a:pathLst>
              <a:path w="1131570" h="711517">
                <a:moveTo>
                  <a:pt x="0" y="711517"/>
                </a:moveTo>
                <a:lnTo>
                  <a:pt x="11315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45E03E-C794-4603-903B-00BCDEF5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586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7" name="f₀₀">
            <a:extLst xmlns:a="http://schemas.openxmlformats.org/drawingml/2006/main">
              <a:ext uri="{FF2B5EF4-FFF2-40B4-BE49-F238E27FC236}">
                <a16:creationId xmlns:a16="http://schemas.microsoft.com/office/drawing/2014/main" id="{738B2A61-AAEA-4EA4-9464-9441DD25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55" y="4395788"/>
            <a:ext cx="7286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f₀₀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9406FB-86E0-47A5-83B4-8DEA2E8A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748" y="3538538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9" name="x_p">
            <a:extLst xmlns:a="http://schemas.openxmlformats.org/drawingml/2006/main">
              <a:ext uri="{FF2B5EF4-FFF2-40B4-BE49-F238E27FC236}">
                <a16:creationId xmlns:a16="http://schemas.microsoft.com/office/drawing/2014/main" id="{E2B5ADA6-22DE-456B-A191-37672F3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3495675"/>
            <a:ext cx="857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x_p</a:t>
            </a:r>
          </a:p>
        </p:txBody>
      </p:sp>
      <p:sp>
        <p:nvSpPr>
          <p:cNvPr id="30" name="w₀₁">
            <a:extLst xmlns:a="http://schemas.openxmlformats.org/drawingml/2006/main">
              <a:ext uri="{FF2B5EF4-FFF2-40B4-BE49-F238E27FC236}">
                <a16:creationId xmlns:a16="http://schemas.microsoft.com/office/drawing/2014/main" id="{D64E284C-722D-46DF-9C8C-F365553B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" y="3058478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w₀₁</a:t>
            </a:r>
          </a:p>
        </p:txBody>
      </p:sp>
      <p:sp>
        <p:nvSpPr>
          <p:cNvPr id="31" name="w₁₁">
            <a:extLst xmlns:a="http://schemas.openxmlformats.org/drawingml/2006/main">
              <a:ext uri="{FF2B5EF4-FFF2-40B4-BE49-F238E27FC236}">
                <a16:creationId xmlns:a16="http://schemas.microsoft.com/office/drawing/2014/main" id="{02EE9B62-0034-4226-BF69-474652A6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3058478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w₁₁</a:t>
            </a:r>
          </a:p>
        </p:txBody>
      </p:sp>
      <p:sp>
        <p:nvSpPr>
          <p:cNvPr id="32" name="w₀₀">
            <a:extLst xmlns:a="http://schemas.openxmlformats.org/drawingml/2006/main">
              <a:ext uri="{FF2B5EF4-FFF2-40B4-BE49-F238E27FC236}">
                <a16:creationId xmlns:a16="http://schemas.microsoft.com/office/drawing/2014/main" id="{E6284DD0-582E-4A85-A369-CDF166F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" y="3907155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w₀₀</a:t>
            </a:r>
          </a:p>
        </p:txBody>
      </p:sp>
      <p:sp>
        <p:nvSpPr>
          <p:cNvPr id="33" name="w₁₀">
            <a:extLst xmlns:a="http://schemas.openxmlformats.org/drawingml/2006/main">
              <a:ext uri="{FF2B5EF4-FFF2-40B4-BE49-F238E27FC236}">
                <a16:creationId xmlns:a16="http://schemas.microsoft.com/office/drawing/2014/main" id="{AD740110-2D5C-46E1-B649-B7EC2BE5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3907155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w₁₀</a:t>
            </a:r>
          </a:p>
        </p:txBody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06CF28F-C8BC-4C5E-84BC-017C7DDC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2571750" cy="1937385"/>
          </a:xfrm>
          <a:custGeom xmlns:a="http://schemas.openxmlformats.org/drawingml/2006/main">
            <a:pathLst>
              <a:path w="2571750" h="1937385">
                <a:moveTo>
                  <a:pt x="0" y="1937385"/>
                </a:moveTo>
                <a:lnTo>
                  <a:pt x="1200150" y="0"/>
                </a:lnTo>
                <a:lnTo>
                  <a:pt x="2571750" y="19373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2EB7233-8917-4245-86D6-48D5627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24263"/>
            <a:ext cx="1200150" cy="694373"/>
          </a:xfrm>
          <a:custGeom xmlns:a="http://schemas.openxmlformats.org/drawingml/2006/main">
            <a:pathLst>
              <a:path w="1200150" h="694373">
                <a:moveTo>
                  <a:pt x="0" y="694373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A288EC-A296-4979-91F8-CD7B5B92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520" y="425005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7" name="f1">
            <a:extLst xmlns:a="http://schemas.openxmlformats.org/drawingml/2006/main">
              <a:ext uri="{FF2B5EF4-FFF2-40B4-BE49-F238E27FC236}">
                <a16:creationId xmlns:a16="http://schemas.microsoft.com/office/drawing/2014/main" id="{FFE3316C-A6AA-4EA5-A72D-87259952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535" y="4378643"/>
            <a:ext cx="6000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f1</a:t>
            </a:r>
          </a:p>
        </p:txBody>
      </p:sp>
      <p:sp>
        <p:nvSpPr>
          <p:cNvPr id="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744DDE-32AC-4B11-9833-A66D7B7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95" cy="1243013"/>
          </a:xfrm>
          <a:custGeom xmlns:a="http://schemas.openxmlformats.org/drawingml/2006/main">
            <a:pathLst>
              <a:path w="95" h="1243013">
                <a:moveTo>
                  <a:pt x="0" y="0"/>
                </a:moveTo>
                <a:lnTo>
                  <a:pt x="0" y="124301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A7EED0-C9E8-488E-A676-3E478D1F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231267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0" name="f3">
            <a:extLst xmlns:a="http://schemas.openxmlformats.org/drawingml/2006/main">
              <a:ext uri="{FF2B5EF4-FFF2-40B4-BE49-F238E27FC236}">
                <a16:creationId xmlns:a16="http://schemas.microsoft.com/office/drawing/2014/main" id="{C37EEEAB-C2BB-4536-9CC8-074A8507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685" y="2055495"/>
            <a:ext cx="6000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f3</a:t>
            </a:r>
          </a:p>
        </p:txBody>
      </p:sp>
      <p:sp>
        <p:nvSpPr>
          <p:cNvPr id="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E46517-5C34-446F-B41F-34A52199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24263"/>
            <a:ext cx="1371600" cy="694373"/>
          </a:xfrm>
          <a:custGeom xmlns:a="http://schemas.openxmlformats.org/drawingml/2006/main">
            <a:pathLst>
              <a:path w="1371600" h="694373">
                <a:moveTo>
                  <a:pt x="1371600" y="6943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C5B557-7611-4BCF-BDDA-B12F53F7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425005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3" name="f2">
            <a:extLst xmlns:a="http://schemas.openxmlformats.org/drawingml/2006/main">
              <a:ext uri="{FF2B5EF4-FFF2-40B4-BE49-F238E27FC236}">
                <a16:creationId xmlns:a16="http://schemas.microsoft.com/office/drawing/2014/main" id="{3DD7386B-AF9D-497B-A394-AE03E8BE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285" y="4378643"/>
            <a:ext cx="6000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B271CE-25D0-4A4B-9CE9-719A66B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098" y="3547110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5" name="x_p">
            <a:extLst xmlns:a="http://schemas.openxmlformats.org/drawingml/2006/main">
              <a:ext uri="{FF2B5EF4-FFF2-40B4-BE49-F238E27FC236}">
                <a16:creationId xmlns:a16="http://schemas.microsoft.com/office/drawing/2014/main" id="{B3E52FED-32A5-45B1-BFC6-7E5679CB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495675"/>
            <a:ext cx="81438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x_p</a:t>
            </a:r>
          </a:p>
        </p:txBody>
      </p:sp>
      <p:sp>
        <p:nvSpPr>
          <p:cNvPr id="46" name="N₁">
            <a:extLst xmlns:a="http://schemas.openxmlformats.org/drawingml/2006/main">
              <a:ext uri="{FF2B5EF4-FFF2-40B4-BE49-F238E27FC236}">
                <a16:creationId xmlns:a16="http://schemas.microsoft.com/office/drawing/2014/main" id="{5FD68D04-64ED-4EE6-8005-C27ABD44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35" y="3881438"/>
            <a:ext cx="55721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N₁</a:t>
            </a:r>
          </a:p>
        </p:txBody>
      </p:sp>
      <p:sp>
        <p:nvSpPr>
          <p:cNvPr id="47" name="N₂">
            <a:extLst xmlns:a="http://schemas.openxmlformats.org/drawingml/2006/main">
              <a:ext uri="{FF2B5EF4-FFF2-40B4-BE49-F238E27FC236}">
                <a16:creationId xmlns:a16="http://schemas.microsoft.com/office/drawing/2014/main" id="{B0EA5D39-DAB5-4C3E-8FBA-097EB2F7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1438"/>
            <a:ext cx="55721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N₂</a:t>
            </a:r>
          </a:p>
        </p:txBody>
      </p:sp>
      <p:sp>
        <p:nvSpPr>
          <p:cNvPr id="48" name="N₃">
            <a:extLst xmlns:a="http://schemas.openxmlformats.org/drawingml/2006/main">
              <a:ext uri="{FF2B5EF4-FFF2-40B4-BE49-F238E27FC236}">
                <a16:creationId xmlns:a16="http://schemas.microsoft.com/office/drawing/2014/main" id="{E27C050B-410F-4602-8C34-5672E14F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258" y="2989898"/>
            <a:ext cx="55721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N₃</a:t>
            </a:r>
          </a:p>
        </p:txBody>
      </p:sp>
      <p:sp>
        <p:nvSpPr>
          <p:cNvPr id="49" name="f(x_p) = Σ Nᵢ(x_p)fᵢ">
            <a:extLst xmlns:a="http://schemas.openxmlformats.org/drawingml/2006/main">
              <a:ext uri="{FF2B5EF4-FFF2-40B4-BE49-F238E27FC236}">
                <a16:creationId xmlns:a16="http://schemas.microsoft.com/office/drawing/2014/main" id="{8E89D481-9EE1-434B-98BA-CC9375CF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70" y="4790123"/>
            <a:ext cx="36004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f(x_p) = Σ Nᵢ(x_p)fᵢ</a:t>
            </a:r>
          </a:p>
        </p:txBody>
      </p:sp>
      <p:sp>
        <p:nvSpPr>
          <p:cNvPr id="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33C2F6-E2FD-4729-B035-067AC598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2484120"/>
            <a:ext cx="2065972" cy="1885950"/>
          </a:xfrm>
          <a:custGeom xmlns:a="http://schemas.openxmlformats.org/drawingml/2006/main">
            <a:pathLst>
              <a:path w="2065972" h="1885950">
                <a:moveTo>
                  <a:pt x="0" y="1834515"/>
                </a:moveTo>
                <a:lnTo>
                  <a:pt x="274320" y="162877"/>
                </a:lnTo>
                <a:lnTo>
                  <a:pt x="1851660" y="0"/>
                </a:lnTo>
                <a:lnTo>
                  <a:pt x="2065972" y="18859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33B0215-92EA-433A-B4C1-F2F25BDD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3581400"/>
            <a:ext cx="994410" cy="737235"/>
          </a:xfrm>
          <a:custGeom xmlns:a="http://schemas.openxmlformats.org/drawingml/2006/main">
            <a:pathLst>
              <a:path w="994410" h="737235">
                <a:moveTo>
                  <a:pt x="0" y="737235"/>
                </a:moveTo>
                <a:lnTo>
                  <a:pt x="9944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D79DB0-D5C7-49FA-B4ED-F4971B68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283" y="425862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3" name="f1">
            <a:extLst xmlns:a="http://schemas.openxmlformats.org/drawingml/2006/main">
              <a:ext uri="{FF2B5EF4-FFF2-40B4-BE49-F238E27FC236}">
                <a16:creationId xmlns:a16="http://schemas.microsoft.com/office/drawing/2014/main" id="{6B0E2FF1-1E1A-46DE-B45F-D51BF106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4395788"/>
            <a:ext cx="5143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f1</a:t>
            </a:r>
          </a:p>
        </p:txBody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3EEA99-8E11-4B38-BB64-33CCDC55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610" y="2646998"/>
            <a:ext cx="720090" cy="934403"/>
          </a:xfrm>
          <a:custGeom xmlns:a="http://schemas.openxmlformats.org/drawingml/2006/main">
            <a:pathLst>
              <a:path w="720090" h="934403">
                <a:moveTo>
                  <a:pt x="0" y="0"/>
                </a:moveTo>
                <a:lnTo>
                  <a:pt x="720090" y="93440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7A44E8-862B-4342-B123-094AA65F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603" y="258699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6" name="f4">
            <a:extLst xmlns:a="http://schemas.openxmlformats.org/drawingml/2006/main">
              <a:ext uri="{FF2B5EF4-FFF2-40B4-BE49-F238E27FC236}">
                <a16:creationId xmlns:a16="http://schemas.microsoft.com/office/drawing/2014/main" id="{C0A31C75-7103-4AB7-ACE3-509DFB76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6960"/>
            <a:ext cx="5143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f4</a:t>
            </a:r>
          </a:p>
        </p:txBody>
      </p:sp>
      <p:sp>
        <p:nvSpPr>
          <p:cNvPr id="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D225EA-49F1-472D-9159-D9B81858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84120"/>
            <a:ext cx="857250" cy="1097280"/>
          </a:xfrm>
          <a:custGeom xmlns:a="http://schemas.openxmlformats.org/drawingml/2006/main">
            <a:pathLst>
              <a:path w="857250" h="1097280">
                <a:moveTo>
                  <a:pt x="857250" y="0"/>
                </a:moveTo>
                <a:lnTo>
                  <a:pt x="0" y="109728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552795-E95A-48A0-B8F5-4C80D8A7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43" y="242411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9" name="f3">
            <a:extLst xmlns:a="http://schemas.openxmlformats.org/drawingml/2006/main">
              <a:ext uri="{FF2B5EF4-FFF2-40B4-BE49-F238E27FC236}">
                <a16:creationId xmlns:a16="http://schemas.microsoft.com/office/drawing/2014/main" id="{DF8C8787-9FB9-47B7-93B5-D6FDDE93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790" y="2184083"/>
            <a:ext cx="5143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f3</a:t>
            </a:r>
          </a:p>
        </p:txBody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EE9C29F-5612-4092-8F9C-9FCA523A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81400"/>
            <a:ext cx="1071563" cy="788670"/>
          </a:xfrm>
          <a:custGeom xmlns:a="http://schemas.openxmlformats.org/drawingml/2006/main">
            <a:pathLst>
              <a:path w="1071563" h="788670">
                <a:moveTo>
                  <a:pt x="1071563" y="7886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2C6EA2-1B62-40E1-A68E-F27E3CD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5255" y="431006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2" name="f2">
            <a:extLst xmlns:a="http://schemas.openxmlformats.org/drawingml/2006/main">
              <a:ext uri="{FF2B5EF4-FFF2-40B4-BE49-F238E27FC236}">
                <a16:creationId xmlns:a16="http://schemas.microsoft.com/office/drawing/2014/main" id="{78287768-431B-4659-95CF-0F64EE3F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103" y="4447223"/>
            <a:ext cx="5143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C9212D-6423-477C-AAC8-030B556D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504248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" name="x_p">
            <a:extLst xmlns:a="http://schemas.openxmlformats.org/drawingml/2006/main">
              <a:ext uri="{FF2B5EF4-FFF2-40B4-BE49-F238E27FC236}">
                <a16:creationId xmlns:a16="http://schemas.microsoft.com/office/drawing/2014/main" id="{1D483645-26F6-40F2-A880-BA48DEC6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15" y="3409950"/>
            <a:ext cx="7715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x_p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C3585F-B42F-47FB-9D3B-25E6A72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688" y="2981325"/>
            <a:ext cx="968693" cy="9686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54E1398-2076-4E18-9BDA-84B3851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621280"/>
            <a:ext cx="95" cy="1483043"/>
          </a:xfrm>
          <a:custGeom xmlns:a="http://schemas.openxmlformats.org/drawingml/2006/main">
            <a:pathLst>
              <a:path w="95" h="1483043">
                <a:moveTo>
                  <a:pt x="0" y="14830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25A501-819E-42CD-8FF5-8C5E8942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029" y="2621280"/>
            <a:ext cx="46292" cy="51435"/>
          </a:xfrm>
          <a:custGeom xmlns:a="http://schemas.openxmlformats.org/drawingml/2006/main">
            <a:pathLst>
              <a:path w="46292" h="51435">
                <a:moveTo>
                  <a:pt x="23146" y="0"/>
                </a:moveTo>
                <a:lnTo>
                  <a:pt x="0" y="51435"/>
                </a:lnTo>
                <a:lnTo>
                  <a:pt x="46292" y="5143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CEC616-89D8-40A4-8D6F-27116906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1093" y="3469958"/>
            <a:ext cx="1388745" cy="95"/>
          </a:xfrm>
          <a:custGeom xmlns:a="http://schemas.openxmlformats.org/drawingml/2006/main">
            <a:pathLst>
              <a:path w="1388745" h="95">
                <a:moveTo>
                  <a:pt x="0" y="0"/>
                </a:moveTo>
                <a:lnTo>
                  <a:pt x="13887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A7E06C-1338-4A31-89FB-6F11D1CB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8403" y="3446812"/>
            <a:ext cx="51435" cy="46292"/>
          </a:xfrm>
          <a:custGeom xmlns:a="http://schemas.openxmlformats.org/drawingml/2006/main">
            <a:pathLst>
              <a:path w="51435" h="46292">
                <a:moveTo>
                  <a:pt x="51435" y="23146"/>
                </a:moveTo>
                <a:lnTo>
                  <a:pt x="0" y="0"/>
                </a:lnTo>
                <a:lnTo>
                  <a:pt x="0" y="4629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EC12CC7-6FB1-4EDA-9183-84D37C7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253" y="292989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E4377F-C0FA-4FC8-BA06-7E19D346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253" y="389858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906F7D-50CB-4CE8-8542-ADA39069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945" y="292989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8BCAF2-C151-49CA-8E50-DDCA458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945" y="389858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4" name="ξ">
            <a:extLst xmlns:a="http://schemas.openxmlformats.org/drawingml/2006/main">
              <a:ext uri="{FF2B5EF4-FFF2-40B4-BE49-F238E27FC236}">
                <a16:creationId xmlns:a16="http://schemas.microsoft.com/office/drawing/2014/main" id="{19624646-F349-4EEB-9AF0-0150E8D4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401378"/>
            <a:ext cx="25717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ξ</a:t>
            </a:r>
          </a:p>
        </p:txBody>
      </p:sp>
      <p:sp>
        <p:nvSpPr>
          <p:cNvPr id="75" name="η">
            <a:extLst xmlns:a="http://schemas.openxmlformats.org/drawingml/2006/main">
              <a:ext uri="{FF2B5EF4-FFF2-40B4-BE49-F238E27FC236}">
                <a16:creationId xmlns:a16="http://schemas.microsoft.com/office/drawing/2014/main" id="{EA1D0FCE-5481-446F-8745-D223F26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458" y="2261235"/>
            <a:ext cx="3429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η</a:t>
            </a:r>
          </a:p>
        </p:txBody>
      </p:sp>
      <p:sp>
        <p:nvSpPr>
          <p:cNvPr id="76" name="−1">
            <a:extLst xmlns:a="http://schemas.openxmlformats.org/drawingml/2006/main">
              <a:ext uri="{FF2B5EF4-FFF2-40B4-BE49-F238E27FC236}">
                <a16:creationId xmlns:a16="http://schemas.microsoft.com/office/drawing/2014/main" id="{AE50BCE7-D4F3-43FE-BE72-07391BD2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955" y="3984308"/>
            <a:ext cx="5143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−1</a:t>
            </a:r>
          </a:p>
        </p:txBody>
      </p:sp>
      <p:sp>
        <p:nvSpPr>
          <p:cNvPr id="77" name="1">
            <a:extLst xmlns:a="http://schemas.openxmlformats.org/drawingml/2006/main">
              <a:ext uri="{FF2B5EF4-FFF2-40B4-BE49-F238E27FC236}">
                <a16:creationId xmlns:a16="http://schemas.microsoft.com/office/drawing/2014/main" id="{96984077-9DF6-4129-93E2-F6370F33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984308"/>
            <a:ext cx="3429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1</a:t>
            </a:r>
          </a:p>
        </p:txBody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5617FE-9D76-411C-AB3B-EAB50C89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469958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955887-CDD5-4D4F-95A0-03B21C1E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435239"/>
            <a:ext cx="77152" cy="69437"/>
          </a:xfrm>
          <a:custGeom xmlns:a="http://schemas.openxmlformats.org/drawingml/2006/main">
            <a:pathLst>
              <a:path w="77152" h="69437">
                <a:moveTo>
                  <a:pt x="0" y="34719"/>
                </a:moveTo>
                <a:lnTo>
                  <a:pt x="77152" y="69437"/>
                </a:lnTo>
                <a:lnTo>
                  <a:pt x="77152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80" name="x(ξ,η)">
            <a:extLst xmlns:a="http://schemas.openxmlformats.org/drawingml/2006/main">
              <a:ext uri="{FF2B5EF4-FFF2-40B4-BE49-F238E27FC236}">
                <a16:creationId xmlns:a16="http://schemas.microsoft.com/office/drawing/2014/main" id="{9F7492E5-F8CE-4DA1-BEDD-898C66C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568" y="3075623"/>
            <a:ext cx="10287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x(ξ,η)</a:t>
            </a:r>
          </a:p>
        </p:txBody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CD35A63-D252-4746-A959-1EADBD3F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38313"/>
            <a:ext cx="95" cy="3471863"/>
          </a:xfrm>
          <a:custGeom xmlns:a="http://schemas.openxmlformats.org/drawingml/2006/main">
            <a:pathLst>
              <a:path w="95" h="3471863">
                <a:moveTo>
                  <a:pt x="0" y="0"/>
                </a:moveTo>
                <a:lnTo>
                  <a:pt x="0" y="347186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7C1C9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AB083A-A940-4CE2-86AA-83276E44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1738313"/>
            <a:ext cx="95" cy="3471863"/>
          </a:xfrm>
          <a:custGeom xmlns:a="http://schemas.openxmlformats.org/drawingml/2006/main">
            <a:pathLst>
              <a:path w="95" h="3471863">
                <a:moveTo>
                  <a:pt x="0" y="0"/>
                </a:moveTo>
                <a:lnTo>
                  <a:pt x="0" y="347186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7C1C9"/>
            </a:solidFill>
            <a:prstDash val="solid"/>
          </a:ln>
        </p:spPr>
      </p:sp>
      <p:sp>
        <p:nvSpPr>
          <p:cNvPr id="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AEBC4A-F23F-4AB2-8FE5-982C3554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" y="5398770"/>
            <a:ext cx="12961620" cy="95"/>
          </a:xfrm>
          <a:custGeom xmlns:a="http://schemas.openxmlformats.org/drawingml/2006/main">
            <a:pathLst>
              <a:path w="12961620" h="95">
                <a:moveTo>
                  <a:pt x="0" y="0"/>
                </a:moveTo>
                <a:lnTo>
                  <a:pt x="12961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  <a:prstDash val="solid"/>
          </a:ln>
        </p:spPr>
      </p:sp>
      <p:sp>
        <p:nvSpPr>
          <p:cNvPr id="84" name="(d) 積分の各評価位置で補間">
            <a:extLst xmlns:a="http://schemas.openxmlformats.org/drawingml/2006/main">
              <a:ext uri="{FF2B5EF4-FFF2-40B4-BE49-F238E27FC236}">
                <a16:creationId xmlns:a16="http://schemas.microsoft.com/office/drawing/2014/main" id="{07D2B6AA-FF5D-405B-A02B-E747E77F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4495"/>
            <a:ext cx="90011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(d) 積分の各評価位置で補間</a:t>
            </a:r>
          </a:p>
        </p:txBody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AE5D07-02D5-41A1-97F8-D6008DB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6101715"/>
            <a:ext cx="1757363" cy="1122997"/>
          </a:xfrm>
          <a:custGeom xmlns:a="http://schemas.openxmlformats.org/drawingml/2006/main">
            <a:pathLst>
              <a:path w="1757363" h="1122997">
                <a:moveTo>
                  <a:pt x="0" y="137160"/>
                </a:moveTo>
                <a:lnTo>
                  <a:pt x="1757363" y="0"/>
                </a:lnTo>
                <a:lnTo>
                  <a:pt x="985838" y="1122997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948CE6-5C69-4170-BB1A-F1EDDB34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101715"/>
            <a:ext cx="857250" cy="1251585"/>
          </a:xfrm>
          <a:custGeom xmlns:a="http://schemas.openxmlformats.org/drawingml/2006/main">
            <a:pathLst>
              <a:path w="857250" h="1251585">
                <a:moveTo>
                  <a:pt x="771525" y="0"/>
                </a:moveTo>
                <a:lnTo>
                  <a:pt x="0" y="1122997"/>
                </a:lnTo>
                <a:lnTo>
                  <a:pt x="857250" y="1251585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4379D5-CC63-4EF2-9B00-C8B95F02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81700"/>
            <a:ext cx="2057400" cy="1148715"/>
          </a:xfrm>
          <a:custGeom xmlns:a="http://schemas.openxmlformats.org/drawingml/2006/main">
            <a:pathLst>
              <a:path w="2057400" h="1148715">
                <a:moveTo>
                  <a:pt x="0" y="120015"/>
                </a:moveTo>
                <a:lnTo>
                  <a:pt x="2057400" y="0"/>
                </a:lnTo>
                <a:lnTo>
                  <a:pt x="1371600" y="1148715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FDA7259-1593-46F7-80E7-249FF19E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01715"/>
            <a:ext cx="1371600" cy="1251585"/>
          </a:xfrm>
          <a:custGeom xmlns:a="http://schemas.openxmlformats.org/drawingml/2006/main">
            <a:pathLst>
              <a:path w="1371600" h="1251585">
                <a:moveTo>
                  <a:pt x="0" y="0"/>
                </a:moveTo>
                <a:lnTo>
                  <a:pt x="85725" y="1251585"/>
                </a:lnTo>
                <a:lnTo>
                  <a:pt x="1371600" y="102870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718F41-F764-445A-83FB-03C44DB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10250"/>
            <a:ext cx="2057400" cy="1200150"/>
          </a:xfrm>
          <a:custGeom xmlns:a="http://schemas.openxmlformats.org/drawingml/2006/main">
            <a:pathLst>
              <a:path w="2057400" h="1200150">
                <a:moveTo>
                  <a:pt x="0" y="171450"/>
                </a:moveTo>
                <a:lnTo>
                  <a:pt x="2057400" y="0"/>
                </a:lnTo>
                <a:lnTo>
                  <a:pt x="1174433" y="120015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2E1C2A3-207E-4B2D-9168-F9BDF6F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81700"/>
            <a:ext cx="1860233" cy="1148715"/>
          </a:xfrm>
          <a:custGeom xmlns:a="http://schemas.openxmlformats.org/drawingml/2006/main">
            <a:pathLst>
              <a:path w="1860233" h="1148715">
                <a:moveTo>
                  <a:pt x="685800" y="0"/>
                </a:moveTo>
                <a:lnTo>
                  <a:pt x="0" y="1148715"/>
                </a:lnTo>
                <a:lnTo>
                  <a:pt x="1860233" y="102870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CF9804-D31A-4D2A-AC43-EA0F1A48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10250"/>
            <a:ext cx="1002983" cy="1525905"/>
          </a:xfrm>
          <a:custGeom xmlns:a="http://schemas.openxmlformats.org/drawingml/2006/main">
            <a:pathLst>
              <a:path w="1002983" h="1525905">
                <a:moveTo>
                  <a:pt x="0" y="0"/>
                </a:moveTo>
                <a:lnTo>
                  <a:pt x="1002983" y="600075"/>
                </a:lnTo>
                <a:lnTo>
                  <a:pt x="368618" y="1525905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111727-15DD-4488-ACA0-84FE3DBA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33" y="5810250"/>
            <a:ext cx="1251585" cy="1525905"/>
          </a:xfrm>
          <a:custGeom xmlns:a="http://schemas.openxmlformats.org/drawingml/2006/main">
            <a:pathLst>
              <a:path w="1251585" h="1525905">
                <a:moveTo>
                  <a:pt x="882967" y="0"/>
                </a:moveTo>
                <a:lnTo>
                  <a:pt x="0" y="1200150"/>
                </a:lnTo>
                <a:lnTo>
                  <a:pt x="1251585" y="1525905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B8AF88-A558-4990-8AA1-6595103B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318" y="6410325"/>
            <a:ext cx="1817370" cy="925830"/>
          </a:xfrm>
          <a:custGeom xmlns:a="http://schemas.openxmlformats.org/drawingml/2006/main">
            <a:pathLst>
              <a:path w="1817370" h="925830">
                <a:moveTo>
                  <a:pt x="634365" y="0"/>
                </a:moveTo>
                <a:lnTo>
                  <a:pt x="1817370" y="514350"/>
                </a:lnTo>
                <a:lnTo>
                  <a:pt x="0" y="92583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BBD86A-9125-4899-8C3C-31FA4A11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208" y="6924675"/>
            <a:ext cx="882967" cy="1680210"/>
          </a:xfrm>
          <a:custGeom xmlns:a="http://schemas.openxmlformats.org/drawingml/2006/main">
            <a:pathLst>
              <a:path w="882967" h="1680210">
                <a:moveTo>
                  <a:pt x="411480" y="0"/>
                </a:moveTo>
                <a:lnTo>
                  <a:pt x="882967" y="882968"/>
                </a:lnTo>
                <a:lnTo>
                  <a:pt x="0" y="168021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51ED2FC-B644-4BD7-8F38-53C7BFA9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318" y="6924675"/>
            <a:ext cx="1817370" cy="1680210"/>
          </a:xfrm>
          <a:custGeom xmlns:a="http://schemas.openxmlformats.org/drawingml/2006/main">
            <a:pathLst>
              <a:path w="1817370" h="1680210">
                <a:moveTo>
                  <a:pt x="1817370" y="0"/>
                </a:moveTo>
                <a:lnTo>
                  <a:pt x="0" y="411480"/>
                </a:lnTo>
                <a:lnTo>
                  <a:pt x="1405890" y="168021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21F11B9-9D8B-4B89-8BB1-5ADB994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208" y="7807643"/>
            <a:ext cx="1311592" cy="1148715"/>
          </a:xfrm>
          <a:custGeom xmlns:a="http://schemas.openxmlformats.org/drawingml/2006/main">
            <a:pathLst>
              <a:path w="1311592" h="1148715">
                <a:moveTo>
                  <a:pt x="882967" y="0"/>
                </a:moveTo>
                <a:lnTo>
                  <a:pt x="1311592" y="1148715"/>
                </a:lnTo>
                <a:lnTo>
                  <a:pt x="0" y="797242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EFF17F-1357-45C3-BFC9-1C11122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605" y="8604885"/>
            <a:ext cx="1560195" cy="702945"/>
          </a:xfrm>
          <a:custGeom xmlns:a="http://schemas.openxmlformats.org/drawingml/2006/main">
            <a:pathLst>
              <a:path w="1560195" h="702945">
                <a:moveTo>
                  <a:pt x="1560195" y="351473"/>
                </a:moveTo>
                <a:lnTo>
                  <a:pt x="0" y="702945"/>
                </a:lnTo>
                <a:lnTo>
                  <a:pt x="248603" y="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3FF57A-FD6F-4F6A-A2B9-FADD3CDB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8604885"/>
            <a:ext cx="1002983" cy="702945"/>
          </a:xfrm>
          <a:custGeom xmlns:a="http://schemas.openxmlformats.org/drawingml/2006/main">
            <a:pathLst>
              <a:path w="1002983" h="702945">
                <a:moveTo>
                  <a:pt x="754380" y="702945"/>
                </a:moveTo>
                <a:lnTo>
                  <a:pt x="0" y="205740"/>
                </a:lnTo>
                <a:lnTo>
                  <a:pt x="1002983" y="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8DDA12-7336-460B-A625-8E9B5928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318" y="7336155"/>
            <a:ext cx="1405890" cy="1474470"/>
          </a:xfrm>
          <a:custGeom xmlns:a="http://schemas.openxmlformats.org/drawingml/2006/main">
            <a:pathLst>
              <a:path w="1405890" h="1474470">
                <a:moveTo>
                  <a:pt x="402907" y="1474470"/>
                </a:moveTo>
                <a:lnTo>
                  <a:pt x="0" y="0"/>
                </a:lnTo>
                <a:lnTo>
                  <a:pt x="1405890" y="126873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FCC25B-21B0-4CC3-A441-0D34372C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7336155"/>
            <a:ext cx="1500188" cy="1611630"/>
          </a:xfrm>
          <a:custGeom xmlns:a="http://schemas.openxmlformats.org/drawingml/2006/main">
            <a:pathLst>
              <a:path w="1500188" h="1611630">
                <a:moveTo>
                  <a:pt x="1500188" y="1474470"/>
                </a:moveTo>
                <a:lnTo>
                  <a:pt x="0" y="1611630"/>
                </a:lnTo>
                <a:lnTo>
                  <a:pt x="1097280" y="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F61BEA-B9A2-4D84-9CE4-4ACA097A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33" y="7010400"/>
            <a:ext cx="1251585" cy="1937385"/>
          </a:xfrm>
          <a:custGeom xmlns:a="http://schemas.openxmlformats.org/drawingml/2006/main">
            <a:pathLst>
              <a:path w="1251585" h="1937385">
                <a:moveTo>
                  <a:pt x="154305" y="1937385"/>
                </a:moveTo>
                <a:lnTo>
                  <a:pt x="0" y="0"/>
                </a:lnTo>
                <a:lnTo>
                  <a:pt x="1251585" y="325755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70278B8-B9A3-4A69-8A6E-D32251E3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7010400"/>
            <a:ext cx="1431607" cy="1937385"/>
          </a:xfrm>
          <a:custGeom xmlns:a="http://schemas.openxmlformats.org/drawingml/2006/main">
            <a:pathLst>
              <a:path w="1431607" h="1937385">
                <a:moveTo>
                  <a:pt x="1431607" y="1937385"/>
                </a:moveTo>
                <a:lnTo>
                  <a:pt x="1277303" y="0"/>
                </a:lnTo>
                <a:lnTo>
                  <a:pt x="0" y="109728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A77EC0-66EC-4263-BB2B-4682D190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8107680"/>
            <a:ext cx="1945958" cy="1131570"/>
          </a:xfrm>
          <a:custGeom xmlns:a="http://schemas.openxmlformats.org/drawingml/2006/main">
            <a:pathLst>
              <a:path w="1945958" h="1131570">
                <a:moveTo>
                  <a:pt x="1945958" y="840105"/>
                </a:moveTo>
                <a:lnTo>
                  <a:pt x="0" y="1131570"/>
                </a:lnTo>
                <a:lnTo>
                  <a:pt x="514350" y="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2AE41F5-C03B-48DA-A1FC-02674862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8107680"/>
            <a:ext cx="1354455" cy="1131570"/>
          </a:xfrm>
          <a:custGeom xmlns:a="http://schemas.openxmlformats.org/drawingml/2006/main">
            <a:pathLst>
              <a:path w="1354455" h="1131570">
                <a:moveTo>
                  <a:pt x="840105" y="1131570"/>
                </a:moveTo>
                <a:lnTo>
                  <a:pt x="1354455" y="0"/>
                </a:lnTo>
                <a:lnTo>
                  <a:pt x="0" y="360045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3CAC98-F92F-46C9-8BD9-1B563FB8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8467725"/>
            <a:ext cx="1508760" cy="942975"/>
          </a:xfrm>
          <a:custGeom xmlns:a="http://schemas.openxmlformats.org/drawingml/2006/main">
            <a:pathLst>
              <a:path w="1508760" h="942975">
                <a:moveTo>
                  <a:pt x="1508760" y="771525"/>
                </a:moveTo>
                <a:lnTo>
                  <a:pt x="0" y="942975"/>
                </a:lnTo>
                <a:lnTo>
                  <a:pt x="668655" y="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6E4721E-F44D-45C8-9E1C-D87C4630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" y="8716328"/>
            <a:ext cx="1491615" cy="694372"/>
          </a:xfrm>
          <a:custGeom xmlns:a="http://schemas.openxmlformats.org/drawingml/2006/main">
            <a:pathLst>
              <a:path w="1491615" h="694372">
                <a:moveTo>
                  <a:pt x="1491615" y="694372"/>
                </a:moveTo>
                <a:lnTo>
                  <a:pt x="0" y="531495"/>
                </a:lnTo>
                <a:lnTo>
                  <a:pt x="1080135" y="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624DE79-ADE6-4FC7-AEC8-99CA1BD9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8467725"/>
            <a:ext cx="1080135" cy="942975"/>
          </a:xfrm>
          <a:custGeom xmlns:a="http://schemas.openxmlformats.org/drawingml/2006/main">
            <a:pathLst>
              <a:path w="1080135" h="942975">
                <a:moveTo>
                  <a:pt x="411480" y="942975"/>
                </a:moveTo>
                <a:lnTo>
                  <a:pt x="1080135" y="0"/>
                </a:lnTo>
                <a:lnTo>
                  <a:pt x="0" y="248603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7A03C3F-5A83-4CFA-9CBA-949B17BD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756208"/>
            <a:ext cx="1320165" cy="1491615"/>
          </a:xfrm>
          <a:custGeom xmlns:a="http://schemas.openxmlformats.org/drawingml/2006/main">
            <a:pathLst>
              <a:path w="1320165" h="1491615">
                <a:moveTo>
                  <a:pt x="240030" y="1491615"/>
                </a:moveTo>
                <a:lnTo>
                  <a:pt x="0" y="0"/>
                </a:lnTo>
                <a:lnTo>
                  <a:pt x="1320165" y="96012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E2167A-32C3-4900-B3A4-7548AF6D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224713"/>
            <a:ext cx="1320165" cy="1491615"/>
          </a:xfrm>
          <a:custGeom xmlns:a="http://schemas.openxmlformats.org/drawingml/2006/main">
            <a:pathLst>
              <a:path w="1320165" h="1491615">
                <a:moveTo>
                  <a:pt x="0" y="531495"/>
                </a:moveTo>
                <a:lnTo>
                  <a:pt x="1028700" y="0"/>
                </a:lnTo>
                <a:lnTo>
                  <a:pt x="1320165" y="1491615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9B44B4-FFCA-4EE3-B65C-E2B0AB2F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7224713"/>
            <a:ext cx="857250" cy="1491615"/>
          </a:xfrm>
          <a:custGeom xmlns:a="http://schemas.openxmlformats.org/drawingml/2006/main">
            <a:pathLst>
              <a:path w="857250" h="1491615">
                <a:moveTo>
                  <a:pt x="0" y="0"/>
                </a:moveTo>
                <a:lnTo>
                  <a:pt x="857250" y="128588"/>
                </a:lnTo>
                <a:lnTo>
                  <a:pt x="291465" y="1491615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60FE09A-D549-4C83-B6C3-47604038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7353300"/>
            <a:ext cx="1080135" cy="1363028"/>
          </a:xfrm>
          <a:custGeom xmlns:a="http://schemas.openxmlformats.org/drawingml/2006/main">
            <a:pathLst>
              <a:path w="1080135" h="1363028">
                <a:moveTo>
                  <a:pt x="565785" y="0"/>
                </a:moveTo>
                <a:lnTo>
                  <a:pt x="1080135" y="1114425"/>
                </a:lnTo>
                <a:lnTo>
                  <a:pt x="0" y="1363028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C82CB4-4B01-42F5-B235-11C15EC9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7130415"/>
            <a:ext cx="1285875" cy="1337310"/>
          </a:xfrm>
          <a:custGeom xmlns:a="http://schemas.openxmlformats.org/drawingml/2006/main">
            <a:pathLst>
              <a:path w="1285875" h="1337310">
                <a:moveTo>
                  <a:pt x="0" y="222885"/>
                </a:moveTo>
                <a:lnTo>
                  <a:pt x="1285875" y="0"/>
                </a:lnTo>
                <a:lnTo>
                  <a:pt x="514350" y="133731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4898B2F-2DC1-452E-BEBC-DAA24BBA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7130415"/>
            <a:ext cx="1354455" cy="1337310"/>
          </a:xfrm>
          <a:custGeom xmlns:a="http://schemas.openxmlformats.org/drawingml/2006/main">
            <a:pathLst>
              <a:path w="1354455" h="1337310">
                <a:moveTo>
                  <a:pt x="771525" y="0"/>
                </a:moveTo>
                <a:lnTo>
                  <a:pt x="1354455" y="977265"/>
                </a:lnTo>
                <a:lnTo>
                  <a:pt x="0" y="133731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5C765E-C7C9-4ACD-AE27-AB8B37A3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10400"/>
            <a:ext cx="1860233" cy="1097280"/>
          </a:xfrm>
          <a:custGeom xmlns:a="http://schemas.openxmlformats.org/drawingml/2006/main">
            <a:pathLst>
              <a:path w="1860233" h="1097280">
                <a:moveTo>
                  <a:pt x="0" y="120015"/>
                </a:moveTo>
                <a:lnTo>
                  <a:pt x="1860233" y="0"/>
                </a:lnTo>
                <a:lnTo>
                  <a:pt x="582930" y="1097280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E2BF54-D304-49E3-AD41-D7757F53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238875"/>
            <a:ext cx="1028700" cy="1517333"/>
          </a:xfrm>
          <a:custGeom xmlns:a="http://schemas.openxmlformats.org/drawingml/2006/main">
            <a:pathLst>
              <a:path w="1028700" h="1517333">
                <a:moveTo>
                  <a:pt x="42863" y="0"/>
                </a:moveTo>
                <a:lnTo>
                  <a:pt x="0" y="1517333"/>
                </a:lnTo>
                <a:lnTo>
                  <a:pt x="1028700" y="985838"/>
                </a:lnTo>
                <a:close/>
              </a:path>
            </a:pathLst>
          </a:custGeom>
          <a:solidFill xmlns:a="http://schemas.openxmlformats.org/drawingml/2006/main">
            <a:srgbClr val="F1F4F6"/>
          </a:solidFill>
          <a:ln xmlns:a="http://schemas.openxmlformats.org/drawingml/2006/main" w="6858">
            <a:solidFill>
              <a:srgbClr val="8D99A4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2F257C3-E153-4658-851E-AD68EFF6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1960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B7A91DC-1219-45A1-86F6-3D8F7A1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605885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0CA382F-9B46-4F51-849E-E121B208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59388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A5BA3FC-5FE9-4DE0-BBFD-03349CFE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38" y="57673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75372AF-DD95-4DFD-BDA7-0D639F68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820" y="63674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0ACA7AB-376D-45B3-A2D2-F18E0AA3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8818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EC3A71C-51E8-44A1-9C3A-A2FE2CCE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313" y="776478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FE10BED-C325-4705-A19D-1EBB6CBA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938" y="891349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C66456A-D663-4A10-9B9D-415ADC61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743" y="926496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ACFAA03-9C0D-4F78-B67C-A38BD2F4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363" y="8767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8EE2D20-D653-4873-B703-19968EF3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890492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9610372-0472-4771-B99C-BA17452F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218" y="91963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C81B80C-AC0D-4F59-A012-D7741E85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458" y="93678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D2B9BEF-C7CE-4015-8C2C-3E7B3A52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3" y="920496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F86A2FA-D96C-4EB8-9364-64DFE996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771334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413F983-C089-4887-AF31-87CDAC0F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718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E4E244B-ABF3-49DB-ACE8-C22B55E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7310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D378194-47D7-4417-B5CE-8AC5E520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638" y="708755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38B335E-C93B-4388-9BE4-5DE50951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70" y="6967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8E59367-2691-441A-93C5-5C4A0E38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729329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F50B186-6E6E-4691-A237-930C4B07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345" y="856202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A2ADD2E-9A20-4434-8544-A4B8D252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568" y="806481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633E9C3-A3BB-41C2-9F4F-74613138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84248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9BB5D02-5D29-4873-BD4F-C9902DD0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978" y="867346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BD4693C5-4095-498E-AEB1-E027BFF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7681675"/>
            <a:ext cx="6309360" cy="348852"/>
          </a:xfrm>
          <a:custGeom xmlns:a="http://schemas.openxmlformats.org/drawingml/2006/main">
            <a:pathLst>
              <a:path w="6309360" h="348852">
                <a:moveTo>
                  <a:pt x="0" y="348852"/>
                </a:moveTo>
                <a:lnTo>
                  <a:pt x="138677" y="312062"/>
                </a:lnTo>
                <a:lnTo>
                  <a:pt x="277167" y="277725"/>
                </a:lnTo>
                <a:lnTo>
                  <a:pt x="415463" y="245773"/>
                </a:lnTo>
                <a:lnTo>
                  <a:pt x="553556" y="216137"/>
                </a:lnTo>
                <a:lnTo>
                  <a:pt x="691440" y="188749"/>
                </a:lnTo>
                <a:lnTo>
                  <a:pt x="829105" y="163539"/>
                </a:lnTo>
                <a:lnTo>
                  <a:pt x="966544" y="140439"/>
                </a:lnTo>
                <a:lnTo>
                  <a:pt x="1103749" y="119379"/>
                </a:lnTo>
                <a:lnTo>
                  <a:pt x="1240712" y="100292"/>
                </a:lnTo>
                <a:lnTo>
                  <a:pt x="1377426" y="83107"/>
                </a:lnTo>
                <a:lnTo>
                  <a:pt x="1513882" y="67757"/>
                </a:lnTo>
                <a:lnTo>
                  <a:pt x="1650072" y="54173"/>
                </a:lnTo>
                <a:lnTo>
                  <a:pt x="1785989" y="42285"/>
                </a:lnTo>
                <a:lnTo>
                  <a:pt x="1921625" y="32024"/>
                </a:lnTo>
                <a:lnTo>
                  <a:pt x="2056971" y="23323"/>
                </a:lnTo>
                <a:lnTo>
                  <a:pt x="2192020" y="16112"/>
                </a:lnTo>
                <a:lnTo>
                  <a:pt x="2326764" y="10322"/>
                </a:lnTo>
                <a:lnTo>
                  <a:pt x="2461195" y="5885"/>
                </a:lnTo>
                <a:lnTo>
                  <a:pt x="2595305" y="2732"/>
                </a:lnTo>
                <a:lnTo>
                  <a:pt x="2729086" y="793"/>
                </a:lnTo>
                <a:lnTo>
                  <a:pt x="2862531" y="0"/>
                </a:lnTo>
                <a:lnTo>
                  <a:pt x="2995630" y="284"/>
                </a:lnTo>
                <a:lnTo>
                  <a:pt x="3128378" y="1577"/>
                </a:lnTo>
                <a:lnTo>
                  <a:pt x="3260765" y="3809"/>
                </a:lnTo>
                <a:lnTo>
                  <a:pt x="3392783" y="6912"/>
                </a:lnTo>
                <a:lnTo>
                  <a:pt x="3524425" y="10816"/>
                </a:lnTo>
                <a:lnTo>
                  <a:pt x="3655684" y="15454"/>
                </a:lnTo>
                <a:lnTo>
                  <a:pt x="3786550" y="20756"/>
                </a:lnTo>
                <a:lnTo>
                  <a:pt x="3917016" y="26653"/>
                </a:lnTo>
                <a:lnTo>
                  <a:pt x="4047074" y="33076"/>
                </a:lnTo>
                <a:lnTo>
                  <a:pt x="4176716" y="39957"/>
                </a:lnTo>
                <a:lnTo>
                  <a:pt x="4305935" y="47227"/>
                </a:lnTo>
                <a:lnTo>
                  <a:pt x="4434722" y="54817"/>
                </a:lnTo>
                <a:lnTo>
                  <a:pt x="4563070" y="62658"/>
                </a:lnTo>
                <a:lnTo>
                  <a:pt x="4690970" y="70682"/>
                </a:lnTo>
                <a:lnTo>
                  <a:pt x="4818415" y="78818"/>
                </a:lnTo>
                <a:lnTo>
                  <a:pt x="4945396" y="87000"/>
                </a:lnTo>
                <a:lnTo>
                  <a:pt x="5071907" y="95157"/>
                </a:lnTo>
                <a:lnTo>
                  <a:pt x="5197938" y="103222"/>
                </a:lnTo>
                <a:lnTo>
                  <a:pt x="5323483" y="111124"/>
                </a:lnTo>
                <a:lnTo>
                  <a:pt x="5448532" y="118796"/>
                </a:lnTo>
                <a:lnTo>
                  <a:pt x="5573079" y="126168"/>
                </a:lnTo>
                <a:lnTo>
                  <a:pt x="5697116" y="133172"/>
                </a:lnTo>
                <a:lnTo>
                  <a:pt x="5820633" y="139739"/>
                </a:lnTo>
                <a:lnTo>
                  <a:pt x="5943624" y="145799"/>
                </a:lnTo>
                <a:lnTo>
                  <a:pt x="6066081" y="151285"/>
                </a:lnTo>
                <a:lnTo>
                  <a:pt x="6187996" y="156128"/>
                </a:lnTo>
                <a:lnTo>
                  <a:pt x="6309360" y="160257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dash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9F39720-89B5-4A75-886A-59661210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223" y="795337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BE92B65-FE0E-4B46-92E8-774A7BF0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7670483"/>
            <a:ext cx="325755" cy="300038"/>
          </a:xfrm>
          <a:custGeom xmlns:a="http://schemas.openxmlformats.org/drawingml/2006/main">
            <a:pathLst>
              <a:path w="325755" h="300038">
                <a:moveTo>
                  <a:pt x="0" y="300038"/>
                </a:moveTo>
                <a:lnTo>
                  <a:pt x="325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6780B8-896C-4C7A-982B-FFD79C9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560" y="7670483"/>
            <a:ext cx="62432" cy="60516"/>
          </a:xfrm>
          <a:custGeom xmlns:a="http://schemas.openxmlformats.org/drawingml/2006/main">
            <a:pathLst>
              <a:path w="62432" h="60516">
                <a:moveTo>
                  <a:pt x="62432" y="0"/>
                </a:moveTo>
                <a:lnTo>
                  <a:pt x="0" y="20791"/>
                </a:lnTo>
                <a:lnTo>
                  <a:pt x="36588" y="6051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44" name="x_n">
            <a:extLst xmlns:a="http://schemas.openxmlformats.org/drawingml/2006/main">
              <a:ext uri="{FF2B5EF4-FFF2-40B4-BE49-F238E27FC236}">
                <a16:creationId xmlns:a16="http://schemas.microsoft.com/office/drawing/2014/main" id="{0CBE481F-B7D0-4150-A957-0E3867DD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" y="8141970"/>
            <a:ext cx="90011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x_n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AACCA36-AD8B-462A-99FB-94C7B3FD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348" y="757618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CC6E23-AD3C-4925-8232-FE938D64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363" y="7293293"/>
            <a:ext cx="325755" cy="300038"/>
          </a:xfrm>
          <a:custGeom xmlns:a="http://schemas.openxmlformats.org/drawingml/2006/main">
            <a:pathLst>
              <a:path w="325755" h="300038">
                <a:moveTo>
                  <a:pt x="0" y="300038"/>
                </a:moveTo>
                <a:lnTo>
                  <a:pt x="325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DD135A6-9E93-4775-A8E6-76BEE4A4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685" y="7293293"/>
            <a:ext cx="62432" cy="60516"/>
          </a:xfrm>
          <a:custGeom xmlns:a="http://schemas.openxmlformats.org/drawingml/2006/main">
            <a:pathLst>
              <a:path w="62432" h="60516">
                <a:moveTo>
                  <a:pt x="62432" y="0"/>
                </a:moveTo>
                <a:lnTo>
                  <a:pt x="0" y="20791"/>
                </a:lnTo>
                <a:lnTo>
                  <a:pt x="36588" y="6051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48" name="x⁽²⁾">
            <a:extLst xmlns:a="http://schemas.openxmlformats.org/drawingml/2006/main">
              <a:ext uri="{FF2B5EF4-FFF2-40B4-BE49-F238E27FC236}">
                <a16:creationId xmlns:a16="http://schemas.microsoft.com/office/drawing/2014/main" id="{6C1ABCA7-26C6-46FC-8568-95FC4CF8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195" y="7764780"/>
            <a:ext cx="90011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x⁽²⁾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F767F85-A39D-4B0A-AD80-9C7F54AF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35" y="7721918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509D5D-5434-4D46-B583-ACAE46DA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439025"/>
            <a:ext cx="325755" cy="300038"/>
          </a:xfrm>
          <a:custGeom xmlns:a="http://schemas.openxmlformats.org/drawingml/2006/main">
            <a:pathLst>
              <a:path w="325755" h="300038">
                <a:moveTo>
                  <a:pt x="0" y="300038"/>
                </a:moveTo>
                <a:lnTo>
                  <a:pt x="325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659C82-B954-4667-BD49-910BE0C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773" y="7439025"/>
            <a:ext cx="62432" cy="60516"/>
          </a:xfrm>
          <a:custGeom xmlns:a="http://schemas.openxmlformats.org/drawingml/2006/main">
            <a:pathLst>
              <a:path w="62432" h="60516">
                <a:moveTo>
                  <a:pt x="62432" y="0"/>
                </a:moveTo>
                <a:lnTo>
                  <a:pt x="0" y="20791"/>
                </a:lnTo>
                <a:lnTo>
                  <a:pt x="36588" y="6051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52" name="x⁽³⁾">
            <a:extLst xmlns:a="http://schemas.openxmlformats.org/drawingml/2006/main">
              <a:ext uri="{FF2B5EF4-FFF2-40B4-BE49-F238E27FC236}">
                <a16:creationId xmlns:a16="http://schemas.microsoft.com/office/drawing/2014/main" id="{4654A7B6-84E0-4F99-8ED4-BF7CC3FC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283" y="7910513"/>
            <a:ext cx="90011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x⁽³⁾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287F115-4C25-4CC6-AD72-7A3B161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583" y="7764780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4A80D00-C751-400E-9F74-5822EC8C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598" y="7481888"/>
            <a:ext cx="325755" cy="300038"/>
          </a:xfrm>
          <a:custGeom xmlns:a="http://schemas.openxmlformats.org/drawingml/2006/main">
            <a:pathLst>
              <a:path w="325755" h="300038">
                <a:moveTo>
                  <a:pt x="0" y="300038"/>
                </a:moveTo>
                <a:lnTo>
                  <a:pt x="325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8DDDAB-7C2D-47FE-AF50-C1FFC3F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920" y="7481888"/>
            <a:ext cx="62432" cy="60516"/>
          </a:xfrm>
          <a:custGeom xmlns:a="http://schemas.openxmlformats.org/drawingml/2006/main">
            <a:pathLst>
              <a:path w="62432" h="60516">
                <a:moveTo>
                  <a:pt x="62432" y="0"/>
                </a:moveTo>
                <a:lnTo>
                  <a:pt x="0" y="20791"/>
                </a:lnTo>
                <a:lnTo>
                  <a:pt x="36588" y="6051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56" name="x_n+1">
            <a:extLst xmlns:a="http://schemas.openxmlformats.org/drawingml/2006/main">
              <a:ext uri="{FF2B5EF4-FFF2-40B4-BE49-F238E27FC236}">
                <a16:creationId xmlns:a16="http://schemas.microsoft.com/office/drawing/2014/main" id="{E9A0A21B-8DAB-4A97-A6D1-DF2A385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30" y="7953375"/>
            <a:ext cx="90011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x_n+1</a:t>
            </a:r>
          </a:p>
        </p:txBody>
      </p:sp>
      <p:sp>
        <p:nvSpPr>
          <p:cNvPr id="1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4FCF445-B22F-41EF-8359-F6A1B755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527358"/>
            <a:ext cx="95" cy="3840480"/>
          </a:xfrm>
          <a:custGeom xmlns:a="http://schemas.openxmlformats.org/drawingml/2006/main">
            <a:pathLst>
              <a:path w="95" h="3840480">
                <a:moveTo>
                  <a:pt x="0" y="0"/>
                </a:moveTo>
                <a:lnTo>
                  <a:pt x="0" y="384048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ACB8C2"/>
            </a:solidFill>
            <a:prstDash val="solid"/>
          </a:ln>
        </p:spPr>
      </p:sp>
      <p:sp>
        <p:nvSpPr>
          <p:cNvPr id="158" name="補間値 f(x_p)">
            <a:extLst xmlns:a="http://schemas.openxmlformats.org/drawingml/2006/main">
              <a:ext uri="{FF2B5EF4-FFF2-40B4-BE49-F238E27FC236}">
                <a16:creationId xmlns:a16="http://schemas.microsoft.com/office/drawing/2014/main" id="{A52F0F09-BC66-4472-A0FE-9DB3B28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5527358"/>
            <a:ext cx="2828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補間値 f(x_p)</a:t>
            </a:r>
          </a:p>
        </p:txBody>
      </p:sp>
      <p:sp>
        <p:nvSpPr>
          <p:cNvPr id="159" name="有効領域 support(x_p)">
            <a:extLst xmlns:a="http://schemas.openxmlformats.org/drawingml/2006/main">
              <a:ext uri="{FF2B5EF4-FFF2-40B4-BE49-F238E27FC236}">
                <a16:creationId xmlns:a16="http://schemas.microsoft.com/office/drawing/2014/main" id="{E1B8E59E-3905-43EA-97A6-EA52722E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924675"/>
            <a:ext cx="31718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有効領域 support(x_p)</a:t>
            </a:r>
          </a:p>
        </p:txBody>
      </p:sp>
      <p:sp>
        <p:nvSpPr>
          <p:cNvPr id="1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010BB8-5143-45C2-B130-B5D119E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6101715"/>
            <a:ext cx="1028700" cy="565785"/>
          </a:xfrm>
          <a:custGeom xmlns:a="http://schemas.openxmlformats.org/drawingml/2006/main">
            <a:pathLst>
              <a:path w="1028700" h="565785">
                <a:moveTo>
                  <a:pt x="0" y="565785"/>
                </a:moveTo>
                <a:lnTo>
                  <a:pt x="471488" y="0"/>
                </a:lnTo>
                <a:lnTo>
                  <a:pt x="1028700" y="5657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73">
            <a:solidFill>
              <a:srgbClr val="112D50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7E1F030-5BF6-44B2-9C2E-B839E3A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661606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2754D95-2F34-47F5-A8F0-D4189CF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0958" y="605028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70D4416-7895-48C9-BE65-01E0AF8B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70" y="661606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B24E4BB-1BB7-4E10-8AF0-B941FD4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248" y="638460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295F76-DBFB-4284-BD1C-82BA2CE2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788" y="6418898"/>
            <a:ext cx="471488" cy="95"/>
          </a:xfrm>
          <a:custGeom xmlns:a="http://schemas.openxmlformats.org/drawingml/2006/main">
            <a:pathLst>
              <a:path w="471488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D2D4E4-4F57-4CF7-891A-B57E04A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6391894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67" name="f(x_p)">
            <a:extLst xmlns:a="http://schemas.openxmlformats.org/drawingml/2006/main">
              <a:ext uri="{FF2B5EF4-FFF2-40B4-BE49-F238E27FC236}">
                <a16:creationId xmlns:a16="http://schemas.microsoft.com/office/drawing/2014/main" id="{DBCEC26B-5FDB-4C1E-B3CA-34E9FE5D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221730"/>
            <a:ext cx="1243013" cy="454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f(x_p)</a:t>
            </a:r>
          </a:p>
        </p:txBody>
      </p:sp>
      <p:sp>
        <p:nvSpPr>
          <p:cNvPr id="1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628A08-46FD-47F6-814A-251766D6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7387590"/>
            <a:ext cx="1028700" cy="565785"/>
          </a:xfrm>
          <a:custGeom xmlns:a="http://schemas.openxmlformats.org/drawingml/2006/main">
            <a:pathLst>
              <a:path w="1028700" h="565785">
                <a:moveTo>
                  <a:pt x="0" y="565785"/>
                </a:moveTo>
                <a:lnTo>
                  <a:pt x="471488" y="0"/>
                </a:lnTo>
                <a:lnTo>
                  <a:pt x="1028700" y="5657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73">
            <a:solidFill>
              <a:srgbClr val="112D50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AEE9EBB-2F1D-423C-8E09-146C346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790194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0899AC4-0CD4-42B0-98BC-86B0E5B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0958" y="733615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C6CAE9D-C953-40E4-9AFF-B2BC156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70" y="790194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5D8664E-8D33-462F-BA6E-C5EF93CF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248" y="767048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D6444C-06DE-4459-B69B-9F6A7978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788" y="7704773"/>
            <a:ext cx="471488" cy="95"/>
          </a:xfrm>
          <a:custGeom xmlns:a="http://schemas.openxmlformats.org/drawingml/2006/main">
            <a:pathLst>
              <a:path w="471488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FCF4B6-C602-4AC2-83FB-E453A7F9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7677769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75" name="1：領域内">
            <a:extLst xmlns:a="http://schemas.openxmlformats.org/drawingml/2006/main">
              <a:ext uri="{FF2B5EF4-FFF2-40B4-BE49-F238E27FC236}">
                <a16:creationId xmlns:a16="http://schemas.microsoft.com/office/drawing/2014/main" id="{C79C5813-D6BD-4B5E-83E6-FA81930C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507605"/>
            <a:ext cx="1243013" cy="454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1：領域内</a:t>
            </a:r>
          </a:p>
        </p:txBody>
      </p:sp>
      <p:sp>
        <p:nvSpPr>
          <p:cNvPr id="1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350384-6E87-470E-9491-911EC308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905" y="8673465"/>
            <a:ext cx="1028700" cy="565785"/>
          </a:xfrm>
          <a:custGeom xmlns:a="http://schemas.openxmlformats.org/drawingml/2006/main">
            <a:pathLst>
              <a:path w="1028700" h="565785">
                <a:moveTo>
                  <a:pt x="0" y="565785"/>
                </a:moveTo>
                <a:lnTo>
                  <a:pt x="471488" y="0"/>
                </a:lnTo>
                <a:lnTo>
                  <a:pt x="1028700" y="5657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73">
            <a:solidFill>
              <a:srgbClr val="112D50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5906CEE-81EB-4E00-84ED-A3A8857D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91878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9056AB5-30FC-4C80-8857-D5C69073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0958" y="862203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F4E1E5A-1CF0-4A89-9E4D-D3505ED1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70" y="91878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8D3CD9D-C106-46D0-956D-5330621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765" y="895635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7070CC-99CF-4766-A315-9BF390C6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788" y="8990648"/>
            <a:ext cx="471488" cy="95"/>
          </a:xfrm>
          <a:custGeom xmlns:a="http://schemas.openxmlformats.org/drawingml/2006/main">
            <a:pathLst>
              <a:path w="471488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BE3771-B0F7-400C-9D1E-0B68453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8963644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3" name="0：領域外">
            <a:extLst xmlns:a="http://schemas.openxmlformats.org/drawingml/2006/main">
              <a:ext uri="{FF2B5EF4-FFF2-40B4-BE49-F238E27FC236}">
                <a16:creationId xmlns:a16="http://schemas.microsoft.com/office/drawing/2014/main" id="{2545350C-A98F-45AA-BEAB-1E5EC708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793480"/>
            <a:ext cx="1243013" cy="454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0：領域外</a:t>
            </a:r>
          </a:p>
        </p:txBody>
      </p:sp>
    </p:spTree>
    <p:extLst>
      <p:ext uri="{BB962C8B-B14F-4D97-AF65-F5344CB8AC3E}">
        <p14:creationId xmlns:p14="http://schemas.microsoft.com/office/powerpoint/2010/main" val="9501412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図08　連成時間積分">
            <a:extLst xmlns:a="http://schemas.openxmlformats.org/drawingml/2006/main">
              <a:ext uri="{FF2B5EF4-FFF2-40B4-BE49-F238E27FC236}">
                <a16:creationId xmlns:a16="http://schemas.microsoft.com/office/drawing/2014/main" id="{564EA9F7-2897-4465-B496-8F048F9D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図08　連成時間積分</a:t>
            </a:r>
          </a:p>
        </p:txBody>
      </p:sp>
      <p:sp>
        <p:nvSpPr>
          <p:cNvPr id="2" name="場・力・電荷を各評価状態で計算し、粒子の位置・速度・電荷を同じ時間幅で更新できる">
            <a:extLst xmlns:a="http://schemas.openxmlformats.org/drawingml/2006/main">
              <a:ext uri="{FF2B5EF4-FFF2-40B4-BE49-F238E27FC236}">
                <a16:creationId xmlns:a16="http://schemas.microsoft.com/office/drawing/2014/main" id="{A80E7C4B-C3BC-4D3D-BDE5-90C829BE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場・力・電荷を各評価状態で計算し、粒子の位置・速度・電荷を同じ時間幅で更新できる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72F987-60C1-4353-936E-0751EDFF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D5D59906-33CF-44EB-915B-F360037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006E2B54-4E4D-46B3-9EFC-170AA534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  <p:sp>
        <p:nvSpPr>
          <p:cNvPr id="6" name="(a) RK4　y = (x, v, Z)">
            <a:extLst xmlns:a="http://schemas.openxmlformats.org/drawingml/2006/main">
              <a:ext uri="{FF2B5EF4-FFF2-40B4-BE49-F238E27FC236}">
                <a16:creationId xmlns:a16="http://schemas.microsoft.com/office/drawing/2014/main" id="{07D2C091-C484-43CC-BA94-B9B1B0DE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46885"/>
            <a:ext cx="102870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RK4　y = (x, v, Z)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079E9-E1E4-46E8-8933-A5107CFA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743" y="3358515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" name="y_n = (x_n, v_n, Z_n)">
            <a:extLst xmlns:a="http://schemas.openxmlformats.org/drawingml/2006/main">
              <a:ext uri="{FF2B5EF4-FFF2-40B4-BE49-F238E27FC236}">
                <a16:creationId xmlns:a16="http://schemas.microsoft.com/office/drawing/2014/main" id="{26F47A43-ACB1-43F1-AD9D-AB99CE2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761423"/>
            <a:ext cx="3300413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y_n = (x_n, v_n, Z_n)</a:t>
            </a:r>
          </a:p>
        </p:txBody>
      </p:sp>
      <p:sp>
        <p:nvSpPr>
          <p:cNvPr id="9" name="t_n">
            <a:extLst xmlns:a="http://schemas.openxmlformats.org/drawingml/2006/main">
              <a:ext uri="{FF2B5EF4-FFF2-40B4-BE49-F238E27FC236}">
                <a16:creationId xmlns:a16="http://schemas.microsoft.com/office/drawing/2014/main" id="{8E5ADB36-F89B-4463-9A07-F9520FF3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8" y="4164330"/>
            <a:ext cx="7715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</a:t>
            </a:r>
          </a:p>
        </p:txBody>
      </p:sp>
      <p:sp>
        <p:nvSpPr>
          <p:cNvPr id="1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40961E40-9762-4746-BC3F-5AFC120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628" y="2518410"/>
            <a:ext cx="2786063" cy="925830"/>
          </a:xfrm>
          <a:custGeom xmlns:a="http://schemas.openxmlformats.org/drawingml/2006/main">
            <a:pathLst>
              <a:path w="2786063" h="925830">
                <a:moveTo>
                  <a:pt x="0" y="925830"/>
                </a:moveTo>
                <a:lnTo>
                  <a:pt x="58564" y="896913"/>
                </a:lnTo>
                <a:lnTo>
                  <a:pt x="117441" y="868042"/>
                </a:lnTo>
                <a:lnTo>
                  <a:pt x="176609" y="839241"/>
                </a:lnTo>
                <a:lnTo>
                  <a:pt x="236046" y="810533"/>
                </a:lnTo>
                <a:lnTo>
                  <a:pt x="295731" y="781942"/>
                </a:lnTo>
                <a:lnTo>
                  <a:pt x="355642" y="753493"/>
                </a:lnTo>
                <a:lnTo>
                  <a:pt x="415756" y="725208"/>
                </a:lnTo>
                <a:lnTo>
                  <a:pt x="476052" y="697111"/>
                </a:lnTo>
                <a:lnTo>
                  <a:pt x="536507" y="669226"/>
                </a:lnTo>
                <a:lnTo>
                  <a:pt x="597102" y="641578"/>
                </a:lnTo>
                <a:lnTo>
                  <a:pt x="657812" y="614188"/>
                </a:lnTo>
                <a:lnTo>
                  <a:pt x="718617" y="587082"/>
                </a:lnTo>
                <a:lnTo>
                  <a:pt x="779494" y="560283"/>
                </a:lnTo>
                <a:lnTo>
                  <a:pt x="840422" y="533815"/>
                </a:lnTo>
                <a:lnTo>
                  <a:pt x="901379" y="507701"/>
                </a:lnTo>
                <a:lnTo>
                  <a:pt x="962343" y="481965"/>
                </a:lnTo>
                <a:lnTo>
                  <a:pt x="1023291" y="456631"/>
                </a:lnTo>
                <a:lnTo>
                  <a:pt x="1084204" y="431722"/>
                </a:lnTo>
                <a:lnTo>
                  <a:pt x="1145057" y="407263"/>
                </a:lnTo>
                <a:lnTo>
                  <a:pt x="1205830" y="383277"/>
                </a:lnTo>
                <a:lnTo>
                  <a:pt x="1266501" y="359788"/>
                </a:lnTo>
                <a:lnTo>
                  <a:pt x="1327048" y="336819"/>
                </a:lnTo>
                <a:lnTo>
                  <a:pt x="1387448" y="314394"/>
                </a:lnTo>
                <a:lnTo>
                  <a:pt x="1447681" y="292537"/>
                </a:lnTo>
                <a:lnTo>
                  <a:pt x="1507724" y="271271"/>
                </a:lnTo>
                <a:lnTo>
                  <a:pt x="1567555" y="250621"/>
                </a:lnTo>
                <a:lnTo>
                  <a:pt x="1627153" y="230610"/>
                </a:lnTo>
                <a:lnTo>
                  <a:pt x="1686496" y="211262"/>
                </a:lnTo>
                <a:lnTo>
                  <a:pt x="1745561" y="192600"/>
                </a:lnTo>
                <a:lnTo>
                  <a:pt x="1804327" y="174648"/>
                </a:lnTo>
                <a:lnTo>
                  <a:pt x="1862772" y="157430"/>
                </a:lnTo>
                <a:lnTo>
                  <a:pt x="1920875" y="140970"/>
                </a:lnTo>
                <a:lnTo>
                  <a:pt x="1978613" y="125291"/>
                </a:lnTo>
                <a:lnTo>
                  <a:pt x="2035964" y="110417"/>
                </a:lnTo>
                <a:lnTo>
                  <a:pt x="2092908" y="96372"/>
                </a:lnTo>
                <a:lnTo>
                  <a:pt x="2149420" y="83180"/>
                </a:lnTo>
                <a:lnTo>
                  <a:pt x="2205481" y="70864"/>
                </a:lnTo>
                <a:lnTo>
                  <a:pt x="2261068" y="59448"/>
                </a:lnTo>
                <a:lnTo>
                  <a:pt x="2316159" y="48955"/>
                </a:lnTo>
                <a:lnTo>
                  <a:pt x="2370733" y="39410"/>
                </a:lnTo>
                <a:lnTo>
                  <a:pt x="2424767" y="30836"/>
                </a:lnTo>
                <a:lnTo>
                  <a:pt x="2478239" y="23256"/>
                </a:lnTo>
                <a:lnTo>
                  <a:pt x="2531129" y="16695"/>
                </a:lnTo>
                <a:lnTo>
                  <a:pt x="2583413" y="11177"/>
                </a:lnTo>
                <a:lnTo>
                  <a:pt x="2635071" y="6724"/>
                </a:lnTo>
                <a:lnTo>
                  <a:pt x="2686079" y="3362"/>
                </a:lnTo>
                <a:lnTo>
                  <a:pt x="2736417" y="1112"/>
                </a:lnTo>
                <a:lnTo>
                  <a:pt x="27860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23E539-29FB-4497-9930-FECF1D29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240" y="2614782"/>
            <a:ext cx="114295" cy="28919"/>
          </a:xfrm>
          <a:custGeom xmlns:a="http://schemas.openxmlformats.org/drawingml/2006/main">
            <a:pathLst>
              <a:path w="114295" h="28919">
                <a:moveTo>
                  <a:pt x="0" y="28919"/>
                </a:moveTo>
                <a:lnTo>
                  <a:pt x="11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F51604-11BD-435E-A1AD-BD0496D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681" y="2596593"/>
            <a:ext cx="102854" cy="83106"/>
          </a:xfrm>
          <a:custGeom xmlns:a="http://schemas.openxmlformats.org/drawingml/2006/main">
            <a:pathLst>
              <a:path w="102854" h="83106">
                <a:moveTo>
                  <a:pt x="102854" y="18189"/>
                </a:moveTo>
                <a:lnTo>
                  <a:pt x="0" y="0"/>
                </a:lnTo>
                <a:lnTo>
                  <a:pt x="21027" y="8310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3CB5D-8E1D-43EE-BB62-C5819A64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2406968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4" name="k1">
            <a:extLst xmlns:a="http://schemas.openxmlformats.org/drawingml/2006/main">
              <a:ext uri="{FF2B5EF4-FFF2-40B4-BE49-F238E27FC236}">
                <a16:creationId xmlns:a16="http://schemas.microsoft.com/office/drawing/2014/main" id="{3813D892-1437-473F-9353-E357467B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468" y="2312670"/>
            <a:ext cx="5143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k1</a:t>
            </a:r>
          </a:p>
        </p:txBody>
      </p:sp>
      <p:sp>
        <p:nvSpPr>
          <p:cNvPr id="15" name="t_n">
            <a:extLst xmlns:a="http://schemas.openxmlformats.org/drawingml/2006/main">
              <a:ext uri="{FF2B5EF4-FFF2-40B4-BE49-F238E27FC236}">
                <a16:creationId xmlns:a16="http://schemas.microsoft.com/office/drawing/2014/main" id="{D13A9675-4BB6-468B-9B91-7B38AB7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69808"/>
            <a:ext cx="12430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</a:t>
            </a:r>
          </a:p>
        </p:txBody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2FBD99C-EF68-428C-8EF9-1D017619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72715"/>
            <a:ext cx="95" cy="462915"/>
          </a:xfrm>
          <a:custGeom xmlns:a="http://schemas.openxmlformats.org/drawingml/2006/main">
            <a:pathLst>
              <a:path w="95" h="462915">
                <a:moveTo>
                  <a:pt x="0" y="0"/>
                </a:moveTo>
                <a:lnTo>
                  <a:pt x="0" y="462915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542F822-C36F-4453-BE4F-2F04BAEC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439" y="3067050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" name="h k₁/2">
            <a:extLst xmlns:a="http://schemas.openxmlformats.org/drawingml/2006/main">
              <a:ext uri="{FF2B5EF4-FFF2-40B4-BE49-F238E27FC236}">
                <a16:creationId xmlns:a16="http://schemas.microsoft.com/office/drawing/2014/main" id="{0D2B14C7-2A42-47D6-A1CD-F2A6DCFA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715578"/>
            <a:ext cx="10715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h k₁/2</a:t>
            </a:r>
          </a:p>
        </p:txBody>
      </p:sp>
      <p:sp>
        <p:nvSpPr>
          <p:cNvPr id="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AA6F21-78E7-44F4-8A7B-20ABCD46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09838"/>
            <a:ext cx="351472" cy="95"/>
          </a:xfrm>
          <a:custGeom xmlns:a="http://schemas.openxmlformats.org/drawingml/2006/main">
            <a:pathLst>
              <a:path w="351472" h="95">
                <a:moveTo>
                  <a:pt x="0" y="0"/>
                </a:moveTo>
                <a:lnTo>
                  <a:pt x="351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94C6CB-E581-4C5E-A42A-DB1C24A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2" y="2478977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682037-D310-4820-AC70-7D369DDF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64B09D-262D-40C6-A32F-8877B5F4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9C02F9-4BF7-43C2-84AA-52CED9D9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B6B672-7BAC-458B-AE69-A8A770D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EF0DEC-5874-4E36-8653-FB676F56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2DACEAF-9080-4F5D-AFBB-69CB3D00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5C4B002-2D55-4981-855E-52ECD47D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F7B960-3248-49A9-A4BC-6CC2E137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502074-7897-4035-B07E-16F131E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F11FF0-34A8-44FA-8284-F90B6E41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22098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08273A-0F90-439A-801C-2FBC428F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42A3F4-089F-4350-B511-096F18C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726CF3-4D6C-444D-A663-0ACE5F8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59EF666-0009-4E28-BEC9-23F34E3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4C8505B-B85D-486A-A498-D89C3CB6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BFE0AA-AFA9-4715-9B41-C635F257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329496-C2CB-487A-B040-39378FA1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FC2D5A-5C8B-468C-AEA2-93065DB1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0C5CD2-1FCF-4EDD-B958-97F9B48C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DC3B57-3BA5-4E8D-AF69-50C37016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23955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B67686-5B7F-44FB-9590-4191F09E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C19246-D235-4F96-A38C-18BDCD7B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467500B-F444-4983-934F-7E808D2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6D6F8B-5078-43EE-86C5-295F1A5E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4DC928-1CE7-4C7C-9D3D-651F80C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C3AA52-063D-4053-BDD2-A73322D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C31D0B-2060-40D2-BEF5-42684E7B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711496-FCF9-4F14-98C4-BADDF5AC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2C343B1-65D5-4767-B998-098DFE43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A54EF3F-3DAA-450E-AC37-F5722ED0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258127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B234DE-6A5E-4D8F-8AAA-D01E4437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244125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06433EE-90C1-4072-B2CD-D84BB31A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2201228"/>
            <a:ext cx="342900" cy="240030"/>
          </a:xfrm>
          <a:custGeom xmlns:a="http://schemas.openxmlformats.org/drawingml/2006/main">
            <a:pathLst>
              <a:path w="342900" h="240030">
                <a:moveTo>
                  <a:pt x="0" y="24003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008696"/>
            </a:solidFill>
            <a:prstDash val="solid"/>
          </a:ln>
        </p:spPr>
      </p:sp>
      <p:sp>
        <p:nvSpPr>
          <p:cNvPr id="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05062C-B8B9-4321-B127-40640088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219" y="2201228"/>
            <a:ext cx="92351" cy="80763"/>
          </a:xfrm>
          <a:custGeom xmlns:a="http://schemas.openxmlformats.org/drawingml/2006/main">
            <a:pathLst>
              <a:path w="92351" h="80763">
                <a:moveTo>
                  <a:pt x="92351" y="0"/>
                </a:moveTo>
                <a:lnTo>
                  <a:pt x="0" y="17557"/>
                </a:lnTo>
                <a:lnTo>
                  <a:pt x="44244" y="8076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4ED95E-C71D-4498-9359-FA97E7CB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2535555"/>
            <a:ext cx="394335" cy="25717"/>
          </a:xfrm>
          <a:custGeom xmlns:a="http://schemas.openxmlformats.org/drawingml/2006/main">
            <a:pathLst>
              <a:path w="394335" h="25717">
                <a:moveTo>
                  <a:pt x="0" y="0"/>
                </a:moveTo>
                <a:lnTo>
                  <a:pt x="394335" y="25717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D78300"/>
            </a:solidFill>
            <a:prstDash val="solid"/>
          </a:ln>
        </p:spPr>
      </p:sp>
      <p:sp>
        <p:nvSpPr>
          <p:cNvPr id="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6E38540-1F8D-4A2F-92F1-571FD423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951" y="2517199"/>
            <a:ext cx="88054" cy="76989"/>
          </a:xfrm>
          <a:custGeom xmlns:a="http://schemas.openxmlformats.org/drawingml/2006/main">
            <a:pathLst>
              <a:path w="88054" h="76989">
                <a:moveTo>
                  <a:pt x="88054" y="44073"/>
                </a:moveTo>
                <a:lnTo>
                  <a:pt x="5021" y="0"/>
                </a:lnTo>
                <a:lnTo>
                  <a:pt x="0" y="76989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56" name="E">
            <a:extLst xmlns:a="http://schemas.openxmlformats.org/drawingml/2006/main">
              <a:ext uri="{FF2B5EF4-FFF2-40B4-BE49-F238E27FC236}">
                <a16:creationId xmlns:a16="http://schemas.microsoft.com/office/drawing/2014/main" id="{FEB0E9EB-8112-42E7-ADA6-16AE02C1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20383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57" name="F">
            <a:extLst xmlns:a="http://schemas.openxmlformats.org/drawingml/2006/main">
              <a:ext uri="{FF2B5EF4-FFF2-40B4-BE49-F238E27FC236}">
                <a16:creationId xmlns:a16="http://schemas.microsoft.com/office/drawing/2014/main" id="{2B8F1E40-F292-4DF2-BA49-98796DD1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723" y="2432685"/>
            <a:ext cx="3857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B2F940-4BE1-4E64-9EB3-2F4B0B2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118" y="244983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6B1383-8A3C-4106-B93F-FC757209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2509838"/>
            <a:ext cx="197168" cy="95"/>
          </a:xfrm>
          <a:custGeom xmlns:a="http://schemas.openxmlformats.org/drawingml/2006/main">
            <a:pathLst>
              <a:path w="197168" h="95">
                <a:moveTo>
                  <a:pt x="1971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D93FDA3-0E2B-471A-BAD3-B521519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2486692"/>
            <a:ext cx="51435" cy="46292"/>
          </a:xfrm>
          <a:custGeom xmlns:a="http://schemas.openxmlformats.org/drawingml/2006/main">
            <a:pathLst>
              <a:path w="51435" h="46292">
                <a:moveTo>
                  <a:pt x="0" y="23146"/>
                </a:moveTo>
                <a:lnTo>
                  <a:pt x="51435" y="46292"/>
                </a:lnTo>
                <a:lnTo>
                  <a:pt x="5143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823CE0-7063-46E9-9576-1FF5E87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2621198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1707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ACD83C-B60D-4F26-AD16-E404FEF0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2621198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0"/>
                </a:moveTo>
                <a:lnTo>
                  <a:pt x="5673" y="56117"/>
                </a:lnTo>
                <a:lnTo>
                  <a:pt x="45762" y="3297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9A3835-C46B-461D-8E44-58174CBD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2621198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170752"/>
                </a:moveTo>
                <a:lnTo>
                  <a:pt x="985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227154-33A5-4A03-8D6C-9548606F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69" y="2621198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0"/>
                </a:moveTo>
                <a:lnTo>
                  <a:pt x="0" y="32971"/>
                </a:lnTo>
                <a:lnTo>
                  <a:pt x="40090" y="5611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CE8C53-5456-422A-9F57-0A8909A8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70" y="2509838"/>
            <a:ext cx="197167" cy="95"/>
          </a:xfrm>
          <a:custGeom xmlns:a="http://schemas.openxmlformats.org/drawingml/2006/main">
            <a:pathLst>
              <a:path w="197167" h="95">
                <a:moveTo>
                  <a:pt x="0" y="0"/>
                </a:moveTo>
                <a:lnTo>
                  <a:pt x="1971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D4A7DA-0A86-4713-A392-3A71BBB2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103" y="2486692"/>
            <a:ext cx="51435" cy="46292"/>
          </a:xfrm>
          <a:custGeom xmlns:a="http://schemas.openxmlformats.org/drawingml/2006/main">
            <a:pathLst>
              <a:path w="51435" h="46292">
                <a:moveTo>
                  <a:pt x="51435" y="23146"/>
                </a:moveTo>
                <a:lnTo>
                  <a:pt x="0" y="0"/>
                </a:lnTo>
                <a:lnTo>
                  <a:pt x="0" y="4629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A753F3-2FB0-4C18-895D-E4120099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2227725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0"/>
                </a:moveTo>
                <a:lnTo>
                  <a:pt x="98584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8DE69C-F6CF-4285-8721-FDC91DB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69" y="2342361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56117"/>
                </a:moveTo>
                <a:lnTo>
                  <a:pt x="40090" y="0"/>
                </a:lnTo>
                <a:lnTo>
                  <a:pt x="0" y="2314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0C5222-358B-4CA7-92E2-B4D2D7B8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2227725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0"/>
                </a:moveTo>
                <a:lnTo>
                  <a:pt x="0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C1E36D-5950-44A9-BD11-655B097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2342361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56117"/>
                </a:moveTo>
                <a:lnTo>
                  <a:pt x="45762" y="23146"/>
                </a:lnTo>
                <a:lnTo>
                  <a:pt x="5673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1" name="F, G">
            <a:extLst xmlns:a="http://schemas.openxmlformats.org/drawingml/2006/main">
              <a:ext uri="{FF2B5EF4-FFF2-40B4-BE49-F238E27FC236}">
                <a16:creationId xmlns:a16="http://schemas.microsoft.com/office/drawing/2014/main" id="{4BAB8F29-EE4A-4505-A467-8F2B434C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743" y="2364105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F, 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0BF7701-EBAB-4C4C-9AB4-C42550ED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3204210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3" name="k2">
            <a:extLst xmlns:a="http://schemas.openxmlformats.org/drawingml/2006/main">
              <a:ext uri="{FF2B5EF4-FFF2-40B4-BE49-F238E27FC236}">
                <a16:creationId xmlns:a16="http://schemas.microsoft.com/office/drawing/2014/main" id="{78D88DD9-59B5-4EE7-853C-FA24B4D2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468" y="3109913"/>
            <a:ext cx="5143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k2</a:t>
            </a:r>
          </a:p>
        </p:txBody>
      </p:sp>
      <p:sp>
        <p:nvSpPr>
          <p:cNvPr id="74" name="t_n + h/2">
            <a:extLst xmlns:a="http://schemas.openxmlformats.org/drawingml/2006/main">
              <a:ext uri="{FF2B5EF4-FFF2-40B4-BE49-F238E27FC236}">
                <a16:creationId xmlns:a16="http://schemas.microsoft.com/office/drawing/2014/main" id="{727502BA-51AB-4E3C-91C8-BAD2ED85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67050"/>
            <a:ext cx="12430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 + h/2</a:t>
            </a:r>
          </a:p>
        </p:txBody>
      </p:sp>
      <p:sp>
        <p:nvSpPr>
          <p:cNvPr id="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BCB942-860F-49D6-9E2D-03C25E4F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9958"/>
            <a:ext cx="95" cy="462915"/>
          </a:xfrm>
          <a:custGeom xmlns:a="http://schemas.openxmlformats.org/drawingml/2006/main">
            <a:pathLst>
              <a:path w="95" h="462915">
                <a:moveTo>
                  <a:pt x="0" y="0"/>
                </a:moveTo>
                <a:lnTo>
                  <a:pt x="0" y="462915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C9D9C2C-8334-49CD-96A5-501BC6C5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439" y="3864293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77" name="h k₂/2">
            <a:extLst xmlns:a="http://schemas.openxmlformats.org/drawingml/2006/main">
              <a:ext uri="{FF2B5EF4-FFF2-40B4-BE49-F238E27FC236}">
                <a16:creationId xmlns:a16="http://schemas.microsoft.com/office/drawing/2014/main" id="{6878FBFD-2C25-475A-8520-3062F58D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3512820"/>
            <a:ext cx="10715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h k₂/2</a:t>
            </a:r>
          </a:p>
        </p:txBody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B2DC78-3DDA-4B02-8FEE-3A4C09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7080"/>
            <a:ext cx="351472" cy="95"/>
          </a:xfrm>
          <a:custGeom xmlns:a="http://schemas.openxmlformats.org/drawingml/2006/main">
            <a:pathLst>
              <a:path w="351472" h="95">
                <a:moveTo>
                  <a:pt x="0" y="0"/>
                </a:moveTo>
                <a:lnTo>
                  <a:pt x="351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A864AD-21C4-422F-BCA5-06E3219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2" y="3276219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0293B35-2A9A-403C-BEC4-60AA9830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0"/>
                </a:lnTo>
                <a:lnTo>
                  <a:pt x="17145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00D772-4CEE-4B4F-8BDD-F3151BA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185737"/>
                </a:lnTo>
                <a:lnTo>
                  <a:pt x="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A15595-5CE3-4655-AB8E-BB678DF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0"/>
                </a:lnTo>
                <a:lnTo>
                  <a:pt x="17145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F079D0-CCED-4A59-ACE3-E994D2B5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185737"/>
                </a:lnTo>
                <a:lnTo>
                  <a:pt x="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40F835-4EC3-495A-87EF-6DDBE275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0"/>
                </a:lnTo>
                <a:lnTo>
                  <a:pt x="17145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E85E46-EE18-4B00-91F5-49E16101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185737"/>
                </a:lnTo>
                <a:lnTo>
                  <a:pt x="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52EB6A-F185-4AC0-A203-F375E6E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0"/>
                </a:lnTo>
                <a:lnTo>
                  <a:pt x="17145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C1FDB6-7C83-4368-8DF4-EFF6EF19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185737"/>
                </a:lnTo>
                <a:lnTo>
                  <a:pt x="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2198EC-59D4-482C-A6D8-C40888C4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0"/>
                </a:lnTo>
                <a:lnTo>
                  <a:pt x="17145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C1FEEF-D0CB-40A5-8178-26FFE309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007043"/>
            <a:ext cx="171450" cy="185737"/>
          </a:xfrm>
          <a:custGeom xmlns:a="http://schemas.openxmlformats.org/drawingml/2006/main">
            <a:pathLst>
              <a:path w="171450" h="185737">
                <a:moveTo>
                  <a:pt x="0" y="0"/>
                </a:moveTo>
                <a:lnTo>
                  <a:pt x="171450" y="185737"/>
                </a:lnTo>
                <a:lnTo>
                  <a:pt x="0" y="185737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1B3366-B59A-4B6E-A441-F5B63802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ECAE92-EE87-4F2E-82C0-7CCFE0F0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B95AC8-8501-497F-81AE-005B03A5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6494F6-709F-4619-B43B-929E633F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658634-FA25-4BD6-B7F7-C344C405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48F700-6A8D-4ADE-854B-7A63B6DE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495235-4303-4941-986D-C2E20E6A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0D246BB-ED0B-47E6-84B3-EE81E400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C1D86B-D24F-4506-9F98-6CE9847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0C2B5F0-A244-41DA-AADE-A876774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19278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52BC46-F79D-40B4-8F85-503F7808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860C5DE-1344-470D-AC4B-4866E6E5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6F895A-5AAD-4244-8B33-6E31034A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220FFE-AAFF-48B6-9FC7-45AFE3CF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51F52AE-06DD-4121-AF20-C5D39AC3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EDB319B-79F6-4100-8DCA-361A64F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6BB396-6939-4D69-868E-E314D2AC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29CF40-C6CC-4522-87CC-28F6409E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8D440C-8CC3-4D22-9681-64548A89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FC52F7-5B83-448B-8A62-D8C394AA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37851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EE6122A-49CB-4569-98E2-6978CB5E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323850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C297E6-0DAC-42B8-BC3C-973F0126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2998470"/>
            <a:ext cx="342900" cy="240030"/>
          </a:xfrm>
          <a:custGeom xmlns:a="http://schemas.openxmlformats.org/drawingml/2006/main">
            <a:pathLst>
              <a:path w="342900" h="240030">
                <a:moveTo>
                  <a:pt x="0" y="24003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008696"/>
            </a:solidFill>
            <a:prstDash val="solid"/>
          </a:ln>
        </p:spPr>
      </p:sp>
      <p:sp>
        <p:nvSpPr>
          <p:cNvPr id="1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ACA31D-27AE-4B7F-9660-170CBB79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219" y="2998470"/>
            <a:ext cx="92351" cy="80763"/>
          </a:xfrm>
          <a:custGeom xmlns:a="http://schemas.openxmlformats.org/drawingml/2006/main">
            <a:pathLst>
              <a:path w="92351" h="80763">
                <a:moveTo>
                  <a:pt x="92351" y="0"/>
                </a:moveTo>
                <a:lnTo>
                  <a:pt x="0" y="17557"/>
                </a:lnTo>
                <a:lnTo>
                  <a:pt x="44244" y="8076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4F5E44-B83B-4AB0-B5DF-44A5B80C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3332798"/>
            <a:ext cx="394335" cy="25718"/>
          </a:xfrm>
          <a:custGeom xmlns:a="http://schemas.openxmlformats.org/drawingml/2006/main">
            <a:pathLst>
              <a:path w="394335" h="25718">
                <a:moveTo>
                  <a:pt x="0" y="0"/>
                </a:moveTo>
                <a:lnTo>
                  <a:pt x="394335" y="25718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D78300"/>
            </a:solidFill>
            <a:prstDash val="solid"/>
          </a:ln>
        </p:spPr>
      </p:sp>
      <p:sp>
        <p:nvSpPr>
          <p:cNvPr id="1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769E3A-23D5-4C16-B9CD-65DC5CF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951" y="3314442"/>
            <a:ext cx="88054" cy="76989"/>
          </a:xfrm>
          <a:custGeom xmlns:a="http://schemas.openxmlformats.org/drawingml/2006/main">
            <a:pathLst>
              <a:path w="88054" h="76989">
                <a:moveTo>
                  <a:pt x="88054" y="44073"/>
                </a:moveTo>
                <a:lnTo>
                  <a:pt x="5021" y="0"/>
                </a:lnTo>
                <a:lnTo>
                  <a:pt x="0" y="76989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15" name="E">
            <a:extLst xmlns:a="http://schemas.openxmlformats.org/drawingml/2006/main">
              <a:ext uri="{FF2B5EF4-FFF2-40B4-BE49-F238E27FC236}">
                <a16:creationId xmlns:a16="http://schemas.microsoft.com/office/drawing/2014/main" id="{4D793E89-D8FD-4EA8-AD00-09A48F9E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2835593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116" name="F">
            <a:extLst xmlns:a="http://schemas.openxmlformats.org/drawingml/2006/main">
              <a:ext uri="{FF2B5EF4-FFF2-40B4-BE49-F238E27FC236}">
                <a16:creationId xmlns:a16="http://schemas.microsoft.com/office/drawing/2014/main" id="{71AEC2E3-0BEC-48CB-8CC2-2106EAE4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723" y="3229928"/>
            <a:ext cx="3857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B330048-65A5-4F94-9CE4-8705B1F0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118" y="32470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9B5858-7307-4536-B6E5-2D152436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3307080"/>
            <a:ext cx="197168" cy="95"/>
          </a:xfrm>
          <a:custGeom xmlns:a="http://schemas.openxmlformats.org/drawingml/2006/main">
            <a:pathLst>
              <a:path w="197168" h="95">
                <a:moveTo>
                  <a:pt x="1971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FBCFFF-D4C3-4830-AD19-0AE78B4C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3283934"/>
            <a:ext cx="51435" cy="46292"/>
          </a:xfrm>
          <a:custGeom xmlns:a="http://schemas.openxmlformats.org/drawingml/2006/main">
            <a:pathLst>
              <a:path w="51435" h="46292">
                <a:moveTo>
                  <a:pt x="0" y="23146"/>
                </a:moveTo>
                <a:lnTo>
                  <a:pt x="51435" y="46292"/>
                </a:lnTo>
                <a:lnTo>
                  <a:pt x="5143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6375C2-5265-49F5-B20F-9337AB77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3418440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1707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2EE19D9-694D-4C53-9917-84C3836F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3418440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0"/>
                </a:moveTo>
                <a:lnTo>
                  <a:pt x="5673" y="56117"/>
                </a:lnTo>
                <a:lnTo>
                  <a:pt x="45762" y="3297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CAF1580-4786-420D-B401-1A4CE7E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3418440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170752"/>
                </a:moveTo>
                <a:lnTo>
                  <a:pt x="985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E7771E-41AB-4195-9882-442D80C9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69" y="3418440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0"/>
                </a:moveTo>
                <a:lnTo>
                  <a:pt x="0" y="32971"/>
                </a:lnTo>
                <a:lnTo>
                  <a:pt x="40090" y="5611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366F42-F3A5-46F3-8BF6-2A92073C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70" y="3307080"/>
            <a:ext cx="197167" cy="95"/>
          </a:xfrm>
          <a:custGeom xmlns:a="http://schemas.openxmlformats.org/drawingml/2006/main">
            <a:pathLst>
              <a:path w="197167" h="95">
                <a:moveTo>
                  <a:pt x="0" y="0"/>
                </a:moveTo>
                <a:lnTo>
                  <a:pt x="1971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0C8565C-1E39-4C14-83E7-B18102EC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103" y="3283934"/>
            <a:ext cx="51435" cy="46292"/>
          </a:xfrm>
          <a:custGeom xmlns:a="http://schemas.openxmlformats.org/drawingml/2006/main">
            <a:pathLst>
              <a:path w="51435" h="46292">
                <a:moveTo>
                  <a:pt x="51435" y="23146"/>
                </a:moveTo>
                <a:lnTo>
                  <a:pt x="0" y="0"/>
                </a:lnTo>
                <a:lnTo>
                  <a:pt x="0" y="4629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08E62B-F634-4F51-B328-BE35E756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3024968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0"/>
                </a:moveTo>
                <a:lnTo>
                  <a:pt x="98584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6EE998-C2A7-46E7-83C3-5110372E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69" y="3139603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56117"/>
                </a:moveTo>
                <a:lnTo>
                  <a:pt x="40090" y="0"/>
                </a:lnTo>
                <a:lnTo>
                  <a:pt x="0" y="2314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9BC363-6F68-4407-A7B0-FFDC8072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3024968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0"/>
                </a:moveTo>
                <a:lnTo>
                  <a:pt x="0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7585E47-F804-40C2-87C1-BBC334E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3139603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56117"/>
                </a:moveTo>
                <a:lnTo>
                  <a:pt x="45762" y="23146"/>
                </a:lnTo>
                <a:lnTo>
                  <a:pt x="5673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30" name="F, G">
            <a:extLst xmlns:a="http://schemas.openxmlformats.org/drawingml/2006/main">
              <a:ext uri="{FF2B5EF4-FFF2-40B4-BE49-F238E27FC236}">
                <a16:creationId xmlns:a16="http://schemas.microsoft.com/office/drawing/2014/main" id="{A737F57B-FA00-48AD-A6D2-D2195486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743" y="3161348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F, G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D99D1E0-E5E8-4467-98B2-94FF5CF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400145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2" name="k3">
            <a:extLst xmlns:a="http://schemas.openxmlformats.org/drawingml/2006/main">
              <a:ext uri="{FF2B5EF4-FFF2-40B4-BE49-F238E27FC236}">
                <a16:creationId xmlns:a16="http://schemas.microsoft.com/office/drawing/2014/main" id="{3333FDF9-B7B4-4E1A-BDCA-5E35844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468" y="3907155"/>
            <a:ext cx="5143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k3</a:t>
            </a:r>
          </a:p>
        </p:txBody>
      </p:sp>
      <p:sp>
        <p:nvSpPr>
          <p:cNvPr id="133" name="t_n + h/2">
            <a:extLst xmlns:a="http://schemas.openxmlformats.org/drawingml/2006/main">
              <a:ext uri="{FF2B5EF4-FFF2-40B4-BE49-F238E27FC236}">
                <a16:creationId xmlns:a16="http://schemas.microsoft.com/office/drawing/2014/main" id="{B3E4E444-A3DC-4DBA-B847-525DF625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64293"/>
            <a:ext cx="12430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 + h/2</a:t>
            </a:r>
          </a:p>
        </p:txBody>
      </p:sp>
      <p:sp>
        <p:nvSpPr>
          <p:cNvPr id="1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807876-39DB-4035-A1D1-9C9D2F6F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67200"/>
            <a:ext cx="95" cy="462915"/>
          </a:xfrm>
          <a:custGeom xmlns:a="http://schemas.openxmlformats.org/drawingml/2006/main">
            <a:pathLst>
              <a:path w="95" h="462915">
                <a:moveTo>
                  <a:pt x="0" y="0"/>
                </a:moveTo>
                <a:lnTo>
                  <a:pt x="0" y="462915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1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B3ACDB3-EE01-4987-8046-004E8C8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439" y="4661535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36" name="h k₃">
            <a:extLst xmlns:a="http://schemas.openxmlformats.org/drawingml/2006/main">
              <a:ext uri="{FF2B5EF4-FFF2-40B4-BE49-F238E27FC236}">
                <a16:creationId xmlns:a16="http://schemas.microsoft.com/office/drawing/2014/main" id="{163DF4A5-3189-46D6-BFA0-45FB629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4310063"/>
            <a:ext cx="10715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h k₃</a:t>
            </a:r>
          </a:p>
        </p:txBody>
      </p:sp>
      <p:sp>
        <p:nvSpPr>
          <p:cNvPr id="1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2771E80-B22F-4065-B3D4-54963B8A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04323"/>
            <a:ext cx="351472" cy="95"/>
          </a:xfrm>
          <a:custGeom xmlns:a="http://schemas.openxmlformats.org/drawingml/2006/main">
            <a:pathLst>
              <a:path w="351472" h="95">
                <a:moveTo>
                  <a:pt x="0" y="0"/>
                </a:moveTo>
                <a:lnTo>
                  <a:pt x="351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1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43A49F-D7E1-45A2-B003-33E863CD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2" y="4073461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D8276C1-A7F7-4F4C-B27D-4D49E466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3D1038-906A-4FEF-AD64-797CC5E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5BA239-7FD3-4876-8680-46AE83D7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E59AD8-FA2C-400C-B25E-E16A570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F496F0-DEC7-4BD6-94D4-8EFD2BE1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83A639-E52C-4921-9DAB-BCF6E7DF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BD6661-B615-4629-8B8F-2967A50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5CEB6AA-D6C7-4052-A9B9-5F71B711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C31ED0-5365-4F7C-9E44-5C0F885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3B9084-2CA5-4176-875B-FCE0FBD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80428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FE9089-2E18-426B-830B-0AA1DC71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D6BFD02-6A09-4180-9656-094FBAE4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0822362-997B-470D-BE14-CC8B7E98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F52EE2-D6FD-4D1A-B0BF-C17AC7AC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8CD989-8B14-4337-8B17-1D953F08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5A4AE8-4CDE-49A4-81DA-60D5C0F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CC1564-5815-4C51-9253-2EF76AFD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C0BD8E-FA29-4CE5-BFAC-BDD55DEE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2638D6-B930-4EB7-A7D1-1F923464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9EFEB6-931E-4F32-ACBD-52EE94C2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99002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85CD4A-14FA-44FD-92BA-BA6EC53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1C3E80-F182-40FF-9768-2BB77F5A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5236DE-8F10-44A4-9CB9-377C3E16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66EB5A-0D94-4FA3-B044-7E71AAF4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3BDFEB-896D-4B7B-A0B6-08EB734F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BC77269-8BFE-48DC-A1F3-9ED8806C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56E25BC-CECC-4DBF-9796-6D1F2B3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8E6897-D2A1-4431-BA8C-1882C55B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52F5F7-30D2-42AF-BBAC-E3B5AAE3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86905A-93F9-4EDD-BC9B-F9296DB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417576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091AABA-E971-4AFE-AD2A-D04118BE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403574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D4CDE4-1341-4A6A-8BAF-55D0B6AD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3795713"/>
            <a:ext cx="342900" cy="240030"/>
          </a:xfrm>
          <a:custGeom xmlns:a="http://schemas.openxmlformats.org/drawingml/2006/main">
            <a:pathLst>
              <a:path w="342900" h="240030">
                <a:moveTo>
                  <a:pt x="0" y="24003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008696"/>
            </a:solidFill>
            <a:prstDash val="solid"/>
          </a:ln>
        </p:spPr>
      </p:sp>
      <p:sp>
        <p:nvSpPr>
          <p:cNvPr id="1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196DE5-07A3-4920-9AA7-BE2D68D2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219" y="3795713"/>
            <a:ext cx="92351" cy="80763"/>
          </a:xfrm>
          <a:custGeom xmlns:a="http://schemas.openxmlformats.org/drawingml/2006/main">
            <a:pathLst>
              <a:path w="92351" h="80763">
                <a:moveTo>
                  <a:pt x="92351" y="0"/>
                </a:moveTo>
                <a:lnTo>
                  <a:pt x="0" y="17557"/>
                </a:lnTo>
                <a:lnTo>
                  <a:pt x="44244" y="8076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1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625240-01B0-41A8-ACC1-09BC73B8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4130040"/>
            <a:ext cx="394335" cy="25717"/>
          </a:xfrm>
          <a:custGeom xmlns:a="http://schemas.openxmlformats.org/drawingml/2006/main">
            <a:pathLst>
              <a:path w="394335" h="25717">
                <a:moveTo>
                  <a:pt x="0" y="0"/>
                </a:moveTo>
                <a:lnTo>
                  <a:pt x="394335" y="25717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D78300"/>
            </a:solidFill>
            <a:prstDash val="solid"/>
          </a:ln>
        </p:spPr>
      </p:sp>
      <p:sp>
        <p:nvSpPr>
          <p:cNvPr id="1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91FE8F-6992-434D-B573-9594D37E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951" y="4111684"/>
            <a:ext cx="88054" cy="76989"/>
          </a:xfrm>
          <a:custGeom xmlns:a="http://schemas.openxmlformats.org/drawingml/2006/main">
            <a:pathLst>
              <a:path w="88054" h="76989">
                <a:moveTo>
                  <a:pt x="88054" y="44073"/>
                </a:moveTo>
                <a:lnTo>
                  <a:pt x="5021" y="0"/>
                </a:lnTo>
                <a:lnTo>
                  <a:pt x="0" y="76989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174" name="E">
            <a:extLst xmlns:a="http://schemas.openxmlformats.org/drawingml/2006/main">
              <a:ext uri="{FF2B5EF4-FFF2-40B4-BE49-F238E27FC236}">
                <a16:creationId xmlns:a16="http://schemas.microsoft.com/office/drawing/2014/main" id="{A4F91E0E-AF5C-440C-93A5-F7AC79F4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363283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175" name="F">
            <a:extLst xmlns:a="http://schemas.openxmlformats.org/drawingml/2006/main">
              <a:ext uri="{FF2B5EF4-FFF2-40B4-BE49-F238E27FC236}">
                <a16:creationId xmlns:a16="http://schemas.microsoft.com/office/drawing/2014/main" id="{92E37B41-4A6E-4925-AF83-FD0AB80A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723" y="4027170"/>
            <a:ext cx="3857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61CB4FF-F406-4A87-9538-E3EF36C3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118" y="40443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686910-C9D6-4DB4-A314-78F48FBB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104323"/>
            <a:ext cx="197168" cy="95"/>
          </a:xfrm>
          <a:custGeom xmlns:a="http://schemas.openxmlformats.org/drawingml/2006/main">
            <a:pathLst>
              <a:path w="197168" h="95">
                <a:moveTo>
                  <a:pt x="1971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33C532-1C55-4ECA-97BA-0E4F94CD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081177"/>
            <a:ext cx="51435" cy="46292"/>
          </a:xfrm>
          <a:custGeom xmlns:a="http://schemas.openxmlformats.org/drawingml/2006/main">
            <a:pathLst>
              <a:path w="51435" h="46292">
                <a:moveTo>
                  <a:pt x="0" y="23146"/>
                </a:moveTo>
                <a:lnTo>
                  <a:pt x="51435" y="46292"/>
                </a:lnTo>
                <a:lnTo>
                  <a:pt x="5143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6E631F8-61C9-4628-BC30-714DFD4A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4215683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1707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88F390-1235-4D83-A4A9-A47C5F4B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4215683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0"/>
                </a:moveTo>
                <a:lnTo>
                  <a:pt x="5673" y="56117"/>
                </a:lnTo>
                <a:lnTo>
                  <a:pt x="45762" y="3297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035BFD-0A68-4DBC-907E-10308158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4215683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170752"/>
                </a:moveTo>
                <a:lnTo>
                  <a:pt x="985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0E1B4E-6616-45B0-9EBC-417626B1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69" y="4215683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0"/>
                </a:moveTo>
                <a:lnTo>
                  <a:pt x="0" y="32971"/>
                </a:lnTo>
                <a:lnTo>
                  <a:pt x="40090" y="5611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D2DDEC-F1D5-4478-B4B5-31B8A0FC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70" y="4104323"/>
            <a:ext cx="197167" cy="95"/>
          </a:xfrm>
          <a:custGeom xmlns:a="http://schemas.openxmlformats.org/drawingml/2006/main">
            <a:pathLst>
              <a:path w="197167" h="95">
                <a:moveTo>
                  <a:pt x="0" y="0"/>
                </a:moveTo>
                <a:lnTo>
                  <a:pt x="1971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991B8F1-1FAE-481B-AC81-7F2FF042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103" y="4081177"/>
            <a:ext cx="51435" cy="46292"/>
          </a:xfrm>
          <a:custGeom xmlns:a="http://schemas.openxmlformats.org/drawingml/2006/main">
            <a:pathLst>
              <a:path w="51435" h="46292">
                <a:moveTo>
                  <a:pt x="51435" y="23146"/>
                </a:moveTo>
                <a:lnTo>
                  <a:pt x="0" y="0"/>
                </a:lnTo>
                <a:lnTo>
                  <a:pt x="0" y="4629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520FD7-1342-472B-8843-B0C73ACD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3822210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0"/>
                </a:moveTo>
                <a:lnTo>
                  <a:pt x="98584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37A28F-E713-4998-9CC1-AE890D8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69" y="3936846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56117"/>
                </a:moveTo>
                <a:lnTo>
                  <a:pt x="40090" y="0"/>
                </a:lnTo>
                <a:lnTo>
                  <a:pt x="0" y="2314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F04E778-281F-430B-A80E-D9F7FDC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3822210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0"/>
                </a:moveTo>
                <a:lnTo>
                  <a:pt x="0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1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BE0876-E5C6-4CC6-8F45-B09E8F1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3936846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56117"/>
                </a:moveTo>
                <a:lnTo>
                  <a:pt x="45762" y="23146"/>
                </a:lnTo>
                <a:lnTo>
                  <a:pt x="5673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89" name="F, G">
            <a:extLst xmlns:a="http://schemas.openxmlformats.org/drawingml/2006/main">
              <a:ext uri="{FF2B5EF4-FFF2-40B4-BE49-F238E27FC236}">
                <a16:creationId xmlns:a16="http://schemas.microsoft.com/office/drawing/2014/main" id="{ACB8C72E-0C7E-4A30-9149-8806F23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743" y="3958590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F, G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FC04A66-2302-44A5-8199-315D8227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4798695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1" name="k4">
            <a:extLst xmlns:a="http://schemas.openxmlformats.org/drawingml/2006/main">
              <a:ext uri="{FF2B5EF4-FFF2-40B4-BE49-F238E27FC236}">
                <a16:creationId xmlns:a16="http://schemas.microsoft.com/office/drawing/2014/main" id="{90DD13F6-DC72-4892-9FA8-1CD7AF73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468" y="4704398"/>
            <a:ext cx="5143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k4</a:t>
            </a:r>
          </a:p>
        </p:txBody>
      </p:sp>
      <p:sp>
        <p:nvSpPr>
          <p:cNvPr id="192" name="t_n + h">
            <a:extLst xmlns:a="http://schemas.openxmlformats.org/drawingml/2006/main">
              <a:ext uri="{FF2B5EF4-FFF2-40B4-BE49-F238E27FC236}">
                <a16:creationId xmlns:a16="http://schemas.microsoft.com/office/drawing/2014/main" id="{13E113B8-56FA-4EAF-9044-88CA6113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661535"/>
            <a:ext cx="12430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 + h</a:t>
            </a:r>
          </a:p>
        </p:txBody>
      </p:sp>
      <p:sp>
        <p:nvSpPr>
          <p:cNvPr id="1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33241E3-F10D-4CBA-98B7-788F8C83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01565"/>
            <a:ext cx="351472" cy="95"/>
          </a:xfrm>
          <a:custGeom xmlns:a="http://schemas.openxmlformats.org/drawingml/2006/main">
            <a:pathLst>
              <a:path w="351472" h="95">
                <a:moveTo>
                  <a:pt x="0" y="0"/>
                </a:moveTo>
                <a:lnTo>
                  <a:pt x="351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1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B28B0A5-10E5-425B-AFA1-B4097DC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2" y="4870704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B1D874-C357-477A-BDDC-360AA09D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9C3F6B-1D93-4BE3-B5C0-C65B642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B46B70-A9E3-446A-9548-B0EBF657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4141CA-6C1A-4ED5-B80B-718EF631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1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7E6EA1-3655-411F-A91D-E727C6A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57034E-CFDA-41CE-B462-EA08C804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20F0AF-9F91-486F-9E6D-FD869A5D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2F8CD9-E38C-4917-9ED3-D66D1EB3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1E84C0-9CE5-4D4F-A178-97B310A5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848789-5117-4A84-88FA-AFB7C059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460152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BC5EE92-486C-46F7-A4EE-C7FDAD0E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4B0B8A-15F6-4612-B83C-3EFF3680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7AFAF2-04A4-4A7E-B433-8597CB5D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A56DC4-4379-4EB6-8225-113E0A67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44170A-857C-4358-9802-F85EA47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4CC2AC-A9A8-4266-94D0-88083202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729AF5-2079-4B9F-A0DF-D86295DA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F55AC7-FAAB-48BB-A785-EC170A72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B115FB-4D75-49A2-A3AF-ACC49060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50B7AE1-E5DF-4B9E-8D0D-534F301B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4787265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3807180-C55C-4BC7-B98C-D85A6495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BDE59B-7C03-4E76-AE26-B7A449CC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B50AD8-64F1-49D5-A58C-9A91D1DD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CBD85E-8691-408F-96D0-59AE952C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003FBB-4EF5-4770-8207-F327DBE5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00D16D0-C3D9-42DE-B7B1-FD0D2656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26D237-6E74-43D3-9C86-08028C49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6BB70AA-2E28-443C-8339-2A3B291C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E73474-820B-4A31-8715-44B2D4C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E820C03-9EC7-4A60-BF11-528AAE8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4973002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BB12DFC-C85C-4ECB-B50C-CA79A70F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483298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42FDAD-068C-4EA1-AD97-540F1B6B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4592955"/>
            <a:ext cx="342900" cy="240030"/>
          </a:xfrm>
          <a:custGeom xmlns:a="http://schemas.openxmlformats.org/drawingml/2006/main">
            <a:pathLst>
              <a:path w="342900" h="240030">
                <a:moveTo>
                  <a:pt x="0" y="24003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008696"/>
            </a:solidFill>
            <a:prstDash val="solid"/>
          </a:ln>
        </p:spPr>
      </p:sp>
      <p:sp>
        <p:nvSpPr>
          <p:cNvPr id="2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4B86BC-5CBD-478B-BA63-BEC917D8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219" y="4592955"/>
            <a:ext cx="92351" cy="80763"/>
          </a:xfrm>
          <a:custGeom xmlns:a="http://schemas.openxmlformats.org/drawingml/2006/main">
            <a:pathLst>
              <a:path w="92351" h="80763">
                <a:moveTo>
                  <a:pt x="92351" y="0"/>
                </a:moveTo>
                <a:lnTo>
                  <a:pt x="0" y="17557"/>
                </a:lnTo>
                <a:lnTo>
                  <a:pt x="44244" y="8076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2A3CA00-0506-4F52-A322-CABFB276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4927283"/>
            <a:ext cx="394335" cy="25718"/>
          </a:xfrm>
          <a:custGeom xmlns:a="http://schemas.openxmlformats.org/drawingml/2006/main">
            <a:pathLst>
              <a:path w="394335" h="25718">
                <a:moveTo>
                  <a:pt x="0" y="0"/>
                </a:moveTo>
                <a:lnTo>
                  <a:pt x="394335" y="25718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D78300"/>
            </a:solidFill>
            <a:prstDash val="solid"/>
          </a:ln>
        </p:spPr>
      </p:sp>
      <p:sp>
        <p:nvSpPr>
          <p:cNvPr id="2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7639EE-A070-40FB-8238-2228C2A1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951" y="4908927"/>
            <a:ext cx="88054" cy="76989"/>
          </a:xfrm>
          <a:custGeom xmlns:a="http://schemas.openxmlformats.org/drawingml/2006/main">
            <a:pathLst>
              <a:path w="88054" h="76989">
                <a:moveTo>
                  <a:pt x="88054" y="44073"/>
                </a:moveTo>
                <a:lnTo>
                  <a:pt x="5021" y="0"/>
                </a:lnTo>
                <a:lnTo>
                  <a:pt x="0" y="76989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30" name="E">
            <a:extLst xmlns:a="http://schemas.openxmlformats.org/drawingml/2006/main">
              <a:ext uri="{FF2B5EF4-FFF2-40B4-BE49-F238E27FC236}">
                <a16:creationId xmlns:a16="http://schemas.microsoft.com/office/drawing/2014/main" id="{05971519-60F7-4501-8DBC-BCFC050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4430078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231" name="F">
            <a:extLst xmlns:a="http://schemas.openxmlformats.org/drawingml/2006/main">
              <a:ext uri="{FF2B5EF4-FFF2-40B4-BE49-F238E27FC236}">
                <a16:creationId xmlns:a16="http://schemas.microsoft.com/office/drawing/2014/main" id="{F6C28076-CF1E-40A7-9F3B-F24C6763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723" y="4824413"/>
            <a:ext cx="3857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C8CFD74-E3BD-413F-AE2A-86D4EDCA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118" y="4841558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E1FBC8C-BD69-44AC-A3DD-7BC978C8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901565"/>
            <a:ext cx="197168" cy="95"/>
          </a:xfrm>
          <a:custGeom xmlns:a="http://schemas.openxmlformats.org/drawingml/2006/main">
            <a:pathLst>
              <a:path w="197168" h="95">
                <a:moveTo>
                  <a:pt x="1971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1DF9A4-215E-4731-83C6-27B8DE6C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878419"/>
            <a:ext cx="51435" cy="46291"/>
          </a:xfrm>
          <a:custGeom xmlns:a="http://schemas.openxmlformats.org/drawingml/2006/main">
            <a:pathLst>
              <a:path w="51435" h="46291">
                <a:moveTo>
                  <a:pt x="0" y="23146"/>
                </a:moveTo>
                <a:lnTo>
                  <a:pt x="51435" y="46291"/>
                </a:lnTo>
                <a:lnTo>
                  <a:pt x="5143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78A1622-3D48-4ECD-84BE-3DD3D2DF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5012925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1707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C882CF-79B2-4F2C-91C4-D6E90EA1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5012925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0"/>
                </a:moveTo>
                <a:lnTo>
                  <a:pt x="5673" y="56117"/>
                </a:lnTo>
                <a:lnTo>
                  <a:pt x="45762" y="3297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298844A-5D8E-4E7A-885E-63BD32EE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5012925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170752"/>
                </a:moveTo>
                <a:lnTo>
                  <a:pt x="985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B20D64-19EA-4C15-A39D-26D3C29A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69" y="5012925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0"/>
                </a:moveTo>
                <a:lnTo>
                  <a:pt x="0" y="32971"/>
                </a:lnTo>
                <a:lnTo>
                  <a:pt x="40090" y="5611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6325D2-A80F-49A6-B91B-BAE01AC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70" y="4901565"/>
            <a:ext cx="197167" cy="95"/>
          </a:xfrm>
          <a:custGeom xmlns:a="http://schemas.openxmlformats.org/drawingml/2006/main">
            <a:pathLst>
              <a:path w="197167" h="95">
                <a:moveTo>
                  <a:pt x="0" y="0"/>
                </a:moveTo>
                <a:lnTo>
                  <a:pt x="1971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ACB160-FE92-415A-9C5A-D4584C8C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103" y="4878419"/>
            <a:ext cx="51435" cy="46291"/>
          </a:xfrm>
          <a:custGeom xmlns:a="http://schemas.openxmlformats.org/drawingml/2006/main">
            <a:pathLst>
              <a:path w="51435" h="46291">
                <a:moveTo>
                  <a:pt x="51435" y="23146"/>
                </a:moveTo>
                <a:lnTo>
                  <a:pt x="0" y="0"/>
                </a:lnTo>
                <a:lnTo>
                  <a:pt x="0" y="4629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CE8FB5-C212-4586-87E7-51CEB06E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4619453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0"/>
                </a:moveTo>
                <a:lnTo>
                  <a:pt x="98584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53FF74-48EF-4DC6-A2BB-3061FF4A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69" y="4734088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56117"/>
                </a:moveTo>
                <a:lnTo>
                  <a:pt x="40090" y="0"/>
                </a:lnTo>
                <a:lnTo>
                  <a:pt x="0" y="2314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0A558A-8BEB-471D-A375-3136612F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4619453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0"/>
                </a:moveTo>
                <a:lnTo>
                  <a:pt x="0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2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529F81-FD34-4003-AFCB-077C80CE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419" y="4734088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56117"/>
                </a:moveTo>
                <a:lnTo>
                  <a:pt x="45762" y="23146"/>
                </a:lnTo>
                <a:lnTo>
                  <a:pt x="5673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45" name="F, G">
            <a:extLst xmlns:a="http://schemas.openxmlformats.org/drawingml/2006/main">
              <a:ext uri="{FF2B5EF4-FFF2-40B4-BE49-F238E27FC236}">
                <a16:creationId xmlns:a16="http://schemas.microsoft.com/office/drawing/2014/main" id="{229A3E0C-1D24-491E-B99C-8A97EEA5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743" y="4755833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F, G</a:t>
            </a:r>
          </a:p>
        </p:txBody>
      </p:sp>
      <p:sp>
        <p:nvSpPr>
          <p:cNvPr id="2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F4421A5-C990-45F0-BE48-8687DCF3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218373"/>
            <a:ext cx="291465" cy="2974658"/>
          </a:xfrm>
          <a:custGeom xmlns:a="http://schemas.openxmlformats.org/drawingml/2006/main">
            <a:pathLst>
              <a:path w="291465" h="2974658">
                <a:moveTo>
                  <a:pt x="0" y="0"/>
                </a:moveTo>
                <a:lnTo>
                  <a:pt x="145733" y="0"/>
                </a:lnTo>
                <a:lnTo>
                  <a:pt x="145733" y="1388745"/>
                </a:lnTo>
                <a:lnTo>
                  <a:pt x="291465" y="1474470"/>
                </a:lnTo>
                <a:lnTo>
                  <a:pt x="145733" y="1568768"/>
                </a:lnTo>
                <a:lnTo>
                  <a:pt x="145733" y="2974658"/>
                </a:lnTo>
                <a:lnTo>
                  <a:pt x="0" y="297465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355CBB-120E-4508-BBEE-28AFE266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305" y="3692843"/>
            <a:ext cx="445770" cy="95"/>
          </a:xfrm>
          <a:custGeom xmlns:a="http://schemas.openxmlformats.org/drawingml/2006/main">
            <a:pathLst>
              <a:path w="445770" h="95">
                <a:moveTo>
                  <a:pt x="0" y="0"/>
                </a:moveTo>
                <a:lnTo>
                  <a:pt x="445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60">
            <a:solidFill>
              <a:srgbClr val="112D50"/>
            </a:solidFill>
            <a:prstDash val="solid"/>
          </a:ln>
        </p:spPr>
      </p:sp>
      <p:sp>
        <p:nvSpPr>
          <p:cNvPr id="2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7E74C2-6122-45A4-9139-60F767E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923" y="3658124"/>
            <a:ext cx="77152" cy="69437"/>
          </a:xfrm>
          <a:custGeom xmlns:a="http://schemas.openxmlformats.org/drawingml/2006/main">
            <a:pathLst>
              <a:path w="77152" h="69437">
                <a:moveTo>
                  <a:pt x="77152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F3648D5-FEF9-4F39-8532-F4B21B00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8997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50" name="y_n+1 = y_n + h(k₁+2k₂+2k₃+k₄)/6">
            <a:extLst xmlns:a="http://schemas.openxmlformats.org/drawingml/2006/main">
              <a:ext uri="{FF2B5EF4-FFF2-40B4-BE49-F238E27FC236}">
                <a16:creationId xmlns:a16="http://schemas.microsoft.com/office/drawing/2014/main" id="{24F56CBE-CFAB-492A-94EE-F54547DE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72790"/>
            <a:ext cx="3514725" cy="702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y_n+1 = y_n + h(k₁+2k₂+2k₃+k₄)/6</a:t>
            </a:r>
          </a:p>
        </p:txBody>
      </p:sp>
      <p:sp>
        <p:nvSpPr>
          <p:cNvPr id="251" name="t_n+1 = t_n + h">
            <a:extLst xmlns:a="http://schemas.openxmlformats.org/drawingml/2006/main">
              <a:ext uri="{FF2B5EF4-FFF2-40B4-BE49-F238E27FC236}">
                <a16:creationId xmlns:a16="http://schemas.microsoft.com/office/drawing/2014/main" id="{F7BFE476-BC00-4705-A4C1-5E0D81F9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52888"/>
            <a:ext cx="33861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t_n+1 = t_n + h</a:t>
            </a:r>
          </a:p>
        </p:txBody>
      </p:sp>
      <p:sp>
        <p:nvSpPr>
          <p:cNvPr id="2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278295-0E80-4A44-AFF5-F479A02C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0220"/>
            <a:ext cx="12901613" cy="95"/>
          </a:xfrm>
          <a:custGeom xmlns:a="http://schemas.openxmlformats.org/drawingml/2006/main">
            <a:pathLst>
              <a:path w="12901613" h="95">
                <a:moveTo>
                  <a:pt x="0" y="0"/>
                </a:moveTo>
                <a:lnTo>
                  <a:pt x="12901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  <a:prstDash val="solid"/>
          </a:ln>
        </p:spPr>
      </p:sp>
      <p:sp>
        <p:nvSpPr>
          <p:cNvPr id="253" name="(b) 指数中点法　y = (x, v, Z)">
            <a:extLst xmlns:a="http://schemas.openxmlformats.org/drawingml/2006/main">
              <a:ext uri="{FF2B5EF4-FFF2-40B4-BE49-F238E27FC236}">
                <a16:creationId xmlns:a16="http://schemas.microsoft.com/office/drawing/2014/main" id="{CDF0DA68-3E2A-44B6-8A12-56F13AF2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953"/>
            <a:ext cx="107156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指数中点法　y = (x, v, Z)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49AD4AC-D768-4CD9-B496-B3863858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8493443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55" name="y_n = (x_n, v_n, Z_n)">
            <a:extLst xmlns:a="http://schemas.openxmlformats.org/drawingml/2006/main">
              <a:ext uri="{FF2B5EF4-FFF2-40B4-BE49-F238E27FC236}">
                <a16:creationId xmlns:a16="http://schemas.microsoft.com/office/drawing/2014/main" id="{4CBE41AA-BEEC-4726-80BE-4FBD81C4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8827770"/>
            <a:ext cx="33004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y_n = (x_n, v_n, Z_n)</a:t>
            </a:r>
          </a:p>
        </p:txBody>
      </p:sp>
      <p:sp>
        <p:nvSpPr>
          <p:cNvPr id="25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925FBDD-F0D1-4487-9C65-12DFAADD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010400"/>
            <a:ext cx="2400300" cy="1560195"/>
          </a:xfrm>
          <a:custGeom xmlns:a="http://schemas.openxmlformats.org/drawingml/2006/main">
            <a:pathLst>
              <a:path w="2400300" h="1560195">
                <a:moveTo>
                  <a:pt x="0" y="1560195"/>
                </a:moveTo>
                <a:lnTo>
                  <a:pt x="63216" y="1546923"/>
                </a:lnTo>
                <a:lnTo>
                  <a:pt x="124345" y="1530772"/>
                </a:lnTo>
                <a:lnTo>
                  <a:pt x="183484" y="1511876"/>
                </a:lnTo>
                <a:lnTo>
                  <a:pt x="240734" y="1490370"/>
                </a:lnTo>
                <a:lnTo>
                  <a:pt x="296195" y="1466387"/>
                </a:lnTo>
                <a:lnTo>
                  <a:pt x="349966" y="1440063"/>
                </a:lnTo>
                <a:lnTo>
                  <a:pt x="402146" y="1411531"/>
                </a:lnTo>
                <a:lnTo>
                  <a:pt x="452834" y="1380927"/>
                </a:lnTo>
                <a:lnTo>
                  <a:pt x="502132" y="1348384"/>
                </a:lnTo>
                <a:lnTo>
                  <a:pt x="550137" y="1314036"/>
                </a:lnTo>
                <a:lnTo>
                  <a:pt x="596950" y="1278020"/>
                </a:lnTo>
                <a:lnTo>
                  <a:pt x="642670" y="1240468"/>
                </a:lnTo>
                <a:lnTo>
                  <a:pt x="687396" y="1201515"/>
                </a:lnTo>
                <a:lnTo>
                  <a:pt x="731229" y="1161295"/>
                </a:lnTo>
                <a:lnTo>
                  <a:pt x="774267" y="1119944"/>
                </a:lnTo>
                <a:lnTo>
                  <a:pt x="816610" y="1077595"/>
                </a:lnTo>
                <a:lnTo>
                  <a:pt x="858358" y="1034383"/>
                </a:lnTo>
                <a:lnTo>
                  <a:pt x="899610" y="990442"/>
                </a:lnTo>
                <a:lnTo>
                  <a:pt x="940466" y="945907"/>
                </a:lnTo>
                <a:lnTo>
                  <a:pt x="981025" y="900911"/>
                </a:lnTo>
                <a:lnTo>
                  <a:pt x="1021387" y="855590"/>
                </a:lnTo>
                <a:lnTo>
                  <a:pt x="1061652" y="810078"/>
                </a:lnTo>
                <a:lnTo>
                  <a:pt x="1101918" y="764510"/>
                </a:lnTo>
                <a:lnTo>
                  <a:pt x="1142286" y="719018"/>
                </a:lnTo>
                <a:lnTo>
                  <a:pt x="1182854" y="673739"/>
                </a:lnTo>
                <a:lnTo>
                  <a:pt x="1223723" y="628807"/>
                </a:lnTo>
                <a:lnTo>
                  <a:pt x="1264992" y="584355"/>
                </a:lnTo>
                <a:lnTo>
                  <a:pt x="1306761" y="540519"/>
                </a:lnTo>
                <a:lnTo>
                  <a:pt x="1349128" y="497432"/>
                </a:lnTo>
                <a:lnTo>
                  <a:pt x="1392194" y="455230"/>
                </a:lnTo>
                <a:lnTo>
                  <a:pt x="1436058" y="414046"/>
                </a:lnTo>
                <a:lnTo>
                  <a:pt x="1480820" y="374015"/>
                </a:lnTo>
                <a:lnTo>
                  <a:pt x="1526579" y="335271"/>
                </a:lnTo>
                <a:lnTo>
                  <a:pt x="1573435" y="297950"/>
                </a:lnTo>
                <a:lnTo>
                  <a:pt x="1621486" y="262184"/>
                </a:lnTo>
                <a:lnTo>
                  <a:pt x="1670834" y="228109"/>
                </a:lnTo>
                <a:lnTo>
                  <a:pt x="1721577" y="195859"/>
                </a:lnTo>
                <a:lnTo>
                  <a:pt x="1773814" y="165568"/>
                </a:lnTo>
                <a:lnTo>
                  <a:pt x="1827646" y="137371"/>
                </a:lnTo>
                <a:lnTo>
                  <a:pt x="1883172" y="111403"/>
                </a:lnTo>
                <a:lnTo>
                  <a:pt x="1940491" y="87797"/>
                </a:lnTo>
                <a:lnTo>
                  <a:pt x="1999703" y="66688"/>
                </a:lnTo>
                <a:lnTo>
                  <a:pt x="2060908" y="48211"/>
                </a:lnTo>
                <a:lnTo>
                  <a:pt x="2124204" y="32499"/>
                </a:lnTo>
                <a:lnTo>
                  <a:pt x="2189692" y="19688"/>
                </a:lnTo>
                <a:lnTo>
                  <a:pt x="2257471" y="9911"/>
                </a:lnTo>
                <a:lnTo>
                  <a:pt x="2327640" y="3304"/>
                </a:lnTo>
                <a:lnTo>
                  <a:pt x="2400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dash"/>
          </a:ln>
        </p:spPr>
      </p:sp>
      <p:sp>
        <p:nvSpPr>
          <p:cNvPr id="2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ACD69E-9201-4B4D-B704-D9279887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779" y="7272584"/>
            <a:ext cx="94907" cy="73087"/>
          </a:xfrm>
          <a:custGeom xmlns:a="http://schemas.openxmlformats.org/drawingml/2006/main">
            <a:pathLst>
              <a:path w="94907" h="73087">
                <a:moveTo>
                  <a:pt x="0" y="73087"/>
                </a:moveTo>
                <a:lnTo>
                  <a:pt x="949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8A4A719-FF18-4EA6-9DED-A28F42F0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068" y="7272584"/>
            <a:ext cx="101618" cy="92075"/>
          </a:xfrm>
          <a:custGeom xmlns:a="http://schemas.openxmlformats.org/drawingml/2006/main">
            <a:pathLst>
              <a:path w="101618" h="92075">
                <a:moveTo>
                  <a:pt x="101618" y="0"/>
                </a:moveTo>
                <a:lnTo>
                  <a:pt x="0" y="24156"/>
                </a:lnTo>
                <a:lnTo>
                  <a:pt x="52304" y="92075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50359AD-F24A-4345-8B4C-867071D4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935" y="6907530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60" name="中点予測">
            <a:extLst xmlns:a="http://schemas.openxmlformats.org/drawingml/2006/main">
              <a:ext uri="{FF2B5EF4-FFF2-40B4-BE49-F238E27FC236}">
                <a16:creationId xmlns:a16="http://schemas.microsoft.com/office/drawing/2014/main" id="{EB2EEE51-CE45-445C-914F-A40E5901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395" y="6470333"/>
            <a:ext cx="22288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中点予測</a:t>
            </a:r>
          </a:p>
        </p:txBody>
      </p:sp>
      <p:sp>
        <p:nvSpPr>
          <p:cNvPr id="261" name="t_n + h/2">
            <a:extLst xmlns:a="http://schemas.openxmlformats.org/drawingml/2006/main">
              <a:ext uri="{FF2B5EF4-FFF2-40B4-BE49-F238E27FC236}">
                <a16:creationId xmlns:a16="http://schemas.microsoft.com/office/drawing/2014/main" id="{D2207FCA-3A02-4375-9FA4-DB0738D4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295" y="7310438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 + h/2</a:t>
            </a:r>
          </a:p>
        </p:txBody>
      </p:sp>
      <p:sp>
        <p:nvSpPr>
          <p:cNvPr id="2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7371CD-3899-4437-BD84-AED2AF5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65" y="7010400"/>
            <a:ext cx="1465897" cy="95"/>
          </a:xfrm>
          <a:custGeom xmlns:a="http://schemas.openxmlformats.org/drawingml/2006/main">
            <a:pathLst>
              <a:path w="1465897" h="95">
                <a:moveTo>
                  <a:pt x="0" y="0"/>
                </a:moveTo>
                <a:lnTo>
                  <a:pt x="14658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002699-559C-47B1-9BF4-AB168D02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10" y="6975681"/>
            <a:ext cx="77153" cy="69437"/>
          </a:xfrm>
          <a:custGeom xmlns:a="http://schemas.openxmlformats.org/drawingml/2006/main">
            <a:pathLst>
              <a:path w="77153" h="69437">
                <a:moveTo>
                  <a:pt x="77153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905EA9-49D3-41DD-9633-447FF449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53BF36-EF31-4FCD-B5FC-928ED35F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C2474D-F0FE-47E2-AF67-F66A4F5D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9FF47D-58F2-45FE-8556-4B93B1C2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BD7CDB-121F-4167-B959-AE7A507F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B18CA6-B701-4378-8013-F78A2C19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121E5E-59C2-4098-BF69-4F34473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495F06A-5CC2-44BB-A4CC-19423BF8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DD2BA2-5049-4E92-800C-ECF048A9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9ECED0-D4F5-42A3-9F22-B998E8C6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6710363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56AFFC-543E-4804-8160-DABE4DCF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1D4950-32C5-44F9-9546-4AFA479F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2F302B-D3A7-46F7-B88A-406A4F52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B6D24B0-704F-4D16-B329-DB78335E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E5C713-1B8B-4789-BBCE-744E484A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3328B7-827F-45AE-BB24-B6EC1E81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663C7C-013E-4FFC-AC43-CCC107DE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087604-0635-4AC7-8135-AF03B2E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91566A-2796-4E0B-8928-7BCC909F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0398CE-632B-48E3-A419-8061C999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6896100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79DC49-C6C7-48E9-8197-21C8ACFC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7FDF29E-6036-4413-A31C-95B89620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47381C-FCA9-4810-9D33-FDD2D00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BE7963-EBC3-4D20-BFDF-5CF96A57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E5E406-1F79-48F9-93E5-3DBA5D54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3F1C30-8573-4CAB-B272-9B8DA1E7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9779D8-5F81-47FA-922D-AB17712F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8727B6-AC00-44F6-99E8-A1246910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51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E5830A-F49A-455C-B616-6E75D4FF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0"/>
                </a:lnTo>
                <a:lnTo>
                  <a:pt x="17145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B3F4D6-8852-48FB-9729-25A2D54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7081838"/>
            <a:ext cx="171450" cy="185738"/>
          </a:xfrm>
          <a:custGeom xmlns:a="http://schemas.openxmlformats.org/drawingml/2006/main">
            <a:pathLst>
              <a:path w="171450" h="185738">
                <a:moveTo>
                  <a:pt x="0" y="0"/>
                </a:moveTo>
                <a:lnTo>
                  <a:pt x="171450" y="185738"/>
                </a:lnTo>
                <a:lnTo>
                  <a:pt x="0" y="185738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5144">
            <a:solidFill>
              <a:srgbClr val="A2AAB1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612B154-AAE5-4111-B63D-1F2F7CF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4182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2A6DBC2-50AE-417C-ADD8-217D85D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701790"/>
            <a:ext cx="342900" cy="240030"/>
          </a:xfrm>
          <a:custGeom xmlns:a="http://schemas.openxmlformats.org/drawingml/2006/main">
            <a:pathLst>
              <a:path w="342900" h="240030">
                <a:moveTo>
                  <a:pt x="0" y="24003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008696"/>
            </a:solidFill>
            <a:prstDash val="solid"/>
          </a:ln>
        </p:spPr>
      </p:sp>
      <p:sp>
        <p:nvSpPr>
          <p:cNvPr id="2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EE5384-65F0-4B01-A927-7AF5DD91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49" y="6701790"/>
            <a:ext cx="92351" cy="80763"/>
          </a:xfrm>
          <a:custGeom xmlns:a="http://schemas.openxmlformats.org/drawingml/2006/main">
            <a:pathLst>
              <a:path w="92351" h="80763">
                <a:moveTo>
                  <a:pt x="92351" y="0"/>
                </a:moveTo>
                <a:lnTo>
                  <a:pt x="0" y="17557"/>
                </a:lnTo>
                <a:lnTo>
                  <a:pt x="44244" y="80763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2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F50AE7-40C7-4213-9A94-BDD04F9D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036118"/>
            <a:ext cx="394335" cy="25717"/>
          </a:xfrm>
          <a:custGeom xmlns:a="http://schemas.openxmlformats.org/drawingml/2006/main">
            <a:pathLst>
              <a:path w="394335" h="25717">
                <a:moveTo>
                  <a:pt x="0" y="0"/>
                </a:moveTo>
                <a:lnTo>
                  <a:pt x="394335" y="25717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D78300"/>
            </a:solidFill>
            <a:prstDash val="solid"/>
          </a:ln>
        </p:spPr>
      </p:sp>
      <p:sp>
        <p:nvSpPr>
          <p:cNvPr id="2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10537E-6620-48CF-BD85-F9C08ED7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081" y="7017762"/>
            <a:ext cx="88054" cy="76989"/>
          </a:xfrm>
          <a:custGeom xmlns:a="http://schemas.openxmlformats.org/drawingml/2006/main">
            <a:pathLst>
              <a:path w="88054" h="76989">
                <a:moveTo>
                  <a:pt x="88054" y="44073"/>
                </a:moveTo>
                <a:lnTo>
                  <a:pt x="5021" y="0"/>
                </a:lnTo>
                <a:lnTo>
                  <a:pt x="0" y="76989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99" name="E">
            <a:extLst xmlns:a="http://schemas.openxmlformats.org/drawingml/2006/main">
              <a:ext uri="{FF2B5EF4-FFF2-40B4-BE49-F238E27FC236}">
                <a16:creationId xmlns:a16="http://schemas.microsoft.com/office/drawing/2014/main" id="{61EF9E93-1EF8-40A3-A2BF-B1C69014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273" y="6538913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300" name="F">
            <a:extLst xmlns:a="http://schemas.openxmlformats.org/drawingml/2006/main">
              <a:ext uri="{FF2B5EF4-FFF2-40B4-BE49-F238E27FC236}">
                <a16:creationId xmlns:a16="http://schemas.microsoft.com/office/drawing/2014/main" id="{14EEBB4E-5F81-49B2-9AF8-A6124902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853" y="6933248"/>
            <a:ext cx="3857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F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668EB4E-BDA7-4455-AD9A-FE9BD0B0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393" y="695039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3ADEA7-0684-4285-8730-54A20EC5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7010400"/>
            <a:ext cx="197168" cy="95"/>
          </a:xfrm>
          <a:custGeom xmlns:a="http://schemas.openxmlformats.org/drawingml/2006/main">
            <a:pathLst>
              <a:path w="197168" h="95">
                <a:moveTo>
                  <a:pt x="1971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C7BF70C-F252-4CD1-B420-0430F399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6987254"/>
            <a:ext cx="51435" cy="46291"/>
          </a:xfrm>
          <a:custGeom xmlns:a="http://schemas.openxmlformats.org/drawingml/2006/main">
            <a:pathLst>
              <a:path w="51435" h="46291">
                <a:moveTo>
                  <a:pt x="0" y="23146"/>
                </a:moveTo>
                <a:lnTo>
                  <a:pt x="51435" y="46291"/>
                </a:lnTo>
                <a:lnTo>
                  <a:pt x="51435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733AF6-7FED-4FFC-8B49-FE17B78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694" y="7121760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1707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85CF21-283D-4BCF-9685-F2D7000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694" y="7121760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0"/>
                </a:moveTo>
                <a:lnTo>
                  <a:pt x="5673" y="56117"/>
                </a:lnTo>
                <a:lnTo>
                  <a:pt x="45762" y="3297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6238A5-21DB-4E0D-8C4A-3FDD9A0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523" y="7121760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170752"/>
                </a:moveTo>
                <a:lnTo>
                  <a:pt x="985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2808D61-4D4B-4F7C-A4F5-1B177D95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344" y="7121760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0"/>
                </a:moveTo>
                <a:lnTo>
                  <a:pt x="0" y="32971"/>
                </a:lnTo>
                <a:lnTo>
                  <a:pt x="40090" y="56117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021956-EACF-4BBD-A437-C6CFE39E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645" y="7010400"/>
            <a:ext cx="197167" cy="95"/>
          </a:xfrm>
          <a:custGeom xmlns:a="http://schemas.openxmlformats.org/drawingml/2006/main">
            <a:pathLst>
              <a:path w="197167" h="95">
                <a:moveTo>
                  <a:pt x="0" y="0"/>
                </a:moveTo>
                <a:lnTo>
                  <a:pt x="1971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1D6DC3-0B00-4583-AC5C-483C8F47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378" y="6987254"/>
            <a:ext cx="51435" cy="46291"/>
          </a:xfrm>
          <a:custGeom xmlns:a="http://schemas.openxmlformats.org/drawingml/2006/main">
            <a:pathLst>
              <a:path w="51435" h="46291">
                <a:moveTo>
                  <a:pt x="51435" y="23146"/>
                </a:moveTo>
                <a:lnTo>
                  <a:pt x="0" y="0"/>
                </a:lnTo>
                <a:lnTo>
                  <a:pt x="0" y="4629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BB39E4-C576-4B3A-86D9-733AF0F8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523" y="6728288"/>
            <a:ext cx="98584" cy="170752"/>
          </a:xfrm>
          <a:custGeom xmlns:a="http://schemas.openxmlformats.org/drawingml/2006/main">
            <a:pathLst>
              <a:path w="98584" h="170752">
                <a:moveTo>
                  <a:pt x="0" y="0"/>
                </a:moveTo>
                <a:lnTo>
                  <a:pt x="98584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7A59D12-FD24-4933-A7EA-D557188C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344" y="6842923"/>
            <a:ext cx="45762" cy="56117"/>
          </a:xfrm>
          <a:custGeom xmlns:a="http://schemas.openxmlformats.org/drawingml/2006/main">
            <a:pathLst>
              <a:path w="45762" h="56117">
                <a:moveTo>
                  <a:pt x="45762" y="56117"/>
                </a:moveTo>
                <a:lnTo>
                  <a:pt x="40090" y="0"/>
                </a:lnTo>
                <a:lnTo>
                  <a:pt x="0" y="2314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C19248F-CD38-4D7A-8FCE-DACC1968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694" y="6728288"/>
            <a:ext cx="98584" cy="170752"/>
          </a:xfrm>
          <a:custGeom xmlns:a="http://schemas.openxmlformats.org/drawingml/2006/main">
            <a:pathLst>
              <a:path w="98584" h="170752">
                <a:moveTo>
                  <a:pt x="98584" y="0"/>
                </a:moveTo>
                <a:lnTo>
                  <a:pt x="0" y="170752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0768C5"/>
            </a:solidFill>
            <a:prstDash val="solid"/>
          </a:ln>
        </p:spPr>
      </p:sp>
      <p:sp>
        <p:nvSpPr>
          <p:cNvPr id="3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C3B045-F2BE-4DC1-B532-361448F6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694" y="6842923"/>
            <a:ext cx="45762" cy="56117"/>
          </a:xfrm>
          <a:custGeom xmlns:a="http://schemas.openxmlformats.org/drawingml/2006/main">
            <a:pathLst>
              <a:path w="45762" h="56117">
                <a:moveTo>
                  <a:pt x="0" y="56117"/>
                </a:moveTo>
                <a:lnTo>
                  <a:pt x="45762" y="23146"/>
                </a:lnTo>
                <a:lnTo>
                  <a:pt x="5673" y="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314" name="F, G">
            <a:extLst xmlns:a="http://schemas.openxmlformats.org/drawingml/2006/main">
              <a:ext uri="{FF2B5EF4-FFF2-40B4-BE49-F238E27FC236}">
                <a16:creationId xmlns:a16="http://schemas.microsoft.com/office/drawing/2014/main" id="{402002E5-3A57-4ED0-8E01-2AB8B64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18" y="6864668"/>
            <a:ext cx="7715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F, G</a:t>
            </a:r>
          </a:p>
        </p:txBody>
      </p:sp>
      <p:sp>
        <p:nvSpPr>
          <p:cNvPr id="315" name="同じ中点状態で係数を評価・固定">
            <a:extLst xmlns:a="http://schemas.openxmlformats.org/drawingml/2006/main">
              <a:ext uri="{FF2B5EF4-FFF2-40B4-BE49-F238E27FC236}">
                <a16:creationId xmlns:a16="http://schemas.microsoft.com/office/drawing/2014/main" id="{786A9949-A41C-48FF-BD19-C049D872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780" y="7627620"/>
            <a:ext cx="45434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同じ中点状態で係数を評価・固定</a:t>
            </a:r>
          </a:p>
        </p:txBody>
      </p:sp>
      <p:sp>
        <p:nvSpPr>
          <p:cNvPr id="316" name="γ, u, a, G, J">
            <a:extLst xmlns:a="http://schemas.openxmlformats.org/drawingml/2006/main">
              <a:ext uri="{FF2B5EF4-FFF2-40B4-BE49-F238E27FC236}">
                <a16:creationId xmlns:a16="http://schemas.microsoft.com/office/drawing/2014/main" id="{12FC44B1-B254-401E-91E9-47102049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818" y="7996238"/>
            <a:ext cx="39004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008696"/>
                </a:solidFill>
                <a:latin typeface="Noto Sans CJK JP"/>
                <a:ea typeface="Noto Sans CJK JP"/>
                <a:cs typeface="Noto Sans CJK JP"/>
              </a:rPr>
              <a:t>γ, u, a, G, J</a:t>
            </a:r>
          </a:p>
        </p:txBody>
      </p:sp>
      <p:sp>
        <p:nvSpPr>
          <p:cNvPr id="31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CB6A6934-F08A-4BAF-88FD-6F082E03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8622030"/>
            <a:ext cx="8049578" cy="96441"/>
          </a:xfrm>
          <a:custGeom xmlns:a="http://schemas.openxmlformats.org/drawingml/2006/main">
            <a:pathLst>
              <a:path w="8049578" h="96441">
                <a:moveTo>
                  <a:pt x="0" y="0"/>
                </a:moveTo>
                <a:lnTo>
                  <a:pt x="119445" y="9345"/>
                </a:lnTo>
                <a:lnTo>
                  <a:pt x="243020" y="18105"/>
                </a:lnTo>
                <a:lnTo>
                  <a:pt x="370587" y="26295"/>
                </a:lnTo>
                <a:lnTo>
                  <a:pt x="502012" y="33933"/>
                </a:lnTo>
                <a:lnTo>
                  <a:pt x="637160" y="41035"/>
                </a:lnTo>
                <a:lnTo>
                  <a:pt x="775895" y="47618"/>
                </a:lnTo>
                <a:lnTo>
                  <a:pt x="918082" y="53698"/>
                </a:lnTo>
                <a:lnTo>
                  <a:pt x="1063585" y="59293"/>
                </a:lnTo>
                <a:lnTo>
                  <a:pt x="1212270" y="64419"/>
                </a:lnTo>
                <a:lnTo>
                  <a:pt x="1364000" y="69093"/>
                </a:lnTo>
                <a:lnTo>
                  <a:pt x="1518641" y="73332"/>
                </a:lnTo>
                <a:lnTo>
                  <a:pt x="1676058" y="77152"/>
                </a:lnTo>
                <a:lnTo>
                  <a:pt x="1836114" y="80571"/>
                </a:lnTo>
                <a:lnTo>
                  <a:pt x="1998674" y="83604"/>
                </a:lnTo>
                <a:lnTo>
                  <a:pt x="2163604" y="86269"/>
                </a:lnTo>
                <a:lnTo>
                  <a:pt x="2330768" y="88583"/>
                </a:lnTo>
                <a:lnTo>
                  <a:pt x="2500029" y="90561"/>
                </a:lnTo>
                <a:lnTo>
                  <a:pt x="2671255" y="92221"/>
                </a:lnTo>
                <a:lnTo>
                  <a:pt x="2844308" y="93580"/>
                </a:lnTo>
                <a:lnTo>
                  <a:pt x="3019053" y="94655"/>
                </a:lnTo>
                <a:lnTo>
                  <a:pt x="3195355" y="95461"/>
                </a:lnTo>
                <a:lnTo>
                  <a:pt x="3373080" y="96016"/>
                </a:lnTo>
                <a:lnTo>
                  <a:pt x="3552090" y="96337"/>
                </a:lnTo>
                <a:lnTo>
                  <a:pt x="3732252" y="96441"/>
                </a:lnTo>
                <a:lnTo>
                  <a:pt x="3913430" y="96343"/>
                </a:lnTo>
                <a:lnTo>
                  <a:pt x="4095488" y="96061"/>
                </a:lnTo>
                <a:lnTo>
                  <a:pt x="4278291" y="95612"/>
                </a:lnTo>
                <a:lnTo>
                  <a:pt x="4461703" y="95012"/>
                </a:lnTo>
                <a:lnTo>
                  <a:pt x="4645591" y="94278"/>
                </a:lnTo>
                <a:lnTo>
                  <a:pt x="4829817" y="93427"/>
                </a:lnTo>
                <a:lnTo>
                  <a:pt x="5014247" y="92475"/>
                </a:lnTo>
                <a:lnTo>
                  <a:pt x="5198745" y="91440"/>
                </a:lnTo>
                <a:lnTo>
                  <a:pt x="5383176" y="90338"/>
                </a:lnTo>
                <a:lnTo>
                  <a:pt x="5567405" y="89185"/>
                </a:lnTo>
                <a:lnTo>
                  <a:pt x="5751297" y="87999"/>
                </a:lnTo>
                <a:lnTo>
                  <a:pt x="5934715" y="86797"/>
                </a:lnTo>
                <a:lnTo>
                  <a:pt x="6117525" y="85594"/>
                </a:lnTo>
                <a:lnTo>
                  <a:pt x="6299591" y="84408"/>
                </a:lnTo>
                <a:lnTo>
                  <a:pt x="6480779" y="83255"/>
                </a:lnTo>
                <a:lnTo>
                  <a:pt x="6660952" y="82153"/>
                </a:lnTo>
                <a:lnTo>
                  <a:pt x="6839975" y="81118"/>
                </a:lnTo>
                <a:lnTo>
                  <a:pt x="7017713" y="80166"/>
                </a:lnTo>
                <a:lnTo>
                  <a:pt x="7194031" y="79315"/>
                </a:lnTo>
                <a:lnTo>
                  <a:pt x="7368793" y="78581"/>
                </a:lnTo>
                <a:lnTo>
                  <a:pt x="7541864" y="77981"/>
                </a:lnTo>
                <a:lnTo>
                  <a:pt x="7713109" y="77532"/>
                </a:lnTo>
                <a:lnTo>
                  <a:pt x="7882392" y="77250"/>
                </a:lnTo>
                <a:lnTo>
                  <a:pt x="8049578" y="77153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3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9CC4D0-D440-4110-9095-D3BCC7BA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8699183"/>
            <a:ext cx="445770" cy="95"/>
          </a:xfrm>
          <a:custGeom xmlns:a="http://schemas.openxmlformats.org/drawingml/2006/main">
            <a:pathLst>
              <a:path w="445770" h="95">
                <a:moveTo>
                  <a:pt x="0" y="0"/>
                </a:moveTo>
                <a:lnTo>
                  <a:pt x="445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3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2055AE-630B-427A-A558-6078D947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480" y="8652891"/>
            <a:ext cx="102870" cy="92583"/>
          </a:xfrm>
          <a:custGeom xmlns:a="http://schemas.openxmlformats.org/drawingml/2006/main">
            <a:pathLst>
              <a:path w="102870" h="92583">
                <a:moveTo>
                  <a:pt x="102870" y="46292"/>
                </a:moveTo>
                <a:lnTo>
                  <a:pt x="0" y="0"/>
                </a:lnTo>
                <a:lnTo>
                  <a:pt x="0" y="92583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86AFB8B-4232-4E69-8622-1DFC0FC9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55" y="859631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21" name="始点から全幅の指数更新">
            <a:extLst xmlns:a="http://schemas.openxmlformats.org/drawingml/2006/main">
              <a:ext uri="{FF2B5EF4-FFF2-40B4-BE49-F238E27FC236}">
                <a16:creationId xmlns:a16="http://schemas.microsoft.com/office/drawing/2014/main" id="{33F8B050-C555-4869-BB5A-94169D61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8313420"/>
            <a:ext cx="46291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始点から全幅の指数更新</a:t>
            </a:r>
          </a:p>
        </p:txBody>
      </p:sp>
      <p:sp>
        <p:nvSpPr>
          <p:cNvPr id="322" name="y_n+1 = (x_n+1, v_n+1, Z_n+1)">
            <a:extLst xmlns:a="http://schemas.openxmlformats.org/drawingml/2006/main">
              <a:ext uri="{FF2B5EF4-FFF2-40B4-BE49-F238E27FC236}">
                <a16:creationId xmlns:a16="http://schemas.microsoft.com/office/drawing/2014/main" id="{F9BA8F22-6582-42FD-A787-33BCDBF7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8587740"/>
            <a:ext cx="3583305" cy="574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y_n+1 = (x_n+1, v_n+1, Z_n+1)</a:t>
            </a:r>
          </a:p>
        </p:txBody>
      </p:sp>
      <p:pic>
        <p:nvPicPr>
          <p:cNvPr id="6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f036620b44c06"/>
          <a:stretch xmlns:a="http://schemas.openxmlformats.org/drawingml/2006/main"/>
        </p:blipFill>
        <p:spPr>
          <a:xfrm xmlns:a="http://schemas.openxmlformats.org/drawingml/2006/main">
            <a:off x="10793293" y="5964555"/>
            <a:ext cx="2992676" cy="1585913"/>
          </a:xfrm>
          <a:prstGeom xmlns:a="http://schemas.openxmlformats.org/drawingml/2006/main" prst="rect">
            <a:avLst/>
          </a:prstGeom>
        </p:spPr>
      </p:pic>
      <p:sp>
        <p:nvSpPr>
          <p:cNvPr id="324" name="dv/dt = −γ(v−u) + a&#10;dZ/dt = G_mid + J(Z−Z_mid)">
            <a:extLst xmlns:a="http://schemas.openxmlformats.org/drawingml/2006/main">
              <a:ext uri="{FF2B5EF4-FFF2-40B4-BE49-F238E27FC236}">
                <a16:creationId xmlns:a16="http://schemas.microsoft.com/office/drawing/2014/main" id="{3B4ABE99-1FB4-4B84-A0CF-5D329FB7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7653338"/>
            <a:ext cx="3686175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dv/dt = −γ(v−u) + a</a:t>
            </a:r>
          </a:p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dZ/dt = G_mid + J(Z−Z_mid)</a:t>
            </a:r>
          </a:p>
        </p:txBody>
      </p:sp>
      <p:sp>
        <p:nvSpPr>
          <p:cNvPr id="325" name="時間刻みを h、h/2、h/4 と変えた独立runで精度を確認する">
            <a:extLst xmlns:a="http://schemas.openxmlformats.org/drawingml/2006/main">
              <a:ext uri="{FF2B5EF4-FFF2-40B4-BE49-F238E27FC236}">
                <a16:creationId xmlns:a16="http://schemas.microsoft.com/office/drawing/2014/main" id="{90238A8B-094C-418C-974F-96DB2412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9367838"/>
            <a:ext cx="108013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rPr>
              <a:t>時間刻みを h、h/2、h/4 と変えた独立runで精度を確認する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677251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図09　曲線経路の最初の壁面接触">
            <a:extLst xmlns:a="http://schemas.openxmlformats.org/drawingml/2006/main">
              <a:ext uri="{FF2B5EF4-FFF2-40B4-BE49-F238E27FC236}">
                <a16:creationId xmlns:a16="http://schemas.microsoft.com/office/drawing/2014/main" id="{DF63525C-51F5-4D2A-8FB8-1264D0C3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図09　曲線経路の最初の壁面接触</a:t>
            </a:r>
          </a:p>
        </p:txBody>
      </p:sp>
      <p:sp>
        <p:nvSpPr>
          <p:cNvPr id="2" name="終点だけで判定せず、曲がった数値経路上の最初の衝突時刻・位置・状態を計算できる">
            <a:extLst xmlns:a="http://schemas.openxmlformats.org/drawingml/2006/main">
              <a:ext uri="{FF2B5EF4-FFF2-40B4-BE49-F238E27FC236}">
                <a16:creationId xmlns:a16="http://schemas.microsoft.com/office/drawing/2014/main" id="{7A011125-12BA-4B8F-AFD3-0FF5D4DF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終点だけで判定せず、曲がった数値経路上の最初の衝突時刻・位置・状態を計算できる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FCDAB6-21E0-4600-A700-3B635331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F78906B0-77D3-4DF0-9AD1-128BDF0F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23">
            <a:extLst xmlns:a="http://schemas.openxmlformats.org/drawingml/2006/main">
              <a:ext uri="{FF2B5EF4-FFF2-40B4-BE49-F238E27FC236}">
                <a16:creationId xmlns:a16="http://schemas.microsoft.com/office/drawing/2014/main" id="{B6748DA4-13B1-4864-9060-362E051D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C63A8-28BA-46A0-88DC-48933BC6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2595"/>
            <a:ext cx="12944475" cy="307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1909C"/>
            </a:solidFill>
          </a:ln>
        </p:spPr>
      </p:sp>
      <p:sp>
        <p:nvSpPr>
          <p:cNvPr id="7" name="(a) 候補経路と最初の壁面交差">
            <a:extLst xmlns:a="http://schemas.openxmlformats.org/drawingml/2006/main">
              <a:ext uri="{FF2B5EF4-FFF2-40B4-BE49-F238E27FC236}">
                <a16:creationId xmlns:a16="http://schemas.microsoft.com/office/drawing/2014/main" id="{1CB8967E-4F22-4EE9-8EED-1080740A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1806893"/>
            <a:ext cx="11144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候補経路と最初の壁面交差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3EB66-550C-4B9B-AA55-F6F31C18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01453"/>
            <a:ext cx="1213008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8"/>
          </a:solidFill>
          <a:ln xmlns:a="http://schemas.openxmlformats.org/drawingml/2006/main" w="8573">
            <a:noFill/>
          </a:ln>
        </p:spPr>
      </p:sp>
      <p:sp>
        <p:nvSpPr>
          <p:cNvPr id="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4BC0CF-C249-48BB-BC47-E2B378D3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01453"/>
            <a:ext cx="12130088" cy="95"/>
          </a:xfrm>
          <a:custGeom xmlns:a="http://schemas.openxmlformats.org/drawingml/2006/main">
            <a:pathLst>
              <a:path w="12130088" h="95">
                <a:moveTo>
                  <a:pt x="0" y="0"/>
                </a:moveTo>
                <a:lnTo>
                  <a:pt x="121300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DDB7FC-1005-4092-ADB3-367865A2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D04AD8-E150-4536-A8AB-B8CC2BD7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DAD88C-7098-43FC-B9EB-74954716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48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4BE70B5-AEA0-45F1-88D9-FA693D1B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21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0D882C-0373-494F-9D12-B645A1E9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051BDD-E0D5-45FC-80E4-7D9922D7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4D998CD-AC2E-4270-8B6C-622AD074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2996EF-EB7C-4BAA-B6B2-F6AA3EA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0A28BAE-C13C-4F37-B9E2-EC4DA0F1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87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55AEF6-D77D-47D4-BADE-342FCBB7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4D1005-A77F-46F2-A95E-F68C5855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34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B23734-7E3E-4122-90C5-F9C74A48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03B232-E0CD-4074-8C17-D992A410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80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30F5B28-9357-4392-B3C1-7B5C7703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54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7463D0-4EC8-4897-BC44-D2E5A1AC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F404466-4DB9-44AD-9C72-9B3D6E1A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00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22E599-3142-45D7-BA68-4F7947A9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73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2A44BA-F622-42ED-9B9C-384F590B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7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2326C3-5CB5-4101-9729-68552F54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20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F575017-4439-4DFC-AE55-D6984C9B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93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BD9BD4-18AD-49B6-8F2B-21782CE2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66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1FB5A5-DB70-4916-A844-32E4666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157687-5FFC-4033-95AD-EDD631C7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33" y="4027170"/>
            <a:ext cx="128587" cy="205740"/>
          </a:xfrm>
          <a:custGeom xmlns:a="http://schemas.openxmlformats.org/drawingml/2006/main">
            <a:pathLst>
              <a:path w="128587" h="205740">
                <a:moveTo>
                  <a:pt x="128587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5C229DD-FEE8-4693-A968-BDD63DD3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5978F4-2C55-42DD-A1A9-3BACD3A4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59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BCDF70-3E15-4310-AF14-879FF7F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33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1E2EA2-6A9A-43D5-A927-8DD20A31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06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07BE59-434D-4204-BC56-8B9A6C62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79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8F14CC-77F0-45F8-9C5C-FD25F19C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2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BD4D9D-FB00-47CA-B9CE-5734C210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260" y="4027170"/>
            <a:ext cx="128587" cy="205740"/>
          </a:xfrm>
          <a:custGeom xmlns:a="http://schemas.openxmlformats.org/drawingml/2006/main">
            <a:pathLst>
              <a:path w="128587" h="205740">
                <a:moveTo>
                  <a:pt x="128587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C224439-C299-4025-849D-673C70C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99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913E8A-B1A5-496B-A099-9E55A419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F07E10-6352-485F-8FA2-0B610E0E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45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6F1EFB-3C56-4D7D-B5D5-0BE4AF56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19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C51DBB-12D4-4FD3-9816-9FFCDA03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92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56B9F92-9183-48CA-8BD9-F67727BC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B02162-356F-4E6B-ADB0-C36FF868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8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E4387DB-7566-4A9F-B3C3-88C52F4B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12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0194E7-63AC-422B-8E84-79A4AC2C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85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8158F31-9486-4869-9998-F43DB17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8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5862B19-559B-4672-BA34-EF4C8DFF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31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415FE7-844F-438F-B1B1-9564DEF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3EBC9C-10E2-415D-B40F-E60CDB3B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78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018286-5EA6-4628-8CF3-20822A6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8761A8-977D-4F8C-ABEF-FBA1DED4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094907-6FC0-4917-A725-4B487E7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DF1743-1AD8-496C-99FE-AF064276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176420-3F6B-4DF1-A42E-083ED655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0CC552-4FD5-44BC-A659-06FEF68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7816DF-23CA-441E-A343-E46DD837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18B6EF-A391-4902-98D9-42DC9E4C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64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9CD45B-4775-4578-BE74-99EEA5D2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8467DA1-4E7B-47D5-918C-5963852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10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16E12C-434C-419F-9518-1A4CF75D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8E71BC-F9EA-4733-B06D-4E7D3CE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57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D9AF69-D1A9-434B-B73E-595BB690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30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D29A42F-1ADD-41EE-8728-0B41F0D1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88EC3C-BAB6-4E93-9C86-5F493F9C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3EDBD0-7568-481C-A258-8EF86840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0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B3DDF4-2B65-4A1E-9D62-6E850F99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23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4473CF-A5E5-449A-B206-DD64A97B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96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B2D391-7652-4001-AEF5-093FA9D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01F50C-13D8-422D-8CEF-5E794CE2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433" y="4027170"/>
            <a:ext cx="128587" cy="205740"/>
          </a:xfrm>
          <a:custGeom xmlns:a="http://schemas.openxmlformats.org/drawingml/2006/main">
            <a:pathLst>
              <a:path w="128587" h="205740">
                <a:moveTo>
                  <a:pt x="128587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426CE8C-E5BE-421E-A323-344A3996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516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FB8BE2-45E9-4C34-A449-B7574AE1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89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B4F223-B35A-4CF3-869F-3745ABDD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63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A864D8-4152-44AE-AF81-A79CA6EF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36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B10136-D438-48D7-BDC1-B369346D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09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68226F-3B36-4D09-AD3E-867C98F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82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39F915-88C5-4609-9F07-FFCB4C4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56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D9A39E-F61D-4390-8B19-AF3D4B6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29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57967B-836C-4418-8958-3E1D15C1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A2043D-A890-4370-8E26-85FD7B5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75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23E563-ECFC-4CC4-8173-0C754D93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249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C7082D-54BF-498E-8E1C-FD58712F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822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7B77B49-1D1A-4362-84AE-78B19D78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95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FA5512-8A1F-4205-88CB-779DBF97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68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EC5261-1EF5-49FD-B96A-C67E1DAA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42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2154ED-2007-443B-A776-8427F6BD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115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C99C78A-647E-4221-ACC6-AAE16FB6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885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BFA3303-01AD-48F9-8752-C6DAB6E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618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D5BB57-F388-4B7F-9BF4-BF3026A9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4EA84E-86EC-405B-84A7-C5B65A1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4083" y="402717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A7EAE60-0EFF-48DE-87CD-BA2F6FDF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918" y="24241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491C6EF-6F5F-46EF-86D0-C8A82A17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466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F74B0E-A963-46D3-B66F-38DA6E71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643" y="2509838"/>
            <a:ext cx="11375708" cy="42863"/>
          </a:xfrm>
          <a:custGeom xmlns:a="http://schemas.openxmlformats.org/drawingml/2006/main">
            <a:pathLst>
              <a:path w="11375708" h="42863">
                <a:moveTo>
                  <a:pt x="0" y="0"/>
                </a:moveTo>
                <a:lnTo>
                  <a:pt x="11375708" y="42863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7E8790"/>
            </a:solidFill>
            <a:prstDash val="dash"/>
          </a:ln>
        </p:spPr>
      </p:sp>
      <p:sp>
        <p:nvSpPr>
          <p:cNvPr id="96" name="x(t_n)">
            <a:extLst xmlns:a="http://schemas.openxmlformats.org/drawingml/2006/main">
              <a:ext uri="{FF2B5EF4-FFF2-40B4-BE49-F238E27FC236}">
                <a16:creationId xmlns:a16="http://schemas.microsoft.com/office/drawing/2014/main" id="{DAAB3188-271C-4233-9FB1-5B2252F4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2098358"/>
            <a:ext cx="15430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x(t_n)</a:t>
            </a:r>
          </a:p>
        </p:txBody>
      </p:sp>
      <p:sp>
        <p:nvSpPr>
          <p:cNvPr id="97" name="x(t_n+h)">
            <a:extLst xmlns:a="http://schemas.openxmlformats.org/drawingml/2006/main">
              <a:ext uri="{FF2B5EF4-FFF2-40B4-BE49-F238E27FC236}">
                <a16:creationId xmlns:a16="http://schemas.microsoft.com/office/drawing/2014/main" id="{71D4AC4F-893D-4BDB-ADBC-12477885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2106930"/>
            <a:ext cx="174879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x(t_n+h)</a:t>
            </a:r>
          </a:p>
        </p:txBody>
      </p:sp>
      <p:sp>
        <p:nvSpPr>
          <p:cNvPr id="98" name="始点と終点を結ぶ弦">
            <a:extLst xmlns:a="http://schemas.openxmlformats.org/drawingml/2006/main">
              <a:ext uri="{FF2B5EF4-FFF2-40B4-BE49-F238E27FC236}">
                <a16:creationId xmlns:a16="http://schemas.microsoft.com/office/drawing/2014/main" id="{EA195E4E-3D83-4AE7-916D-95FF4D6F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60" y="2115503"/>
            <a:ext cx="334327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rPr>
              <a:t>始点と終点を結ぶ弦</a:t>
            </a:r>
          </a:p>
        </p:txBody>
      </p:sp>
      <p:sp>
        <p:nvSpPr>
          <p:cNvPr id="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29B166-342F-4438-8A49-44F6813C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668" y="2424113"/>
            <a:ext cx="265747" cy="111442"/>
          </a:xfrm>
          <a:custGeom xmlns:a="http://schemas.openxmlformats.org/drawingml/2006/main">
            <a:pathLst>
              <a:path w="265747" h="111442">
                <a:moveTo>
                  <a:pt x="265747" y="0"/>
                </a:moveTo>
                <a:lnTo>
                  <a:pt x="0" y="111442"/>
                </a:lnTo>
              </a:path>
            </a:pathLst>
          </a:custGeom>
          <a:noFill xmlns:a="http://schemas.openxmlformats.org/drawingml/2006/main"/>
          <a:ln xmlns:a="http://schemas.openxmlformats.org/drawingml/2006/main" w="10287">
            <a:solidFill>
              <a:srgbClr val="112D50"/>
            </a:solidFill>
            <a:prstDash val="solid"/>
          </a:ln>
        </p:spPr>
      </p:sp>
      <p:sp>
        <p:nvSpPr>
          <p:cNvPr id="1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864D8D-30F7-45BE-809D-C38F797C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668" y="2494319"/>
            <a:ext cx="56384" cy="42690"/>
          </a:xfrm>
          <a:custGeom xmlns:a="http://schemas.openxmlformats.org/drawingml/2006/main">
            <a:pathLst>
              <a:path w="56384" h="42690">
                <a:moveTo>
                  <a:pt x="0" y="41236"/>
                </a:moveTo>
                <a:lnTo>
                  <a:pt x="56384" y="42690"/>
                </a:lnTo>
                <a:lnTo>
                  <a:pt x="38482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0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38F1B45-1E3A-4453-8B4B-165B06D9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643" y="2509838"/>
            <a:ext cx="4346258" cy="1491615"/>
          </a:xfrm>
          <a:custGeom xmlns:a="http://schemas.openxmlformats.org/drawingml/2006/main">
            <a:pathLst>
              <a:path w="4346258" h="1491615">
                <a:moveTo>
                  <a:pt x="0" y="0"/>
                </a:moveTo>
                <a:lnTo>
                  <a:pt x="90219" y="14113"/>
                </a:lnTo>
                <a:lnTo>
                  <a:pt x="179810" y="29632"/>
                </a:lnTo>
                <a:lnTo>
                  <a:pt x="268816" y="46513"/>
                </a:lnTo>
                <a:lnTo>
                  <a:pt x="357277" y="64710"/>
                </a:lnTo>
                <a:lnTo>
                  <a:pt x="445236" y="84181"/>
                </a:lnTo>
                <a:lnTo>
                  <a:pt x="532734" y="104879"/>
                </a:lnTo>
                <a:lnTo>
                  <a:pt x="619814" y="126761"/>
                </a:lnTo>
                <a:lnTo>
                  <a:pt x="706517" y="149781"/>
                </a:lnTo>
                <a:lnTo>
                  <a:pt x="792885" y="173895"/>
                </a:lnTo>
                <a:lnTo>
                  <a:pt x="878960" y="199058"/>
                </a:lnTo>
                <a:lnTo>
                  <a:pt x="964784" y="225225"/>
                </a:lnTo>
                <a:lnTo>
                  <a:pt x="1050399" y="252353"/>
                </a:lnTo>
                <a:lnTo>
                  <a:pt x="1135846" y="280396"/>
                </a:lnTo>
                <a:lnTo>
                  <a:pt x="1221168" y="309309"/>
                </a:lnTo>
                <a:lnTo>
                  <a:pt x="1306406" y="339049"/>
                </a:lnTo>
                <a:lnTo>
                  <a:pt x="1391603" y="369570"/>
                </a:lnTo>
                <a:lnTo>
                  <a:pt x="1476799" y="400828"/>
                </a:lnTo>
                <a:lnTo>
                  <a:pt x="1562037" y="432777"/>
                </a:lnTo>
                <a:lnTo>
                  <a:pt x="1647359" y="465374"/>
                </a:lnTo>
                <a:lnTo>
                  <a:pt x="1732806" y="498574"/>
                </a:lnTo>
                <a:lnTo>
                  <a:pt x="1818421" y="532332"/>
                </a:lnTo>
                <a:lnTo>
                  <a:pt x="1904245" y="566604"/>
                </a:lnTo>
                <a:lnTo>
                  <a:pt x="1990320" y="601344"/>
                </a:lnTo>
                <a:lnTo>
                  <a:pt x="2076688" y="636508"/>
                </a:lnTo>
                <a:lnTo>
                  <a:pt x="2163391" y="672052"/>
                </a:lnTo>
                <a:lnTo>
                  <a:pt x="2250471" y="707931"/>
                </a:lnTo>
                <a:lnTo>
                  <a:pt x="2337969" y="744100"/>
                </a:lnTo>
                <a:lnTo>
                  <a:pt x="2425928" y="780514"/>
                </a:lnTo>
                <a:lnTo>
                  <a:pt x="2514389" y="817130"/>
                </a:lnTo>
                <a:lnTo>
                  <a:pt x="2603395" y="853901"/>
                </a:lnTo>
                <a:lnTo>
                  <a:pt x="2692986" y="890785"/>
                </a:lnTo>
                <a:lnTo>
                  <a:pt x="2783205" y="927735"/>
                </a:lnTo>
                <a:lnTo>
                  <a:pt x="2874094" y="964708"/>
                </a:lnTo>
                <a:lnTo>
                  <a:pt x="2965694" y="1001658"/>
                </a:lnTo>
                <a:lnTo>
                  <a:pt x="3058048" y="1038541"/>
                </a:lnTo>
                <a:lnTo>
                  <a:pt x="3151197" y="1075313"/>
                </a:lnTo>
                <a:lnTo>
                  <a:pt x="3245184" y="1111928"/>
                </a:lnTo>
                <a:lnTo>
                  <a:pt x="3340049" y="1148343"/>
                </a:lnTo>
                <a:lnTo>
                  <a:pt x="3435835" y="1184512"/>
                </a:lnTo>
                <a:lnTo>
                  <a:pt x="3532584" y="1220391"/>
                </a:lnTo>
                <a:lnTo>
                  <a:pt x="3630338" y="1255935"/>
                </a:lnTo>
                <a:lnTo>
                  <a:pt x="3729138" y="1291099"/>
                </a:lnTo>
                <a:lnTo>
                  <a:pt x="3829026" y="1325839"/>
                </a:lnTo>
                <a:lnTo>
                  <a:pt x="3930045" y="1360110"/>
                </a:lnTo>
                <a:lnTo>
                  <a:pt x="4032235" y="1393868"/>
                </a:lnTo>
                <a:lnTo>
                  <a:pt x="4135640" y="1427068"/>
                </a:lnTo>
                <a:lnTo>
                  <a:pt x="4240300" y="1459665"/>
                </a:lnTo>
                <a:lnTo>
                  <a:pt x="4346258" y="149161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768C5"/>
            </a:solidFill>
            <a:prstDash val="solid"/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379DD74-CDC9-4A4C-B475-2CE6929B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736" y="3474545"/>
            <a:ext cx="183954" cy="73834"/>
          </a:xfrm>
          <a:custGeom xmlns:a="http://schemas.openxmlformats.org/drawingml/2006/main">
            <a:pathLst>
              <a:path w="183954" h="73834">
                <a:moveTo>
                  <a:pt x="0" y="0"/>
                </a:moveTo>
                <a:lnTo>
                  <a:pt x="183954" y="73834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768C5"/>
            </a:solidFill>
            <a:prstDash val="solid"/>
          </a:ln>
        </p:spPr>
      </p:sp>
      <p:sp>
        <p:nvSpPr>
          <p:cNvPr id="1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7AE070-F692-4323-964E-9B061463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329" y="3473121"/>
            <a:ext cx="104361" cy="79556"/>
          </a:xfrm>
          <a:custGeom xmlns:a="http://schemas.openxmlformats.org/drawingml/2006/main">
            <a:pathLst>
              <a:path w="104361" h="79556">
                <a:moveTo>
                  <a:pt x="104361" y="75257"/>
                </a:moveTo>
                <a:lnTo>
                  <a:pt x="31931" y="0"/>
                </a:lnTo>
                <a:lnTo>
                  <a:pt x="0" y="79556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10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32D85B8-DF6A-457F-8515-734013C9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7029450" cy="2160905"/>
          </a:xfrm>
          <a:custGeom xmlns:a="http://schemas.openxmlformats.org/drawingml/2006/main">
            <a:pathLst>
              <a:path w="7029450" h="2160905">
                <a:moveTo>
                  <a:pt x="0" y="1448753"/>
                </a:moveTo>
                <a:lnTo>
                  <a:pt x="186598" y="1539695"/>
                </a:lnTo>
                <a:lnTo>
                  <a:pt x="370326" y="1623993"/>
                </a:lnTo>
                <a:lnTo>
                  <a:pt x="551258" y="1701744"/>
                </a:lnTo>
                <a:lnTo>
                  <a:pt x="729471" y="1773044"/>
                </a:lnTo>
                <a:lnTo>
                  <a:pt x="905040" y="1837991"/>
                </a:lnTo>
                <a:lnTo>
                  <a:pt x="1078042" y="1896682"/>
                </a:lnTo>
                <a:lnTo>
                  <a:pt x="1248552" y="1949215"/>
                </a:lnTo>
                <a:lnTo>
                  <a:pt x="1416645" y="1995686"/>
                </a:lnTo>
                <a:lnTo>
                  <a:pt x="1582399" y="2036193"/>
                </a:lnTo>
                <a:lnTo>
                  <a:pt x="1745887" y="2070832"/>
                </a:lnTo>
                <a:lnTo>
                  <a:pt x="1907187" y="2099702"/>
                </a:lnTo>
                <a:lnTo>
                  <a:pt x="2066374" y="2122899"/>
                </a:lnTo>
                <a:lnTo>
                  <a:pt x="2223524" y="2140521"/>
                </a:lnTo>
                <a:lnTo>
                  <a:pt x="2378713" y="2152664"/>
                </a:lnTo>
                <a:lnTo>
                  <a:pt x="2532016" y="2159427"/>
                </a:lnTo>
                <a:lnTo>
                  <a:pt x="2683510" y="2160905"/>
                </a:lnTo>
                <a:lnTo>
                  <a:pt x="2833270" y="2157197"/>
                </a:lnTo>
                <a:lnTo>
                  <a:pt x="2981372" y="2148399"/>
                </a:lnTo>
                <a:lnTo>
                  <a:pt x="3127891" y="2134609"/>
                </a:lnTo>
                <a:lnTo>
                  <a:pt x="3272904" y="2115924"/>
                </a:lnTo>
                <a:lnTo>
                  <a:pt x="3416487" y="2092441"/>
                </a:lnTo>
                <a:lnTo>
                  <a:pt x="3558714" y="2064258"/>
                </a:lnTo>
                <a:lnTo>
                  <a:pt x="3699663" y="2031471"/>
                </a:lnTo>
                <a:lnTo>
                  <a:pt x="3839408" y="1994178"/>
                </a:lnTo>
                <a:lnTo>
                  <a:pt x="3978027" y="1952476"/>
                </a:lnTo>
                <a:lnTo>
                  <a:pt x="4115593" y="1906462"/>
                </a:lnTo>
                <a:lnTo>
                  <a:pt x="4252184" y="1856233"/>
                </a:lnTo>
                <a:lnTo>
                  <a:pt x="4387875" y="1801887"/>
                </a:lnTo>
                <a:lnTo>
                  <a:pt x="4522742" y="1743521"/>
                </a:lnTo>
                <a:lnTo>
                  <a:pt x="4656860" y="1681231"/>
                </a:lnTo>
                <a:lnTo>
                  <a:pt x="4790306" y="1615116"/>
                </a:lnTo>
                <a:lnTo>
                  <a:pt x="4923155" y="1545273"/>
                </a:lnTo>
                <a:lnTo>
                  <a:pt x="5055483" y="1471797"/>
                </a:lnTo>
                <a:lnTo>
                  <a:pt x="5187366" y="1394788"/>
                </a:lnTo>
                <a:lnTo>
                  <a:pt x="5318880" y="1314342"/>
                </a:lnTo>
                <a:lnTo>
                  <a:pt x="5450101" y="1230556"/>
                </a:lnTo>
                <a:lnTo>
                  <a:pt x="5581104" y="1143527"/>
                </a:lnTo>
                <a:lnTo>
                  <a:pt x="5711965" y="1053353"/>
                </a:lnTo>
                <a:lnTo>
                  <a:pt x="5842759" y="960130"/>
                </a:lnTo>
                <a:lnTo>
                  <a:pt x="5973564" y="863957"/>
                </a:lnTo>
                <a:lnTo>
                  <a:pt x="6104454" y="764930"/>
                </a:lnTo>
                <a:lnTo>
                  <a:pt x="6235506" y="663146"/>
                </a:lnTo>
                <a:lnTo>
                  <a:pt x="6366795" y="558703"/>
                </a:lnTo>
                <a:lnTo>
                  <a:pt x="6498397" y="451698"/>
                </a:lnTo>
                <a:lnTo>
                  <a:pt x="6630387" y="342228"/>
                </a:lnTo>
                <a:lnTo>
                  <a:pt x="6762842" y="230390"/>
                </a:lnTo>
                <a:lnTo>
                  <a:pt x="6895838" y="116282"/>
                </a:lnTo>
                <a:lnTo>
                  <a:pt x="7029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E8790"/>
            </a:solidFill>
            <a:prstDash val="dash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8C76383-76A8-4280-84D3-B5240E92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831" y="258897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F6D659C-F8AD-4C46-B646-3A44475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827" y="44542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9525">
            <a:solidFill>
              <a:srgbClr val="7E8790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A6BAC7D-CF98-46FF-B6E5-1E602AB3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620" y="28317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08A043F-9959-42CD-A975-DFE1CCF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785" y="46659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9525">
            <a:solidFill>
              <a:srgbClr val="7E8790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CA2C21-EB00-42DC-8C86-5D6CAD1D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946" y="324272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6D7EA54-927D-4315-81B6-402CC7C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150" y="430696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9525">
            <a:solidFill>
              <a:srgbClr val="7E8790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75F6B7F-4D28-41F8-BC28-6E882750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853" y="36467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B90E2C4-78A7-4266-9F8C-4FC214E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034" y="34652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790"/>
          </a:solidFill>
          <a:ln xmlns:a="http://schemas.openxmlformats.org/drawingml/2006/main" w="9525">
            <a:solidFill>
              <a:srgbClr val="7E8790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8AF650B-6816-42E6-B4BE-28495143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603" y="3907155"/>
            <a:ext cx="188595" cy="188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4" name="t_hit">
            <a:extLst xmlns:a="http://schemas.openxmlformats.org/drawingml/2006/main">
              <a:ext uri="{FF2B5EF4-FFF2-40B4-BE49-F238E27FC236}">
                <a16:creationId xmlns:a16="http://schemas.microsoft.com/office/drawing/2014/main" id="{ACD2DF4B-7187-4880-93CE-8ECB9CF9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354711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9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t_hit</a:t>
            </a:r>
          </a:p>
        </p:txBody>
      </p:sp>
      <p:sp>
        <p:nvSpPr>
          <p:cNvPr id="115" name="候補経路の残り">
            <a:extLst xmlns:a="http://schemas.openxmlformats.org/drawingml/2006/main">
              <a:ext uri="{FF2B5EF4-FFF2-40B4-BE49-F238E27FC236}">
                <a16:creationId xmlns:a16="http://schemas.microsoft.com/office/drawing/2014/main" id="{D98BCFC9-D97B-4AD3-AA25-0C56D01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752850"/>
            <a:ext cx="222885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rPr>
              <a:t>候補経路の残り</a:t>
            </a:r>
          </a:p>
        </p:txBody>
      </p:sp>
      <p:sp>
        <p:nvSpPr>
          <p:cNvPr id="1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7FB173-EB41-4F19-B40D-D2CDCD30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50093"/>
            <a:ext cx="831533" cy="95"/>
          </a:xfrm>
          <a:custGeom xmlns:a="http://schemas.openxmlformats.org/drawingml/2006/main">
            <a:pathLst>
              <a:path w="831533" h="95">
                <a:moveTo>
                  <a:pt x="0" y="0"/>
                </a:moveTo>
                <a:lnTo>
                  <a:pt x="831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1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A284DB0-BF24-4782-BF00-14B122A8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978" y="4519232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18" name="x">
            <a:extLst xmlns:a="http://schemas.openxmlformats.org/drawingml/2006/main">
              <a:ext uri="{FF2B5EF4-FFF2-40B4-BE49-F238E27FC236}">
                <a16:creationId xmlns:a16="http://schemas.microsoft.com/office/drawing/2014/main" id="{9244E843-C99E-4695-87A3-8AAEDE95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848" y="4395788"/>
            <a:ext cx="4286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</a:t>
            </a:r>
          </a:p>
        </p:txBody>
      </p:sp>
      <p:sp>
        <p:nvSpPr>
          <p:cNvPr id="1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481234-40A7-4158-B7CB-5758043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72790"/>
            <a:ext cx="95" cy="728663"/>
          </a:xfrm>
          <a:custGeom xmlns:a="http://schemas.openxmlformats.org/drawingml/2006/main">
            <a:pathLst>
              <a:path w="95" h="728663">
                <a:moveTo>
                  <a:pt x="0" y="7286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1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CF0101-1F61-4B3D-89ED-32B8DE70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164" y="3272790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0"/>
                </a:moveTo>
                <a:lnTo>
                  <a:pt x="0" y="68580"/>
                </a:lnTo>
                <a:lnTo>
                  <a:pt x="61722" y="6858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21" name="z">
            <a:extLst xmlns:a="http://schemas.openxmlformats.org/drawingml/2006/main">
              <a:ext uri="{FF2B5EF4-FFF2-40B4-BE49-F238E27FC236}">
                <a16:creationId xmlns:a16="http://schemas.microsoft.com/office/drawing/2014/main" id="{B89E4676-2F18-4959-9350-A36E14A2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3" y="2981325"/>
            <a:ext cx="3429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122" name="z=0">
            <a:extLst xmlns:a="http://schemas.openxmlformats.org/drawingml/2006/main">
              <a:ext uri="{FF2B5EF4-FFF2-40B4-BE49-F238E27FC236}">
                <a16:creationId xmlns:a16="http://schemas.microsoft.com/office/drawing/2014/main" id="{2FE42FEA-FF1E-48D2-ABC5-A48A6AA9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" y="3932873"/>
            <a:ext cx="5143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z=0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F2158BC-B58F-4FBA-9280-DA253783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44428"/>
            <a:ext cx="7500938" cy="4449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1909C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6A998B4-0768-44DF-81DC-C32BFAC3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620" y="4944428"/>
            <a:ext cx="5297805" cy="4449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1909C"/>
            </a:solidFill>
          </a:ln>
        </p:spPr>
      </p:sp>
      <p:sp>
        <p:nvSpPr>
          <p:cNvPr id="125" name="(b) 保守的な包囲と区間細分化">
            <a:extLst xmlns:a="http://schemas.openxmlformats.org/drawingml/2006/main">
              <a:ext uri="{FF2B5EF4-FFF2-40B4-BE49-F238E27FC236}">
                <a16:creationId xmlns:a16="http://schemas.microsoft.com/office/drawing/2014/main" id="{6DCCAE9F-9A2C-4F55-BC87-ECCCF205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5013008"/>
            <a:ext cx="71151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保守的な包囲と区間細分化</a:t>
            </a:r>
          </a:p>
        </p:txBody>
      </p:sp>
      <p:sp>
        <p:nvSpPr>
          <p:cNvPr id="126" name="(c) 衝突状態で応答し残時間を再計算">
            <a:extLst xmlns:a="http://schemas.openxmlformats.org/drawingml/2006/main">
              <a:ext uri="{FF2B5EF4-FFF2-40B4-BE49-F238E27FC236}">
                <a16:creationId xmlns:a16="http://schemas.microsoft.com/office/drawing/2014/main" id="{11F4E8D9-F559-4317-877A-3681D621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780" y="5013008"/>
            <a:ext cx="50577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衝突状態で応答し残時間を再計算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1DF2816-5E59-4BDA-91B6-509DF7F8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7593330"/>
            <a:ext cx="6900863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8"/>
          </a:solidFill>
          <a:ln xmlns:a="http://schemas.openxmlformats.org/drawingml/2006/main" w="8573">
            <a:noFill/>
          </a:ln>
        </p:spPr>
      </p:sp>
      <p:sp>
        <p:nvSpPr>
          <p:cNvPr id="1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CE2CB6-7F88-4710-9DA0-2D754F51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7593330"/>
            <a:ext cx="6900863" cy="95"/>
          </a:xfrm>
          <a:custGeom xmlns:a="http://schemas.openxmlformats.org/drawingml/2006/main">
            <a:pathLst>
              <a:path w="6900863" h="95">
                <a:moveTo>
                  <a:pt x="0" y="0"/>
                </a:moveTo>
                <a:lnTo>
                  <a:pt x="6900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1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6C6303-7EBC-4F16-A6D7-67D115CE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6996AF-7C7D-40FC-B510-E091AEB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252B4F9-A317-4FD0-9A29-6EE4FB8F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C7CFCA-5CAF-40E3-B066-BC0EDF13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62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6ACD7D-0128-4C21-A253-4C1F1647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05996E-9E4D-4C9F-91FB-1EC89C2A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9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4D39C5C-52A9-43EF-93A8-58F481D5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F23EFB-C878-48BC-871C-4DCA774E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55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E3F9A9-9CAF-4BC8-8117-90C01378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57DEF7-50B2-44A2-A351-F3E2FE0A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2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B84FF6-8869-429F-A2FC-9AC53432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75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21D99A-3BFB-4CC6-A1C1-BAD8AE0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177483E-8243-42B5-A6A8-09EA04C5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CCB0FD0-0ACA-4F20-8600-EA64F26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95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D8ABC4-5E5F-4D1B-BCA9-58F234C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D0B00E-5975-4287-9C2D-598DA102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41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AC8C74-2754-4359-AFA4-443AC2E2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B7AE057-CC17-4D32-9EC1-3B1B5206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88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CB9ECA6-7B80-4A31-B6B5-09D525F3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1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9D20C1-B6F8-4229-BB52-0A547B91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34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E1C9B1-ABB9-4BF1-9167-DBDA2FEF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B24C4E-45BA-428C-AB70-63C07FD9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81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044037-915A-4E9A-AD04-2510DD23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54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8AAFE2-7422-49B5-88DD-62D95C82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27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AFA1EA-DD13-4A4D-97FB-4DDC81A1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B1627BE-EBF0-4EB2-B464-85E5D778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74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4E5361-3B53-4E4C-AE84-E3512CF4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A81F54-59FE-4D63-85B0-97979AC7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20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BCD2642-8751-4F99-96AF-BB8DAC3B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FDEC83-2321-4DF9-A804-CCD39472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67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4921E9-2E34-4FD8-B7CD-B4E1799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0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78B7A1-89AF-4C21-B8F6-9800222E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21B70F-2A40-4636-8C99-047D8ED6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7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FB11C8-3A34-43FA-9358-620F8042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60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FC394D-A2DA-4E41-B0A3-5D6C2EA3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33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8287F7-3CA7-4253-AFD3-9ECBA3F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06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F9A9B3-E6DD-4C90-AAB8-87165C07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EC33BD-9228-4C67-808C-312FF0BA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53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9D44D5-35D7-4121-A53D-8A390694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26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CBAFAC-0BB0-49A7-B3FD-ABC13623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99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8A5EE9-6467-441B-9F6F-8C630720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BB6EA1-743D-4AE8-96CF-69753BAA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1A5B1D-12F1-4AA8-A0A5-C102430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19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200F70F-47F0-45B7-94E2-E50588C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928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10D0E9-BB66-4BF0-9E0C-293B385A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60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955C5D-4CED-4D28-93AC-4F1E9AF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393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56970C-8051-49A8-A752-2A87E760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619048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7A5509-6893-401F-9AF5-2813D826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" y="5853113"/>
            <a:ext cx="4612005" cy="1740218"/>
          </a:xfrm>
          <a:custGeom xmlns:a="http://schemas.openxmlformats.org/drawingml/2006/main">
            <a:pathLst>
              <a:path w="4612005" h="1740218">
                <a:moveTo>
                  <a:pt x="0" y="0"/>
                </a:moveTo>
                <a:lnTo>
                  <a:pt x="1500188" y="111443"/>
                </a:lnTo>
                <a:lnTo>
                  <a:pt x="3240405" y="1243013"/>
                </a:lnTo>
                <a:lnTo>
                  <a:pt x="4612005" y="1740218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dash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7CF7494-B85C-43BB-A76C-2503F67B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033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A3ACF22-D2AF-48B9-BB5F-34F8007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592169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9518505-3E6E-4ACD-8CF7-17119AC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7053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7FCAAF0-27BE-4134-9D22-EBAD9B7C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755046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8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29361176-9AEA-4FAF-8606-716DFE43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" y="5853113"/>
            <a:ext cx="4612005" cy="1740218"/>
          </a:xfrm>
          <a:custGeom xmlns:a="http://schemas.openxmlformats.org/drawingml/2006/main">
            <a:pathLst>
              <a:path w="4612005" h="1740218">
                <a:moveTo>
                  <a:pt x="0" y="0"/>
                </a:moveTo>
                <a:lnTo>
                  <a:pt x="94069" y="8278"/>
                </a:lnTo>
                <a:lnTo>
                  <a:pt x="188730" y="19124"/>
                </a:lnTo>
                <a:lnTo>
                  <a:pt x="283949" y="32446"/>
                </a:lnTo>
                <a:lnTo>
                  <a:pt x="379695" y="48156"/>
                </a:lnTo>
                <a:lnTo>
                  <a:pt x="475934" y="66163"/>
                </a:lnTo>
                <a:lnTo>
                  <a:pt x="572633" y="86378"/>
                </a:lnTo>
                <a:lnTo>
                  <a:pt x="669759" y="108711"/>
                </a:lnTo>
                <a:lnTo>
                  <a:pt x="767278" y="133072"/>
                </a:lnTo>
                <a:lnTo>
                  <a:pt x="865159" y="159372"/>
                </a:lnTo>
                <a:lnTo>
                  <a:pt x="963368" y="187520"/>
                </a:lnTo>
                <a:lnTo>
                  <a:pt x="1061871" y="217428"/>
                </a:lnTo>
                <a:lnTo>
                  <a:pt x="1160636" y="249004"/>
                </a:lnTo>
                <a:lnTo>
                  <a:pt x="1259630" y="282160"/>
                </a:lnTo>
                <a:lnTo>
                  <a:pt x="1358820" y="316806"/>
                </a:lnTo>
                <a:lnTo>
                  <a:pt x="1458173" y="352852"/>
                </a:lnTo>
                <a:lnTo>
                  <a:pt x="1557655" y="390208"/>
                </a:lnTo>
                <a:lnTo>
                  <a:pt x="1657234" y="428784"/>
                </a:lnTo>
                <a:lnTo>
                  <a:pt x="1756877" y="468490"/>
                </a:lnTo>
                <a:lnTo>
                  <a:pt x="1856550" y="509238"/>
                </a:lnTo>
                <a:lnTo>
                  <a:pt x="1956222" y="550937"/>
                </a:lnTo>
                <a:lnTo>
                  <a:pt x="2055858" y="593497"/>
                </a:lnTo>
                <a:lnTo>
                  <a:pt x="2155425" y="636829"/>
                </a:lnTo>
                <a:lnTo>
                  <a:pt x="2254891" y="680842"/>
                </a:lnTo>
                <a:lnTo>
                  <a:pt x="2354223" y="725448"/>
                </a:lnTo>
                <a:lnTo>
                  <a:pt x="2453387" y="770556"/>
                </a:lnTo>
                <a:lnTo>
                  <a:pt x="2552351" y="816076"/>
                </a:lnTo>
                <a:lnTo>
                  <a:pt x="2651081" y="861919"/>
                </a:lnTo>
                <a:lnTo>
                  <a:pt x="2749545" y="907995"/>
                </a:lnTo>
                <a:lnTo>
                  <a:pt x="2847709" y="954215"/>
                </a:lnTo>
                <a:lnTo>
                  <a:pt x="2945541" y="1000488"/>
                </a:lnTo>
                <a:lnTo>
                  <a:pt x="3043007" y="1046724"/>
                </a:lnTo>
                <a:lnTo>
                  <a:pt x="3140075" y="1092835"/>
                </a:lnTo>
                <a:lnTo>
                  <a:pt x="3236711" y="1138730"/>
                </a:lnTo>
                <a:lnTo>
                  <a:pt x="3332882" y="1184319"/>
                </a:lnTo>
                <a:lnTo>
                  <a:pt x="3428556" y="1229513"/>
                </a:lnTo>
                <a:lnTo>
                  <a:pt x="3523699" y="1274222"/>
                </a:lnTo>
                <a:lnTo>
                  <a:pt x="3618279" y="1318356"/>
                </a:lnTo>
                <a:lnTo>
                  <a:pt x="3712261" y="1361825"/>
                </a:lnTo>
                <a:lnTo>
                  <a:pt x="3805614" y="1404540"/>
                </a:lnTo>
                <a:lnTo>
                  <a:pt x="3898305" y="1446411"/>
                </a:lnTo>
                <a:lnTo>
                  <a:pt x="3990299" y="1487348"/>
                </a:lnTo>
                <a:lnTo>
                  <a:pt x="4081565" y="1527261"/>
                </a:lnTo>
                <a:lnTo>
                  <a:pt x="4172069" y="1566061"/>
                </a:lnTo>
                <a:lnTo>
                  <a:pt x="4261778" y="1603658"/>
                </a:lnTo>
                <a:lnTo>
                  <a:pt x="4350659" y="1639962"/>
                </a:lnTo>
                <a:lnTo>
                  <a:pt x="4438679" y="1674883"/>
                </a:lnTo>
                <a:lnTo>
                  <a:pt x="4525806" y="1708331"/>
                </a:lnTo>
                <a:lnTo>
                  <a:pt x="4612005" y="1740218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768C5"/>
            </a:solidFill>
            <a:prstDash val="solid"/>
          </a:ln>
        </p:spPr>
      </p:sp>
      <p:sp>
        <p:nvSpPr>
          <p:cNvPr id="18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D5109D6-B38F-4CC6-8340-AA670DAB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7593330"/>
            <a:ext cx="2057400" cy="1088707"/>
          </a:xfrm>
          <a:custGeom xmlns:a="http://schemas.openxmlformats.org/drawingml/2006/main">
            <a:pathLst>
              <a:path w="2057400" h="1088707">
                <a:moveTo>
                  <a:pt x="0" y="0"/>
                </a:moveTo>
                <a:lnTo>
                  <a:pt x="37857" y="30427"/>
                </a:lnTo>
                <a:lnTo>
                  <a:pt x="76397" y="60624"/>
                </a:lnTo>
                <a:lnTo>
                  <a:pt x="115591" y="90585"/>
                </a:lnTo>
                <a:lnTo>
                  <a:pt x="155406" y="120303"/>
                </a:lnTo>
                <a:lnTo>
                  <a:pt x="195814" y="149771"/>
                </a:lnTo>
                <a:lnTo>
                  <a:pt x="236782" y="178984"/>
                </a:lnTo>
                <a:lnTo>
                  <a:pt x="278280" y="207935"/>
                </a:lnTo>
                <a:lnTo>
                  <a:pt x="320278" y="236617"/>
                </a:lnTo>
                <a:lnTo>
                  <a:pt x="362745" y="265023"/>
                </a:lnTo>
                <a:lnTo>
                  <a:pt x="405650" y="293148"/>
                </a:lnTo>
                <a:lnTo>
                  <a:pt x="448962" y="320984"/>
                </a:lnTo>
                <a:lnTo>
                  <a:pt x="492651" y="348526"/>
                </a:lnTo>
                <a:lnTo>
                  <a:pt x="536686" y="375766"/>
                </a:lnTo>
                <a:lnTo>
                  <a:pt x="581036" y="402698"/>
                </a:lnTo>
                <a:lnTo>
                  <a:pt x="625671" y="429316"/>
                </a:lnTo>
                <a:lnTo>
                  <a:pt x="670560" y="455613"/>
                </a:lnTo>
                <a:lnTo>
                  <a:pt x="715672" y="481582"/>
                </a:lnTo>
                <a:lnTo>
                  <a:pt x="760977" y="507217"/>
                </a:lnTo>
                <a:lnTo>
                  <a:pt x="806443" y="532512"/>
                </a:lnTo>
                <a:lnTo>
                  <a:pt x="852041" y="557461"/>
                </a:lnTo>
                <a:lnTo>
                  <a:pt x="897739" y="582055"/>
                </a:lnTo>
                <a:lnTo>
                  <a:pt x="943507" y="606290"/>
                </a:lnTo>
                <a:lnTo>
                  <a:pt x="989314" y="630158"/>
                </a:lnTo>
                <a:lnTo>
                  <a:pt x="1035129" y="653653"/>
                </a:lnTo>
                <a:lnTo>
                  <a:pt x="1080922" y="676769"/>
                </a:lnTo>
                <a:lnTo>
                  <a:pt x="1126662" y="699498"/>
                </a:lnTo>
                <a:lnTo>
                  <a:pt x="1172319" y="721835"/>
                </a:lnTo>
                <a:lnTo>
                  <a:pt x="1217861" y="743774"/>
                </a:lnTo>
                <a:lnTo>
                  <a:pt x="1263257" y="765306"/>
                </a:lnTo>
                <a:lnTo>
                  <a:pt x="1308478" y="786426"/>
                </a:lnTo>
                <a:lnTo>
                  <a:pt x="1353493" y="807128"/>
                </a:lnTo>
                <a:lnTo>
                  <a:pt x="1398270" y="827405"/>
                </a:lnTo>
                <a:lnTo>
                  <a:pt x="1442779" y="847250"/>
                </a:lnTo>
                <a:lnTo>
                  <a:pt x="1486990" y="866657"/>
                </a:lnTo>
                <a:lnTo>
                  <a:pt x="1530872" y="885620"/>
                </a:lnTo>
                <a:lnTo>
                  <a:pt x="1574393" y="904131"/>
                </a:lnTo>
                <a:lnTo>
                  <a:pt x="1617524" y="922184"/>
                </a:lnTo>
                <a:lnTo>
                  <a:pt x="1660234" y="939774"/>
                </a:lnTo>
                <a:lnTo>
                  <a:pt x="1702491" y="956893"/>
                </a:lnTo>
                <a:lnTo>
                  <a:pt x="1744266" y="973534"/>
                </a:lnTo>
                <a:lnTo>
                  <a:pt x="1785527" y="989692"/>
                </a:lnTo>
                <a:lnTo>
                  <a:pt x="1826244" y="1005360"/>
                </a:lnTo>
                <a:lnTo>
                  <a:pt x="1866386" y="1020531"/>
                </a:lnTo>
                <a:lnTo>
                  <a:pt x="1905923" y="1035199"/>
                </a:lnTo>
                <a:lnTo>
                  <a:pt x="1944823" y="1049357"/>
                </a:lnTo>
                <a:lnTo>
                  <a:pt x="1983057" y="1062999"/>
                </a:lnTo>
                <a:lnTo>
                  <a:pt x="2020592" y="1076118"/>
                </a:lnTo>
                <a:lnTo>
                  <a:pt x="2057400" y="1088707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7E8790"/>
            </a:solidFill>
            <a:prstDash val="dash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0DC78DF-0C59-4B24-B1CA-AA946848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801678"/>
            <a:ext cx="155162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00A991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317B673-BB61-4331-AE43-F57AF50B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648" y="6204585"/>
            <a:ext cx="116586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00A991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915E3C9-A1B7-4137-B99C-8D9AAA34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508" y="6633210"/>
            <a:ext cx="82296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00A991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B2CF9AE-6DC2-46F8-9073-9F569EE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468" y="6984683"/>
            <a:ext cx="57435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00A991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9D89E81-FABB-4C1F-A44D-7633F848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7233285"/>
            <a:ext cx="402908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00A991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D13D054-9EE2-446C-B02E-D372EF8D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" y="5801678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224CD66-EC0D-48DE-8EAD-D719D83A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603313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F81FA26-E786-44E0-B649-B24388B6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0" y="640175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6EE40EF-828D-4BC1-91AB-8A0DD99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140" y="698468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A4ABF6F-6B5E-4810-9CBA-78B4C0F5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7259003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C7F50B0-8956-41A4-B997-0ED36AB6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73" y="743902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CCFA75E-E863-4A0B-A895-0C0906E5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603" y="7499033"/>
            <a:ext cx="188595" cy="188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5" name="t_hit">
            <a:extLst xmlns:a="http://schemas.openxmlformats.org/drawingml/2006/main">
              <a:ext uri="{FF2B5EF4-FFF2-40B4-BE49-F238E27FC236}">
                <a16:creationId xmlns:a16="http://schemas.microsoft.com/office/drawing/2014/main" id="{EF8F2232-F1BF-4639-9405-DA01B044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7173278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9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t_hit</a:t>
            </a:r>
          </a:p>
        </p:txBody>
      </p:sp>
      <p:sp>
        <p:nvSpPr>
          <p:cNvPr id="1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46CAE3-F319-497A-9A55-93EC5981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01640"/>
            <a:ext cx="522923" cy="95"/>
          </a:xfrm>
          <a:custGeom xmlns:a="http://schemas.openxmlformats.org/drawingml/2006/main">
            <a:pathLst>
              <a:path w="522923" h="95">
                <a:moveTo>
                  <a:pt x="0" y="0"/>
                </a:moveTo>
                <a:lnTo>
                  <a:pt x="5229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0768C5"/>
            </a:solidFill>
            <a:prstDash val="solid"/>
          </a:ln>
        </p:spPr>
      </p:sp>
      <p:sp>
        <p:nvSpPr>
          <p:cNvPr id="197" name="受理されるprefix">
            <a:extLst xmlns:a="http://schemas.openxmlformats.org/drawingml/2006/main">
              <a:ext uri="{FF2B5EF4-FFF2-40B4-BE49-F238E27FC236}">
                <a16:creationId xmlns:a16="http://schemas.microsoft.com/office/drawing/2014/main" id="{DDE89727-CA99-46B9-B81E-F073E559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5338763"/>
            <a:ext cx="29146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受理されるprefix</a:t>
            </a:r>
          </a:p>
        </p:txBody>
      </p:sp>
      <p:sp>
        <p:nvSpPr>
          <p:cNvPr id="1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8DF3FB-71B6-433B-A989-BA4E187B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27395"/>
            <a:ext cx="522923" cy="95"/>
          </a:xfrm>
          <a:custGeom xmlns:a="http://schemas.openxmlformats.org/drawingml/2006/main">
            <a:pathLst>
              <a:path w="522923" h="95">
                <a:moveTo>
                  <a:pt x="0" y="0"/>
                </a:moveTo>
                <a:lnTo>
                  <a:pt x="5229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7E8790"/>
            </a:solidFill>
            <a:prstDash val="dash"/>
          </a:ln>
        </p:spPr>
      </p:sp>
      <p:sp>
        <p:nvSpPr>
          <p:cNvPr id="199" name="hit後の候補経路">
            <a:extLst xmlns:a="http://schemas.openxmlformats.org/drawingml/2006/main">
              <a:ext uri="{FF2B5EF4-FFF2-40B4-BE49-F238E27FC236}">
                <a16:creationId xmlns:a16="http://schemas.microsoft.com/office/drawing/2014/main" id="{F6033FAD-F64E-455F-82EA-CE5C53C8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5664518"/>
            <a:ext cx="29146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hit後の候補経路</a:t>
            </a:r>
          </a:p>
        </p:txBody>
      </p:sp>
      <p:sp>
        <p:nvSpPr>
          <p:cNvPr id="2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0697D8-9F81-456F-807B-183AF6A1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373428"/>
            <a:ext cx="1603058" cy="95"/>
          </a:xfrm>
          <a:custGeom xmlns:a="http://schemas.openxmlformats.org/drawingml/2006/main">
            <a:pathLst>
              <a:path w="1603058" h="95">
                <a:moveTo>
                  <a:pt x="0" y="0"/>
                </a:moveTo>
                <a:lnTo>
                  <a:pt x="16030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9592C21-E542-4300-AC2B-3FE256CD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304848"/>
            <a:ext cx="95" cy="154305"/>
          </a:xfrm>
          <a:custGeom xmlns:a="http://schemas.openxmlformats.org/drawingml/2006/main">
            <a:pathLst>
              <a:path w="95" h="154305">
                <a:moveTo>
                  <a:pt x="0" y="0"/>
                </a:moveTo>
                <a:lnTo>
                  <a:pt x="0" y="154305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02" name="区間 0">
            <a:extLst xmlns:a="http://schemas.openxmlformats.org/drawingml/2006/main">
              <a:ext uri="{FF2B5EF4-FFF2-40B4-BE49-F238E27FC236}">
                <a16:creationId xmlns:a16="http://schemas.microsoft.com/office/drawing/2014/main" id="{2C893C94-0A17-43B0-ABC7-CC666C82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510588"/>
            <a:ext cx="164592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区間 0</a:t>
            </a:r>
          </a:p>
        </p:txBody>
      </p:sp>
      <p:sp>
        <p:nvSpPr>
          <p:cNvPr id="2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4BF8C8-90E8-48FB-9344-D63182E8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8373428"/>
            <a:ext cx="1183005" cy="95"/>
          </a:xfrm>
          <a:custGeom xmlns:a="http://schemas.openxmlformats.org/drawingml/2006/main">
            <a:pathLst>
              <a:path w="1183005" h="95">
                <a:moveTo>
                  <a:pt x="0" y="0"/>
                </a:moveTo>
                <a:lnTo>
                  <a:pt x="11830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D6E6DA-CC80-4AA8-B5DD-A6F499C3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8304848"/>
            <a:ext cx="95" cy="154305"/>
          </a:xfrm>
          <a:custGeom xmlns:a="http://schemas.openxmlformats.org/drawingml/2006/main">
            <a:pathLst>
              <a:path w="95" h="154305">
                <a:moveTo>
                  <a:pt x="0" y="0"/>
                </a:moveTo>
                <a:lnTo>
                  <a:pt x="0" y="154305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05" name="区間 1">
            <a:extLst xmlns:a="http://schemas.openxmlformats.org/drawingml/2006/main">
              <a:ext uri="{FF2B5EF4-FFF2-40B4-BE49-F238E27FC236}">
                <a16:creationId xmlns:a16="http://schemas.microsoft.com/office/drawing/2014/main" id="{F2049F4A-C6A8-4422-A6FC-7E9BECFF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8510588"/>
            <a:ext cx="1225868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区間 1</a:t>
            </a:r>
          </a:p>
        </p:txBody>
      </p:sp>
      <p:sp>
        <p:nvSpPr>
          <p:cNvPr id="2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1276C1-DFFB-4276-A025-FE8BCA63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8373428"/>
            <a:ext cx="814388" cy="95"/>
          </a:xfrm>
          <a:custGeom xmlns:a="http://schemas.openxmlformats.org/drawingml/2006/main">
            <a:pathLst>
              <a:path w="814388" h="95">
                <a:moveTo>
                  <a:pt x="0" y="0"/>
                </a:moveTo>
                <a:lnTo>
                  <a:pt x="81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1926CB-4C6C-487A-A228-966A1CF5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8304848"/>
            <a:ext cx="95" cy="154305"/>
          </a:xfrm>
          <a:custGeom xmlns:a="http://schemas.openxmlformats.org/drawingml/2006/main">
            <a:pathLst>
              <a:path w="95" h="154305">
                <a:moveTo>
                  <a:pt x="0" y="0"/>
                </a:moveTo>
                <a:lnTo>
                  <a:pt x="0" y="154305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08" name="区間 2">
            <a:extLst xmlns:a="http://schemas.openxmlformats.org/drawingml/2006/main">
              <a:ext uri="{FF2B5EF4-FFF2-40B4-BE49-F238E27FC236}">
                <a16:creationId xmlns:a16="http://schemas.microsoft.com/office/drawing/2014/main" id="{1B9510BC-18DB-4714-A027-1FF1F8BE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8510588"/>
            <a:ext cx="8572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区間 2</a:t>
            </a:r>
          </a:p>
        </p:txBody>
      </p:sp>
      <p:sp>
        <p:nvSpPr>
          <p:cNvPr id="2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F6F035-03B3-483D-9F3D-4DDE8A97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8373428"/>
            <a:ext cx="1054418" cy="95"/>
          </a:xfrm>
          <a:custGeom xmlns:a="http://schemas.openxmlformats.org/drawingml/2006/main">
            <a:pathLst>
              <a:path w="1054418" h="95">
                <a:moveTo>
                  <a:pt x="0" y="0"/>
                </a:moveTo>
                <a:lnTo>
                  <a:pt x="1054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0166307-DCF5-4511-B8DE-CD080411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8304848"/>
            <a:ext cx="95" cy="154305"/>
          </a:xfrm>
          <a:custGeom xmlns:a="http://schemas.openxmlformats.org/drawingml/2006/main">
            <a:pathLst>
              <a:path w="95" h="154305">
                <a:moveTo>
                  <a:pt x="0" y="0"/>
                </a:moveTo>
                <a:lnTo>
                  <a:pt x="0" y="154305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11" name="区間 3">
            <a:extLst xmlns:a="http://schemas.openxmlformats.org/drawingml/2006/main">
              <a:ext uri="{FF2B5EF4-FFF2-40B4-BE49-F238E27FC236}">
                <a16:creationId xmlns:a16="http://schemas.microsoft.com/office/drawing/2014/main" id="{40FA6C11-EEFA-4751-8B7B-0C3B2BB0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8510588"/>
            <a:ext cx="109728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区間 3</a:t>
            </a:r>
          </a:p>
        </p:txBody>
      </p:sp>
      <p:sp>
        <p:nvSpPr>
          <p:cNvPr id="2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536399D-7BF0-4344-8B9C-824479C8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18" y="8304848"/>
            <a:ext cx="95" cy="154305"/>
          </a:xfrm>
          <a:custGeom xmlns:a="http://schemas.openxmlformats.org/drawingml/2006/main">
            <a:pathLst>
              <a:path w="95" h="154305">
                <a:moveTo>
                  <a:pt x="0" y="0"/>
                </a:moveTo>
                <a:lnTo>
                  <a:pt x="0" y="154305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13" name="包囲を縮め、最初の交差を特定">
            <a:extLst xmlns:a="http://schemas.openxmlformats.org/drawingml/2006/main">
              <a:ext uri="{FF2B5EF4-FFF2-40B4-BE49-F238E27FC236}">
                <a16:creationId xmlns:a16="http://schemas.microsoft.com/office/drawing/2014/main" id="{D8879FE8-E03B-492E-A271-FAA5C2BC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973503"/>
            <a:ext cx="6215063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包囲を縮め、最初の交差を特定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114A8D4-407E-4F15-9A69-FF8A1F97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085" y="7601903"/>
            <a:ext cx="478345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8"/>
          </a:solidFill>
          <a:ln xmlns:a="http://schemas.openxmlformats.org/drawingml/2006/main" w="8573">
            <a:noFill/>
          </a:ln>
        </p:spPr>
      </p:sp>
      <p:sp>
        <p:nvSpPr>
          <p:cNvPr id="2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FE2533-184C-4FDC-956D-288EC8FE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085" y="7601903"/>
            <a:ext cx="4783455" cy="95"/>
          </a:xfrm>
          <a:custGeom xmlns:a="http://schemas.openxmlformats.org/drawingml/2006/main">
            <a:pathLst>
              <a:path w="4783455" h="95">
                <a:moveTo>
                  <a:pt x="0" y="0"/>
                </a:moveTo>
                <a:lnTo>
                  <a:pt x="47834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2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EC6E08-E109-4F6A-A27D-8F7AF437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7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C467CB4-2F99-4CED-A11E-C4696B7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10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6C8E24-E117-4F2C-B30E-6ED31AB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543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C583F2-F767-466C-AAA0-221820B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44FB31-013A-46E2-A5BF-7EA5D9EF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00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9456B0-809D-4244-A8EC-DF73476D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7627620"/>
            <a:ext cx="128587" cy="205740"/>
          </a:xfrm>
          <a:custGeom xmlns:a="http://schemas.openxmlformats.org/drawingml/2006/main">
            <a:pathLst>
              <a:path w="128587" h="205740">
                <a:moveTo>
                  <a:pt x="128587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0DD7E5-BAB0-41CE-8DC1-A402C86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473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0C3CA3-55EE-491A-B048-3B1BE724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FEECE1-A38A-49ED-8FD0-BF5CA04B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93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8D40084-1B76-490B-9206-7FADD556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670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B6B53B-D335-4743-9EAB-044A0394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403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731404-9238-46CF-9975-CC65433C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5135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AB6942-58F1-439F-85FC-E196C093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86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DE4A9F-56BA-4D7C-9684-1E0AF1C0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A9E962-40D3-4579-A613-C1757502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333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E64D2E-3E19-446B-9730-7B496A8F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065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CE78986-35BD-40FA-BEC1-D6A03E54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79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F1B41F3-2848-4F81-8F70-40470324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530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B9E2B8-4C44-4991-B7FD-EC95731E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263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D8A9DA-700F-4E8B-BE17-681417B2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995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9CA46E3-4466-4C24-80AA-2E9FDFF2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672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C91939-5DFC-4C37-AF34-A7AD12D8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2460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D614BC7-1C62-46E0-AB2A-4A33E325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193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0A10936-19FA-43EE-AAFA-ADFD2C56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420CB8-2033-42E7-B369-034A1FD2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E82163-9FCC-4934-9967-62137A1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390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12AE96-420E-40B7-85C1-F89C4F7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123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14A5283-6054-4D87-9B72-B2949271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855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C17B19-2DF3-47C0-8714-AF219606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258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E8E11A-3DE3-4DAC-8D9B-B910CCE0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20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68549B-6CF1-4CDA-A426-987434A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4053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73CFF4-5C1D-4161-812C-AC9A36C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9785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E1E7257-66DE-4E6A-8085-12582FA5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5518" y="7627620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2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D3A446-9B3D-4443-94B8-E630FDAB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658" y="5895975"/>
            <a:ext cx="2340292" cy="1705928"/>
          </a:xfrm>
          <a:custGeom xmlns:a="http://schemas.openxmlformats.org/drawingml/2006/main">
            <a:pathLst>
              <a:path w="2340292" h="1705928">
                <a:moveTo>
                  <a:pt x="0" y="0"/>
                </a:moveTo>
                <a:lnTo>
                  <a:pt x="2340292" y="1705928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768C5"/>
            </a:solidFill>
            <a:prstDash val="solid"/>
          </a:ln>
        </p:spPr>
      </p:sp>
      <p:sp>
        <p:nvSpPr>
          <p:cNvPr id="2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1559F9-EAD5-4D5D-872B-5762F9DF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753" y="7512066"/>
            <a:ext cx="101197" cy="89837"/>
          </a:xfrm>
          <a:custGeom xmlns:a="http://schemas.openxmlformats.org/drawingml/2006/main">
            <a:pathLst>
              <a:path w="101197" h="89837">
                <a:moveTo>
                  <a:pt x="101197" y="89837"/>
                </a:moveTo>
                <a:lnTo>
                  <a:pt x="49991" y="0"/>
                </a:lnTo>
                <a:lnTo>
                  <a:pt x="0" y="6858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9BADC3-1F8F-4BFD-9196-E70A5E70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870258"/>
            <a:ext cx="2374582" cy="1731645"/>
          </a:xfrm>
          <a:custGeom xmlns:a="http://schemas.openxmlformats.org/drawingml/2006/main">
            <a:pathLst>
              <a:path w="2374582" h="1731645">
                <a:moveTo>
                  <a:pt x="0" y="1731645"/>
                </a:moveTo>
                <a:lnTo>
                  <a:pt x="23745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D78300"/>
            </a:solidFill>
            <a:prstDash val="solid"/>
          </a:ln>
        </p:spPr>
      </p:sp>
      <p:sp>
        <p:nvSpPr>
          <p:cNvPr id="2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6BF91C8-3A9E-485B-BF32-0BFFE521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340" y="5870258"/>
            <a:ext cx="101193" cy="89847"/>
          </a:xfrm>
          <a:custGeom xmlns:a="http://schemas.openxmlformats.org/drawingml/2006/main">
            <a:pathLst>
              <a:path w="101193" h="89847">
                <a:moveTo>
                  <a:pt x="101193" y="0"/>
                </a:moveTo>
                <a:lnTo>
                  <a:pt x="0" y="21276"/>
                </a:lnTo>
                <a:lnTo>
                  <a:pt x="50005" y="89847"/>
                </a:lnTo>
                <a:close/>
              </a:path>
            </a:pathLst>
          </a:custGeom>
          <a:solidFill xmlns:a="http://schemas.openxmlformats.org/drawingml/2006/main">
            <a:srgbClr val="D78300"/>
          </a:solidFill>
          <a:ln xmlns:a="http://schemas.openxmlformats.org/drawingml/2006/main" w="9525">
            <a:solidFill>
              <a:srgbClr val="D78300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A51CB73-CCAF-49B3-AA4E-3E2E6FBB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53" y="7507605"/>
            <a:ext cx="188595" cy="188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F60DD9-4E40-44FB-9A40-BBC42A17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913120"/>
            <a:ext cx="95" cy="1688783"/>
          </a:xfrm>
          <a:custGeom xmlns:a="http://schemas.openxmlformats.org/drawingml/2006/main">
            <a:pathLst>
              <a:path w="95" h="1688783">
                <a:moveTo>
                  <a:pt x="0" y="16887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dash"/>
          </a:ln>
        </p:spPr>
      </p:sp>
      <p:sp>
        <p:nvSpPr>
          <p:cNvPr id="2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91769DD-617C-44AB-8DCE-1EDE25E4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913120"/>
            <a:ext cx="95" cy="360045"/>
          </a:xfrm>
          <a:custGeom xmlns:a="http://schemas.openxmlformats.org/drawingml/2006/main">
            <a:pathLst>
              <a:path w="95" h="360045">
                <a:moveTo>
                  <a:pt x="0" y="3600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solid"/>
          </a:ln>
        </p:spPr>
      </p:sp>
      <p:sp>
        <p:nvSpPr>
          <p:cNvPr id="2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900EE0-1689-493E-9C7D-CDFB63DC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089" y="5913120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0"/>
                </a:moveTo>
                <a:lnTo>
                  <a:pt x="0" y="68580"/>
                </a:lnTo>
                <a:lnTo>
                  <a:pt x="61722" y="6858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57" name="n">
            <a:extLst xmlns:a="http://schemas.openxmlformats.org/drawingml/2006/main">
              <a:ext uri="{FF2B5EF4-FFF2-40B4-BE49-F238E27FC236}">
                <a16:creationId xmlns:a16="http://schemas.microsoft.com/office/drawing/2014/main" id="{150FE18B-1E2A-4478-99C1-E976251A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604510"/>
            <a:ext cx="38576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n</a:t>
            </a:r>
          </a:p>
        </p:txBody>
      </p:sp>
      <p:sp>
        <p:nvSpPr>
          <p:cNvPr id="2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7BBD4F-5ADF-4E85-AA99-8EC2998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355" y="6753225"/>
            <a:ext cx="1373189" cy="349837"/>
          </a:xfrm>
          <a:custGeom xmlns:a="http://schemas.openxmlformats.org/drawingml/2006/main">
            <a:pathLst>
              <a:path w="1373189" h="349837">
                <a:moveTo>
                  <a:pt x="0" y="349837"/>
                </a:moveTo>
                <a:lnTo>
                  <a:pt x="17828" y="326179"/>
                </a:lnTo>
                <a:lnTo>
                  <a:pt x="36470" y="303158"/>
                </a:lnTo>
                <a:lnTo>
                  <a:pt x="55904" y="280801"/>
                </a:lnTo>
                <a:lnTo>
                  <a:pt x="76107" y="259137"/>
                </a:lnTo>
                <a:lnTo>
                  <a:pt x="97054" y="238190"/>
                </a:lnTo>
                <a:lnTo>
                  <a:pt x="118718" y="217987"/>
                </a:lnTo>
                <a:lnTo>
                  <a:pt x="141075" y="198553"/>
                </a:lnTo>
                <a:lnTo>
                  <a:pt x="164096" y="179911"/>
                </a:lnTo>
                <a:lnTo>
                  <a:pt x="187754" y="162083"/>
                </a:lnTo>
                <a:lnTo>
                  <a:pt x="212020" y="145092"/>
                </a:lnTo>
                <a:lnTo>
                  <a:pt x="236864" y="128958"/>
                </a:lnTo>
                <a:lnTo>
                  <a:pt x="262256" y="113701"/>
                </a:lnTo>
                <a:lnTo>
                  <a:pt x="288165" y="99340"/>
                </a:lnTo>
                <a:lnTo>
                  <a:pt x="314559" y="85891"/>
                </a:lnTo>
                <a:lnTo>
                  <a:pt x="341406" y="73372"/>
                </a:lnTo>
                <a:lnTo>
                  <a:pt x="368674" y="61797"/>
                </a:lnTo>
                <a:lnTo>
                  <a:pt x="396330" y="51182"/>
                </a:lnTo>
                <a:lnTo>
                  <a:pt x="424339" y="41537"/>
                </a:lnTo>
                <a:lnTo>
                  <a:pt x="452667" y="32876"/>
                </a:lnTo>
                <a:lnTo>
                  <a:pt x="481281" y="25209"/>
                </a:lnTo>
                <a:lnTo>
                  <a:pt x="510145" y="18546"/>
                </a:lnTo>
                <a:lnTo>
                  <a:pt x="539223" y="12893"/>
                </a:lnTo>
                <a:lnTo>
                  <a:pt x="568481" y="8259"/>
                </a:lnTo>
                <a:lnTo>
                  <a:pt x="597884" y="4649"/>
                </a:lnTo>
                <a:lnTo>
                  <a:pt x="627394" y="2067"/>
                </a:lnTo>
                <a:lnTo>
                  <a:pt x="656976" y="517"/>
                </a:lnTo>
                <a:lnTo>
                  <a:pt x="686595" y="0"/>
                </a:lnTo>
                <a:lnTo>
                  <a:pt x="716213" y="517"/>
                </a:lnTo>
                <a:lnTo>
                  <a:pt x="745795" y="2067"/>
                </a:lnTo>
                <a:lnTo>
                  <a:pt x="775305" y="4649"/>
                </a:lnTo>
                <a:lnTo>
                  <a:pt x="804708" y="8259"/>
                </a:lnTo>
                <a:lnTo>
                  <a:pt x="833966" y="12893"/>
                </a:lnTo>
                <a:lnTo>
                  <a:pt x="863044" y="18546"/>
                </a:lnTo>
                <a:lnTo>
                  <a:pt x="891908" y="25209"/>
                </a:lnTo>
                <a:lnTo>
                  <a:pt x="920522" y="32876"/>
                </a:lnTo>
                <a:lnTo>
                  <a:pt x="948850" y="41537"/>
                </a:lnTo>
                <a:lnTo>
                  <a:pt x="976859" y="51182"/>
                </a:lnTo>
                <a:lnTo>
                  <a:pt x="1004515" y="61797"/>
                </a:lnTo>
                <a:lnTo>
                  <a:pt x="1031783" y="73372"/>
                </a:lnTo>
                <a:lnTo>
                  <a:pt x="1058630" y="85891"/>
                </a:lnTo>
                <a:lnTo>
                  <a:pt x="1085024" y="99340"/>
                </a:lnTo>
                <a:lnTo>
                  <a:pt x="1110933" y="113701"/>
                </a:lnTo>
                <a:lnTo>
                  <a:pt x="1136325" y="128958"/>
                </a:lnTo>
                <a:lnTo>
                  <a:pt x="1161169" y="145092"/>
                </a:lnTo>
                <a:lnTo>
                  <a:pt x="1185435" y="162083"/>
                </a:lnTo>
                <a:lnTo>
                  <a:pt x="1209093" y="179911"/>
                </a:lnTo>
                <a:lnTo>
                  <a:pt x="1232114" y="198553"/>
                </a:lnTo>
                <a:lnTo>
                  <a:pt x="1254471" y="217987"/>
                </a:lnTo>
                <a:lnTo>
                  <a:pt x="1276135" y="238190"/>
                </a:lnTo>
                <a:lnTo>
                  <a:pt x="1297082" y="259137"/>
                </a:lnTo>
                <a:lnTo>
                  <a:pt x="1317285" y="280801"/>
                </a:lnTo>
                <a:lnTo>
                  <a:pt x="1336719" y="303158"/>
                </a:lnTo>
                <a:lnTo>
                  <a:pt x="1355362" y="326179"/>
                </a:lnTo>
                <a:lnTo>
                  <a:pt x="1373189" y="349837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112D50"/>
            </a:solidFill>
            <a:prstDash val="solid"/>
          </a:ln>
        </p:spPr>
      </p:sp>
      <p:sp>
        <p:nvSpPr>
          <p:cNvPr id="259" name="θ_i">
            <a:extLst xmlns:a="http://schemas.openxmlformats.org/drawingml/2006/main">
              <a:ext uri="{FF2B5EF4-FFF2-40B4-BE49-F238E27FC236}">
                <a16:creationId xmlns:a16="http://schemas.microsoft.com/office/drawing/2014/main" id="{532DB948-ED14-4DD1-9011-56176B87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5" y="6410325"/>
            <a:ext cx="8143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θ_i</a:t>
            </a:r>
          </a:p>
        </p:txBody>
      </p:sp>
      <p:sp>
        <p:nvSpPr>
          <p:cNvPr id="260" name="θ_r">
            <a:extLst xmlns:a="http://schemas.openxmlformats.org/drawingml/2006/main">
              <a:ext uri="{FF2B5EF4-FFF2-40B4-BE49-F238E27FC236}">
                <a16:creationId xmlns:a16="http://schemas.microsoft.com/office/drawing/2014/main" id="{6932E056-0F9D-4F41-919C-91BBB078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713" y="6410325"/>
            <a:ext cx="8143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θ_r</a:t>
            </a:r>
          </a:p>
        </p:txBody>
      </p:sp>
      <p:sp>
        <p:nvSpPr>
          <p:cNvPr id="261" name="hit状態">
            <a:extLst xmlns:a="http://schemas.openxmlformats.org/drawingml/2006/main">
              <a:ext uri="{FF2B5EF4-FFF2-40B4-BE49-F238E27FC236}">
                <a16:creationId xmlns:a16="http://schemas.microsoft.com/office/drawing/2014/main" id="{89865FAB-5135-4432-8456-57769F70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180" y="7927658"/>
            <a:ext cx="1285875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hit状態</a:t>
            </a:r>
          </a:p>
        </p:txBody>
      </p:sp>
      <p:sp>
        <p:nvSpPr>
          <p:cNvPr id="2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D6B835-A03F-4953-BFD0-007C101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665" y="8553450"/>
            <a:ext cx="2280285" cy="95"/>
          </a:xfrm>
          <a:custGeom xmlns:a="http://schemas.openxmlformats.org/drawingml/2006/main">
            <a:pathLst>
              <a:path w="2280285" h="95">
                <a:moveTo>
                  <a:pt x="0" y="0"/>
                </a:moveTo>
                <a:lnTo>
                  <a:pt x="22802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0768C5"/>
            </a:solidFill>
            <a:prstDash val="solid"/>
          </a:ln>
        </p:spPr>
      </p:sp>
      <p:sp>
        <p:nvSpPr>
          <p:cNvPr id="2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89082A-3C1D-456E-A20D-89CAC872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8553450"/>
            <a:ext cx="2383155" cy="95"/>
          </a:xfrm>
          <a:custGeom xmlns:a="http://schemas.openxmlformats.org/drawingml/2006/main">
            <a:pathLst>
              <a:path w="2383155" h="95">
                <a:moveTo>
                  <a:pt x="0" y="0"/>
                </a:moveTo>
                <a:lnTo>
                  <a:pt x="23831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D78300"/>
            </a:solidFill>
            <a:prstDash val="solid"/>
          </a:ln>
        </p:spPr>
      </p:sp>
      <p:sp>
        <p:nvSpPr>
          <p:cNvPr id="2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728032-C12D-43F2-953E-DF88F8E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665" y="8450580"/>
            <a:ext cx="95" cy="214313"/>
          </a:xfrm>
          <a:custGeom xmlns:a="http://schemas.openxmlformats.org/drawingml/2006/main">
            <a:pathLst>
              <a:path w="95" h="214313">
                <a:moveTo>
                  <a:pt x="0" y="0"/>
                </a:moveTo>
                <a:lnTo>
                  <a:pt x="0" y="21431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2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156696F-67E9-4E86-9B7B-5E44868D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8450580"/>
            <a:ext cx="95" cy="214313"/>
          </a:xfrm>
          <a:custGeom xmlns:a="http://schemas.openxmlformats.org/drawingml/2006/main">
            <a:pathLst>
              <a:path w="95" h="214313">
                <a:moveTo>
                  <a:pt x="0" y="0"/>
                </a:moveTo>
                <a:lnTo>
                  <a:pt x="0" y="21431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2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F4FA6A-BCC5-41AE-BB97-0066312E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4105" y="8450580"/>
            <a:ext cx="95" cy="214313"/>
          </a:xfrm>
          <a:custGeom xmlns:a="http://schemas.openxmlformats.org/drawingml/2006/main">
            <a:pathLst>
              <a:path w="95" h="214313">
                <a:moveTo>
                  <a:pt x="0" y="0"/>
                </a:moveTo>
                <a:lnTo>
                  <a:pt x="0" y="21431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267" name="t_n">
            <a:extLst xmlns:a="http://schemas.openxmlformats.org/drawingml/2006/main">
              <a:ext uri="{FF2B5EF4-FFF2-40B4-BE49-F238E27FC236}">
                <a16:creationId xmlns:a16="http://schemas.microsoft.com/office/drawing/2014/main" id="{132F39E4-BDD1-45A0-8A2D-F4FE90D2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490" y="8707755"/>
            <a:ext cx="857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</a:t>
            </a:r>
          </a:p>
        </p:txBody>
      </p:sp>
      <p:sp>
        <p:nvSpPr>
          <p:cNvPr id="268" name="t_hit">
            <a:extLst xmlns:a="http://schemas.openxmlformats.org/drawingml/2006/main">
              <a:ext uri="{FF2B5EF4-FFF2-40B4-BE49-F238E27FC236}">
                <a16:creationId xmlns:a16="http://schemas.microsoft.com/office/drawing/2014/main" id="{B3789BED-8B20-48CB-86C8-53C1F204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043" y="8707755"/>
            <a:ext cx="11144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t_hit</a:t>
            </a:r>
          </a:p>
        </p:txBody>
      </p:sp>
      <p:sp>
        <p:nvSpPr>
          <p:cNvPr id="269" name="t_n+h">
            <a:extLst xmlns:a="http://schemas.openxmlformats.org/drawingml/2006/main">
              <a:ext uri="{FF2B5EF4-FFF2-40B4-BE49-F238E27FC236}">
                <a16:creationId xmlns:a16="http://schemas.microsoft.com/office/drawing/2014/main" id="{4CE965FE-6021-40E2-85A0-B7748D28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8707755"/>
            <a:ext cx="9429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t_n+h</a:t>
            </a:r>
          </a:p>
        </p:txBody>
      </p:sp>
      <p:sp>
        <p:nvSpPr>
          <p:cNvPr id="270" name="hitまでを再評価">
            <a:extLst xmlns:a="http://schemas.openxmlformats.org/drawingml/2006/main">
              <a:ext uri="{FF2B5EF4-FFF2-40B4-BE49-F238E27FC236}">
                <a16:creationId xmlns:a16="http://schemas.microsoft.com/office/drawing/2014/main" id="{62F06252-E67F-4298-8461-FE40709A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543" y="9050655"/>
            <a:ext cx="207454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hitまでを再評価</a:t>
            </a:r>
          </a:p>
        </p:txBody>
      </p:sp>
      <p:sp>
        <p:nvSpPr>
          <p:cNvPr id="271" name="反射後に新しい候補">
            <a:extLst xmlns:a="http://schemas.openxmlformats.org/drawingml/2006/main">
              <a:ext uri="{FF2B5EF4-FFF2-40B4-BE49-F238E27FC236}">
                <a16:creationId xmlns:a16="http://schemas.microsoft.com/office/drawing/2014/main" id="{17CB213D-D254-410E-86B4-639BC71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9050655"/>
            <a:ext cx="22288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D78300"/>
                </a:solidFill>
                <a:latin typeface="Noto Sans CJK JP"/>
                <a:ea typeface="Noto Sans CJK JP"/>
                <a:cs typeface="Noto Sans CJK JP"/>
              </a:rPr>
              <a:t>反射後に新しい候補</a:t>
            </a:r>
          </a:p>
        </p:txBody>
      </p:sp>
    </p:spTree>
    <p:extLst>
      <p:ext uri="{BB962C8B-B14F-4D97-AF65-F5344CB8AC3E}">
        <p14:creationId xmlns:p14="http://schemas.microsoft.com/office/powerpoint/2010/main" val="1853702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図10　壁面応答とRZ軸の扱い">
            <a:extLst xmlns:a="http://schemas.openxmlformats.org/drawingml/2006/main">
              <a:ext uri="{FF2B5EF4-FFF2-40B4-BE49-F238E27FC236}">
                <a16:creationId xmlns:a16="http://schemas.microsoft.com/office/drawing/2014/main" id="{EF6DE8EB-B376-4081-88B3-FAF2B1D7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図10　壁面応答とRZ軸の扱い</a:t>
            </a:r>
          </a:p>
        </p:txBody>
      </p:sp>
      <p:sp>
        <p:nvSpPr>
          <p:cNvPr id="2" name="境界ごとに付着・排出・反射を設定し、反射後の再飛行とRZ軸通過を計算できる">
            <a:extLst xmlns:a="http://schemas.openxmlformats.org/drawingml/2006/main">
              <a:ext uri="{FF2B5EF4-FFF2-40B4-BE49-F238E27FC236}">
                <a16:creationId xmlns:a16="http://schemas.microsoft.com/office/drawing/2014/main" id="{5EB64BC1-962D-43F6-9F45-6BBDCBFB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境界ごとに付着・排出・反射を設定し、反射後の再飛行とRZ軸通過を計算できる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CB6CFD-70BE-41D2-BA10-39DA947F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3D30691F-CF17-4FB3-B031-EBDA638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24">
            <a:extLst xmlns:a="http://schemas.openxmlformats.org/drawingml/2006/main">
              <a:ext uri="{FF2B5EF4-FFF2-40B4-BE49-F238E27FC236}">
                <a16:creationId xmlns:a16="http://schemas.microsoft.com/office/drawing/2014/main" id="{A688D10C-0408-4D93-AC1A-E3A32D7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24</a:t>
            </a:r>
          </a:p>
        </p:txBody>
      </p:sp>
      <p:sp>
        <p:nvSpPr>
          <p:cNvPr id="6" name="(a) stick">
            <a:extLst xmlns:a="http://schemas.openxmlformats.org/drawingml/2006/main">
              <a:ext uri="{FF2B5EF4-FFF2-40B4-BE49-F238E27FC236}">
                <a16:creationId xmlns:a16="http://schemas.microsoft.com/office/drawing/2014/main" id="{E50C77F4-AE20-45B3-8B23-A668023B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781175"/>
            <a:ext cx="26146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stick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12293-3D02-4226-A411-FCFE5A65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" y="3769995"/>
            <a:ext cx="2306003" cy="694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FE2"/>
          </a:solidFill>
          <a:ln xmlns:a="http://schemas.openxmlformats.org/drawingml/2006/main" w="8573">
            <a:noFill/>
          </a:ln>
        </p:spPr>
      </p:sp>
      <p:sp>
        <p:nvSpPr>
          <p:cNvPr id="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A39AB5-8D1C-4D9C-9DD4-A3A3C4C0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" y="3769995"/>
            <a:ext cx="2306002" cy="95"/>
          </a:xfrm>
          <a:custGeom xmlns:a="http://schemas.openxmlformats.org/drawingml/2006/main">
            <a:pathLst>
              <a:path w="2306002" h="95">
                <a:moveTo>
                  <a:pt x="0" y="0"/>
                </a:moveTo>
                <a:lnTo>
                  <a:pt x="23060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36A74-D9A4-47EB-81EB-2B6E4ABB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8" y="2364105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870C5A-2D85-4457-9C8B-4B895D13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2629853"/>
            <a:ext cx="822960" cy="1140143"/>
          </a:xfrm>
          <a:custGeom xmlns:a="http://schemas.openxmlformats.org/drawingml/2006/main">
            <a:pathLst>
              <a:path w="822960" h="1140143">
                <a:moveTo>
                  <a:pt x="0" y="0"/>
                </a:moveTo>
                <a:lnTo>
                  <a:pt x="822960" y="1140143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6D00B8-3CCD-4598-825B-2B17CD4E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778" y="3659491"/>
            <a:ext cx="97742" cy="110504"/>
          </a:xfrm>
          <a:custGeom xmlns:a="http://schemas.openxmlformats.org/drawingml/2006/main">
            <a:pathLst>
              <a:path w="97742" h="110504">
                <a:moveTo>
                  <a:pt x="97742" y="110504"/>
                </a:moveTo>
                <a:lnTo>
                  <a:pt x="75070" y="0"/>
                </a:lnTo>
                <a:lnTo>
                  <a:pt x="0" y="5418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C4079-4792-42E5-BA97-29DAD1F1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078" y="3624263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" name="v′ = 0">
            <a:extLst xmlns:a="http://schemas.openxmlformats.org/drawingml/2006/main">
              <a:ext uri="{FF2B5EF4-FFF2-40B4-BE49-F238E27FC236}">
                <a16:creationId xmlns:a16="http://schemas.microsoft.com/office/drawing/2014/main" id="{678C259D-4EA2-4DF2-BD5C-EB9723A3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268" y="3264218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v′ = 0</a:t>
            </a:r>
          </a:p>
        </p:txBody>
      </p:sp>
      <p:sp>
        <p:nvSpPr>
          <p:cNvPr id="14" name="(b) escape">
            <a:extLst xmlns:a="http://schemas.openxmlformats.org/drawingml/2006/main">
              <a:ext uri="{FF2B5EF4-FFF2-40B4-BE49-F238E27FC236}">
                <a16:creationId xmlns:a16="http://schemas.microsoft.com/office/drawing/2014/main" id="{C59B354F-DC4A-405C-99EE-B83D5AC3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845" y="1781175"/>
            <a:ext cx="26146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escape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70A2F-8049-4302-B368-ADEDB047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853" y="3769995"/>
            <a:ext cx="2306003" cy="694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FE2"/>
          </a:solidFill>
          <a:ln xmlns:a="http://schemas.openxmlformats.org/drawingml/2006/main" w="8573">
            <a:noFill/>
          </a:ln>
        </p:spPr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02B4D8-C850-4BB8-8E9E-061D35B1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853" y="3769995"/>
            <a:ext cx="840105" cy="95"/>
          </a:xfrm>
          <a:custGeom xmlns:a="http://schemas.openxmlformats.org/drawingml/2006/main">
            <a:pathLst>
              <a:path w="840105" h="95">
                <a:moveTo>
                  <a:pt x="0" y="0"/>
                </a:moveTo>
                <a:lnTo>
                  <a:pt x="840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83A7777-B56A-48CD-A5FA-EED58D8B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598" y="3769995"/>
            <a:ext cx="917257" cy="95"/>
          </a:xfrm>
          <a:custGeom xmlns:a="http://schemas.openxmlformats.org/drawingml/2006/main">
            <a:pathLst>
              <a:path w="917257" h="95">
                <a:moveTo>
                  <a:pt x="0" y="0"/>
                </a:moveTo>
                <a:lnTo>
                  <a:pt x="917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805F2B-CBD8-4CF5-BBD5-E850B528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769995"/>
            <a:ext cx="548640" cy="95"/>
          </a:xfrm>
          <a:custGeom xmlns:a="http://schemas.openxmlformats.org/drawingml/2006/main">
            <a:pathLst>
              <a:path w="548640" h="95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BF43A-ED81-410F-B539-FE38977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005" y="2364105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4331F1-8C57-4F50-8A5B-4C182CF0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318" y="2629853"/>
            <a:ext cx="822960" cy="1140143"/>
          </a:xfrm>
          <a:custGeom xmlns:a="http://schemas.openxmlformats.org/drawingml/2006/main">
            <a:pathLst>
              <a:path w="822960" h="1140143">
                <a:moveTo>
                  <a:pt x="0" y="0"/>
                </a:moveTo>
                <a:lnTo>
                  <a:pt x="822960" y="1140143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42B40B-2F29-4925-873A-8DCE5534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536" y="3659491"/>
            <a:ext cx="97742" cy="110504"/>
          </a:xfrm>
          <a:custGeom xmlns:a="http://schemas.openxmlformats.org/drawingml/2006/main">
            <a:pathLst>
              <a:path w="97742" h="110504">
                <a:moveTo>
                  <a:pt x="97742" y="110504"/>
                </a:moveTo>
                <a:lnTo>
                  <a:pt x="75070" y="0"/>
                </a:lnTo>
                <a:lnTo>
                  <a:pt x="0" y="5418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F0859-5B1B-441B-9F89-BBD6A435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624263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6AEBFE-B239-46C4-B81F-6D9C37CD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293" y="3890010"/>
            <a:ext cx="411480" cy="445770"/>
          </a:xfrm>
          <a:custGeom xmlns:a="http://schemas.openxmlformats.org/drawingml/2006/main">
            <a:pathLst>
              <a:path w="411480" h="445770">
                <a:moveTo>
                  <a:pt x="0" y="0"/>
                </a:moveTo>
                <a:lnTo>
                  <a:pt x="411480" y="44577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980BA0-4BD5-4004-BACC-D067CEB0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930" y="4255539"/>
            <a:ext cx="77842" cy="80241"/>
          </a:xfrm>
          <a:custGeom xmlns:a="http://schemas.openxmlformats.org/drawingml/2006/main">
            <a:pathLst>
              <a:path w="77842" h="80241">
                <a:moveTo>
                  <a:pt x="77842" y="80241"/>
                </a:moveTo>
                <a:lnTo>
                  <a:pt x="51023" y="0"/>
                </a:lnTo>
                <a:lnTo>
                  <a:pt x="0" y="47098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5" name="終端">
            <a:extLst xmlns:a="http://schemas.openxmlformats.org/drawingml/2006/main">
              <a:ext uri="{FF2B5EF4-FFF2-40B4-BE49-F238E27FC236}">
                <a16:creationId xmlns:a16="http://schemas.microsoft.com/office/drawing/2014/main" id="{009FE39E-5EBF-4E44-B324-AD81081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728" y="3187065"/>
            <a:ext cx="10287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終端</a:t>
            </a:r>
          </a:p>
        </p:txBody>
      </p:sp>
      <p:sp>
        <p:nvSpPr>
          <p:cNvPr id="26" name="(c) hold">
            <a:extLst xmlns:a="http://schemas.openxmlformats.org/drawingml/2006/main">
              <a:ext uri="{FF2B5EF4-FFF2-40B4-BE49-F238E27FC236}">
                <a16:creationId xmlns:a16="http://schemas.microsoft.com/office/drawing/2014/main" id="{97C00F26-426D-4AE0-824F-6F6147C9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603" y="1781175"/>
            <a:ext cx="26146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E1B1A-F441-4027-B884-4CF4366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3769995"/>
            <a:ext cx="2306003" cy="694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FE2"/>
          </a:solidFill>
          <a:ln xmlns:a="http://schemas.openxmlformats.org/drawingml/2006/main" w="8573">
            <a:noFill/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E6773C-B1D5-4C2A-8D22-F736EB2F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3769995"/>
            <a:ext cx="2306003" cy="95"/>
          </a:xfrm>
          <a:custGeom xmlns:a="http://schemas.openxmlformats.org/drawingml/2006/main">
            <a:pathLst>
              <a:path w="2306003" h="95">
                <a:moveTo>
                  <a:pt x="0" y="0"/>
                </a:moveTo>
                <a:lnTo>
                  <a:pt x="2306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2D9DC-59D8-45DC-896E-4EF9B13E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2364105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CDB0BD-CFE3-47BB-86BE-4BBD1941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29853"/>
            <a:ext cx="822960" cy="1140143"/>
          </a:xfrm>
          <a:custGeom xmlns:a="http://schemas.openxmlformats.org/drawingml/2006/main">
            <a:pathLst>
              <a:path w="822960" h="1140143">
                <a:moveTo>
                  <a:pt x="0" y="0"/>
                </a:moveTo>
                <a:lnTo>
                  <a:pt x="822960" y="1140143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6FE3007-BAB2-4097-995F-F816EA6F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293" y="3659491"/>
            <a:ext cx="97742" cy="110504"/>
          </a:xfrm>
          <a:custGeom xmlns:a="http://schemas.openxmlformats.org/drawingml/2006/main">
            <a:pathLst>
              <a:path w="97742" h="110504">
                <a:moveTo>
                  <a:pt x="97742" y="110504"/>
                </a:moveTo>
                <a:lnTo>
                  <a:pt x="75070" y="0"/>
                </a:lnTo>
                <a:lnTo>
                  <a:pt x="0" y="5418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07FF90-64F4-400F-829F-D08DDD89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593" y="3624263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DF3954-8CFD-4C8C-AD12-FDA40CE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340" y="3487103"/>
            <a:ext cx="574357" cy="274320"/>
          </a:xfrm>
          <a:custGeom xmlns:a="http://schemas.openxmlformats.org/drawingml/2006/main">
            <a:pathLst>
              <a:path w="574357" h="274320">
                <a:moveTo>
                  <a:pt x="0" y="0"/>
                </a:moveTo>
                <a:lnTo>
                  <a:pt x="574357" y="27432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E8790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DCD4C2-5BF6-4253-B408-C7B2F897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115" y="3696843"/>
            <a:ext cx="84582" cy="64580"/>
          </a:xfrm>
          <a:custGeom xmlns:a="http://schemas.openxmlformats.org/drawingml/2006/main">
            <a:pathLst>
              <a:path w="84582" h="64580">
                <a:moveTo>
                  <a:pt x="84582" y="64580"/>
                </a:moveTo>
                <a:lnTo>
                  <a:pt x="29926" y="0"/>
                </a:lnTo>
                <a:lnTo>
                  <a:pt x="0" y="62658"/>
                </a:lnTo>
                <a:close/>
              </a:path>
            </a:pathLst>
          </a:custGeom>
          <a:solidFill xmlns:a="http://schemas.openxmlformats.org/drawingml/2006/main">
            <a:srgbClr val="7E8790"/>
          </a:solidFill>
          <a:ln xmlns:a="http://schemas.openxmlformats.org/drawingml/2006/main" w="9525">
            <a:solidFill>
              <a:srgbClr val="7E8790"/>
            </a:solidFill>
            <a:prstDash val="solid"/>
          </a:ln>
        </p:spPr>
      </p:sp>
      <p:sp>
        <p:nvSpPr>
          <p:cNvPr id="35" name="vを保存">
            <a:extLst xmlns:a="http://schemas.openxmlformats.org/drawingml/2006/main">
              <a:ext uri="{FF2B5EF4-FFF2-40B4-BE49-F238E27FC236}">
                <a16:creationId xmlns:a16="http://schemas.microsoft.com/office/drawing/2014/main" id="{CF1B949F-D806-4FB1-BDB7-3F3FB889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470" y="3101340"/>
            <a:ext cx="126873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vを保存</a:t>
            </a:r>
          </a:p>
        </p:txBody>
      </p:sp>
      <p:sp>
        <p:nvSpPr>
          <p:cNvPr id="36" name="hit状態で終端">
            <a:extLst xmlns:a="http://schemas.openxmlformats.org/drawingml/2006/main">
              <a:ext uri="{FF2B5EF4-FFF2-40B4-BE49-F238E27FC236}">
                <a16:creationId xmlns:a16="http://schemas.microsoft.com/office/drawing/2014/main" id="{F2EBEF37-E1A5-4100-AFE9-8CEF5782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503" y="3967163"/>
            <a:ext cx="18859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hit状態で終端</a:t>
            </a:r>
          </a:p>
        </p:txBody>
      </p:sp>
      <p:sp>
        <p:nvSpPr>
          <p:cNvPr id="37" name="(d) specular">
            <a:extLst xmlns:a="http://schemas.openxmlformats.org/drawingml/2006/main">
              <a:ext uri="{FF2B5EF4-FFF2-40B4-BE49-F238E27FC236}">
                <a16:creationId xmlns:a16="http://schemas.microsoft.com/office/drawing/2014/main" id="{319D0282-5EDC-4B3C-8BC8-A0CB5E85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360" y="1781175"/>
            <a:ext cx="26146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(d) specular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4856AA-3F2F-44D8-A412-E314B839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368" y="3769995"/>
            <a:ext cx="2306003" cy="694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FE2"/>
          </a:solidFill>
          <a:ln xmlns:a="http://schemas.openxmlformats.org/drawingml/2006/main" w="8573">
            <a:noFill/>
          </a:ln>
        </p:spPr>
      </p:sp>
      <p:sp>
        <p:nvSpPr>
          <p:cNvPr id="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4F95BE-48D3-4F7D-9F5E-2377E4E1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368" y="3769995"/>
            <a:ext cx="2306002" cy="95"/>
          </a:xfrm>
          <a:custGeom xmlns:a="http://schemas.openxmlformats.org/drawingml/2006/main">
            <a:pathLst>
              <a:path w="2306002" h="95">
                <a:moveTo>
                  <a:pt x="0" y="0"/>
                </a:moveTo>
                <a:lnTo>
                  <a:pt x="23060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BFAB9E-B6C1-4324-B42F-5502BD17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520" y="2364105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6575D6-E539-4AB2-AEDE-7819A154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833" y="2629853"/>
            <a:ext cx="822960" cy="1140143"/>
          </a:xfrm>
          <a:custGeom xmlns:a="http://schemas.openxmlformats.org/drawingml/2006/main">
            <a:pathLst>
              <a:path w="822960" h="1140143">
                <a:moveTo>
                  <a:pt x="0" y="0"/>
                </a:moveTo>
                <a:lnTo>
                  <a:pt x="822960" y="1140143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6C083D3-58B6-405F-A460-DD1C737C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051" y="3659491"/>
            <a:ext cx="97742" cy="110504"/>
          </a:xfrm>
          <a:custGeom xmlns:a="http://schemas.openxmlformats.org/drawingml/2006/main">
            <a:pathLst>
              <a:path w="97742" h="110504">
                <a:moveTo>
                  <a:pt x="97742" y="110504"/>
                </a:moveTo>
                <a:lnTo>
                  <a:pt x="75070" y="0"/>
                </a:lnTo>
                <a:lnTo>
                  <a:pt x="0" y="5418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B61A24-6F04-4285-948C-624CD810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2775585"/>
            <a:ext cx="925830" cy="994410"/>
          </a:xfrm>
          <a:custGeom xmlns:a="http://schemas.openxmlformats.org/drawingml/2006/main">
            <a:pathLst>
              <a:path w="925830" h="994410">
                <a:moveTo>
                  <a:pt x="0" y="994410"/>
                </a:moveTo>
                <a:lnTo>
                  <a:pt x="925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63F5AD-6511-4CBD-A841-2BAA72A6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645" y="2775585"/>
            <a:ext cx="103978" cy="106834"/>
          </a:xfrm>
          <a:custGeom xmlns:a="http://schemas.openxmlformats.org/drawingml/2006/main">
            <a:pathLst>
              <a:path w="103978" h="106834">
                <a:moveTo>
                  <a:pt x="103978" y="0"/>
                </a:moveTo>
                <a:lnTo>
                  <a:pt x="0" y="43746"/>
                </a:lnTo>
                <a:lnTo>
                  <a:pt x="67761" y="106834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5A8307-9A13-43A4-8261-92D0FE22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180" y="2664143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81B237-1129-4DB8-BA5A-8CA1199E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2381250"/>
            <a:ext cx="95" cy="1388745"/>
          </a:xfrm>
          <a:custGeom xmlns:a="http://schemas.openxmlformats.org/drawingml/2006/main">
            <a:pathLst>
              <a:path w="95" h="1388745">
                <a:moveTo>
                  <a:pt x="0" y="13887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7E8790"/>
            </a:solidFill>
            <a:prstDash val="dash"/>
          </a:ln>
        </p:spPr>
      </p:sp>
      <p:sp>
        <p:nvSpPr>
          <p:cNvPr id="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467EBD-60EB-4DBD-A8ED-04E074DD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891" y="3272866"/>
            <a:ext cx="639097" cy="121884"/>
          </a:xfrm>
          <a:custGeom xmlns:a="http://schemas.openxmlformats.org/drawingml/2006/main">
            <a:pathLst>
              <a:path w="639097" h="121884">
                <a:moveTo>
                  <a:pt x="0" y="110728"/>
                </a:moveTo>
                <a:lnTo>
                  <a:pt x="13676" y="100044"/>
                </a:lnTo>
                <a:lnTo>
                  <a:pt x="27716" y="89843"/>
                </a:lnTo>
                <a:lnTo>
                  <a:pt x="42104" y="80138"/>
                </a:lnTo>
                <a:lnTo>
                  <a:pt x="56822" y="70941"/>
                </a:lnTo>
                <a:lnTo>
                  <a:pt x="71851" y="62264"/>
                </a:lnTo>
                <a:lnTo>
                  <a:pt x="87175" y="54116"/>
                </a:lnTo>
                <a:lnTo>
                  <a:pt x="102773" y="46509"/>
                </a:lnTo>
                <a:lnTo>
                  <a:pt x="118628" y="39450"/>
                </a:lnTo>
                <a:lnTo>
                  <a:pt x="134719" y="32948"/>
                </a:lnTo>
                <a:lnTo>
                  <a:pt x="151027" y="27013"/>
                </a:lnTo>
                <a:lnTo>
                  <a:pt x="167533" y="21650"/>
                </a:lnTo>
                <a:lnTo>
                  <a:pt x="184215" y="16866"/>
                </a:lnTo>
                <a:lnTo>
                  <a:pt x="201054" y="12668"/>
                </a:lnTo>
                <a:lnTo>
                  <a:pt x="218030" y="9059"/>
                </a:lnTo>
                <a:lnTo>
                  <a:pt x="235121" y="6046"/>
                </a:lnTo>
                <a:lnTo>
                  <a:pt x="252307" y="3630"/>
                </a:lnTo>
                <a:lnTo>
                  <a:pt x="269567" y="1816"/>
                </a:lnTo>
                <a:lnTo>
                  <a:pt x="286880" y="606"/>
                </a:lnTo>
                <a:lnTo>
                  <a:pt x="304224" y="0"/>
                </a:lnTo>
                <a:lnTo>
                  <a:pt x="321579" y="0"/>
                </a:lnTo>
                <a:lnTo>
                  <a:pt x="338923" y="606"/>
                </a:lnTo>
                <a:lnTo>
                  <a:pt x="356236" y="1816"/>
                </a:lnTo>
                <a:lnTo>
                  <a:pt x="373495" y="3630"/>
                </a:lnTo>
                <a:lnTo>
                  <a:pt x="390681" y="6046"/>
                </a:lnTo>
                <a:lnTo>
                  <a:pt x="407772" y="9059"/>
                </a:lnTo>
                <a:lnTo>
                  <a:pt x="424748" y="12668"/>
                </a:lnTo>
                <a:lnTo>
                  <a:pt x="441587" y="16866"/>
                </a:lnTo>
                <a:lnTo>
                  <a:pt x="458270" y="21650"/>
                </a:lnTo>
                <a:lnTo>
                  <a:pt x="474775" y="27013"/>
                </a:lnTo>
                <a:lnTo>
                  <a:pt x="491084" y="32948"/>
                </a:lnTo>
                <a:lnTo>
                  <a:pt x="507175" y="39450"/>
                </a:lnTo>
                <a:lnTo>
                  <a:pt x="523029" y="46509"/>
                </a:lnTo>
                <a:lnTo>
                  <a:pt x="538628" y="54116"/>
                </a:lnTo>
                <a:lnTo>
                  <a:pt x="553951" y="62264"/>
                </a:lnTo>
                <a:lnTo>
                  <a:pt x="568981" y="70941"/>
                </a:lnTo>
                <a:lnTo>
                  <a:pt x="583698" y="80138"/>
                </a:lnTo>
                <a:lnTo>
                  <a:pt x="598086" y="89843"/>
                </a:lnTo>
                <a:lnTo>
                  <a:pt x="612127" y="100044"/>
                </a:lnTo>
                <a:lnTo>
                  <a:pt x="625802" y="110728"/>
                </a:lnTo>
                <a:lnTo>
                  <a:pt x="639097" y="121884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112D50"/>
            </a:solidFill>
            <a:prstDash val="solid"/>
          </a:ln>
        </p:spPr>
      </p:sp>
      <p:sp>
        <p:nvSpPr>
          <p:cNvPr id="48" name="θ">
            <a:extLst xmlns:a="http://schemas.openxmlformats.org/drawingml/2006/main">
              <a:ext uri="{FF2B5EF4-FFF2-40B4-BE49-F238E27FC236}">
                <a16:creationId xmlns:a16="http://schemas.microsoft.com/office/drawing/2014/main" id="{375125B5-B2DE-4D62-A2C1-DAA88B26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83" y="2981325"/>
            <a:ext cx="3429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θ</a:t>
            </a:r>
          </a:p>
        </p:txBody>
      </p:sp>
      <p:sp>
        <p:nvSpPr>
          <p:cNvPr id="49" name="θ">
            <a:extLst xmlns:a="http://schemas.openxmlformats.org/drawingml/2006/main">
              <a:ext uri="{FF2B5EF4-FFF2-40B4-BE49-F238E27FC236}">
                <a16:creationId xmlns:a16="http://schemas.microsoft.com/office/drawing/2014/main" id="{C69AECC8-7DB0-437D-9976-27DC46D3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2981325"/>
            <a:ext cx="3429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θ</a:t>
            </a:r>
          </a:p>
        </p:txBody>
      </p:sp>
      <p:sp>
        <p:nvSpPr>
          <p:cNvPr id="50" name="(e) restitution">
            <a:extLst xmlns:a="http://schemas.openxmlformats.org/drawingml/2006/main">
              <a:ext uri="{FF2B5EF4-FFF2-40B4-BE49-F238E27FC236}">
                <a16:creationId xmlns:a16="http://schemas.microsoft.com/office/drawing/2014/main" id="{823A927D-94AA-45E6-A568-BB16A3D1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8118" y="1781175"/>
            <a:ext cx="26146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(e) restitution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2FE6FD-6A3B-44B9-857E-EC237BA5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769995"/>
            <a:ext cx="2306003" cy="694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FE2"/>
          </a:solidFill>
          <a:ln xmlns:a="http://schemas.openxmlformats.org/drawingml/2006/main" w="8573">
            <a:noFill/>
          </a:ln>
        </p:spPr>
      </p:sp>
      <p:sp>
        <p:nvSpPr>
          <p:cNvPr id="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10072E-9955-436F-9340-2F4AE35C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769995"/>
            <a:ext cx="2306003" cy="95"/>
          </a:xfrm>
          <a:custGeom xmlns:a="http://schemas.openxmlformats.org/drawingml/2006/main">
            <a:pathLst>
              <a:path w="2306003" h="95">
                <a:moveTo>
                  <a:pt x="0" y="0"/>
                </a:moveTo>
                <a:lnTo>
                  <a:pt x="2306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91F34F-4EE6-4979-AAC7-E2CB8341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278" y="2655570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3ED572-EB1C-45AE-BCB9-6D0925C8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590" y="2912745"/>
            <a:ext cx="822960" cy="857250"/>
          </a:xfrm>
          <a:custGeom xmlns:a="http://schemas.openxmlformats.org/drawingml/2006/main">
            <a:pathLst>
              <a:path w="822960" h="857250">
                <a:moveTo>
                  <a:pt x="0" y="0"/>
                </a:moveTo>
                <a:lnTo>
                  <a:pt x="82296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2732731-3E94-4AFA-A94C-F344BE00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915" y="3663728"/>
            <a:ext cx="104635" cy="106267"/>
          </a:xfrm>
          <a:custGeom xmlns:a="http://schemas.openxmlformats.org/drawingml/2006/main">
            <a:pathLst>
              <a:path w="104635" h="106267">
                <a:moveTo>
                  <a:pt x="104635" y="106267"/>
                </a:moveTo>
                <a:lnTo>
                  <a:pt x="66788" y="0"/>
                </a:lnTo>
                <a:lnTo>
                  <a:pt x="0" y="6411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B2D894-ED2F-4D8E-9A76-E523D7B2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041333"/>
            <a:ext cx="1045845" cy="728663"/>
          </a:xfrm>
          <a:custGeom xmlns:a="http://schemas.openxmlformats.org/drawingml/2006/main">
            <a:pathLst>
              <a:path w="1045845" h="728663">
                <a:moveTo>
                  <a:pt x="0" y="728663"/>
                </a:moveTo>
                <a:lnTo>
                  <a:pt x="10458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2D50"/>
            </a:solidFill>
            <a:prstDash val="solid"/>
          </a:ln>
        </p:spPr>
      </p:sp>
      <p:sp>
        <p:nvSpPr>
          <p:cNvPr id="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220F75-AB25-4F2E-BAEB-89547AE4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7528" y="3041333"/>
            <a:ext cx="110867" cy="96788"/>
          </a:xfrm>
          <a:custGeom xmlns:a="http://schemas.openxmlformats.org/drawingml/2006/main">
            <a:pathLst>
              <a:path w="110867" h="96788">
                <a:moveTo>
                  <a:pt x="110867" y="0"/>
                </a:moveTo>
                <a:lnTo>
                  <a:pt x="0" y="20824"/>
                </a:lnTo>
                <a:lnTo>
                  <a:pt x="52926" y="96788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E7E3CA-CAC6-4D8C-9916-DB71051E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953" y="2929890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9" name="v′ = −e_n v_n + e_t v_t">
            <a:extLst xmlns:a="http://schemas.openxmlformats.org/drawingml/2006/main">
              <a:ext uri="{FF2B5EF4-FFF2-40B4-BE49-F238E27FC236}">
                <a16:creationId xmlns:a16="http://schemas.microsoft.com/office/drawing/2014/main" id="{C6AD98A2-987C-4154-8F32-C2F8527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263" y="219265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v′ = −e_n v_n + e_t v_t</a:t>
            </a:r>
          </a:p>
        </p:txBody>
      </p:sp>
      <p:sp>
        <p:nvSpPr>
          <p:cNvPr id="60" name="確率付着：確率pでstick、1−pで反射">
            <a:extLst xmlns:a="http://schemas.openxmlformats.org/drawingml/2006/main">
              <a:ext uri="{FF2B5EF4-FFF2-40B4-BE49-F238E27FC236}">
                <a16:creationId xmlns:a16="http://schemas.microsoft.com/office/drawing/2014/main" id="{7F2F57F9-9944-41E6-990C-718ECDB5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87253"/>
            <a:ext cx="9944100" cy="420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9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確率付着：確率pでstick、1−pで反射</a:t>
            </a:r>
          </a:p>
        </p:txBody>
      </p:sp>
      <p:sp>
        <p:nvSpPr>
          <p:cNvPr id="61" name="(f) RZ軸を通るときの座標・速度変換">
            <a:extLst xmlns:a="http://schemas.openxmlformats.org/drawingml/2006/main">
              <a:ext uri="{FF2B5EF4-FFF2-40B4-BE49-F238E27FC236}">
                <a16:creationId xmlns:a16="http://schemas.microsoft.com/office/drawing/2014/main" id="{D66DAE44-8CE9-453F-B428-CF7DBD0C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73053"/>
            <a:ext cx="121729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(f) RZ軸を通るときの座標・速度変換</a:t>
            </a:r>
          </a:p>
        </p:txBody>
      </p:sp>
      <p:sp>
        <p:nvSpPr>
          <p:cNvPr id="62" name="符号付き半径 s ∈ (−∞,∞)">
            <a:extLst xmlns:a="http://schemas.openxmlformats.org/drawingml/2006/main">
              <a:ext uri="{FF2B5EF4-FFF2-40B4-BE49-F238E27FC236}">
                <a16:creationId xmlns:a16="http://schemas.microsoft.com/office/drawing/2014/main" id="{AE144CE6-E1BB-4E7D-817C-325F04AD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5904548"/>
            <a:ext cx="488632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符号付き半径 s ∈ (−∞,∞)</a:t>
            </a:r>
          </a:p>
        </p:txBody>
      </p:sp>
      <p:sp>
        <p:nvSpPr>
          <p:cNvPr id="63" name="標準RZの半径 r ≥ 0">
            <a:extLst xmlns:a="http://schemas.openxmlformats.org/drawingml/2006/main">
              <a:ext uri="{FF2B5EF4-FFF2-40B4-BE49-F238E27FC236}">
                <a16:creationId xmlns:a16="http://schemas.microsoft.com/office/drawing/2014/main" id="{5DDABCA6-E730-4781-8E2F-F3B805C6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305" y="5904548"/>
            <a:ext cx="418338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標準RZの半径 r ≥ 0</a:t>
            </a:r>
          </a:p>
        </p:txBody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4EE4D7-F8DA-4C75-A620-F32C5DC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158" y="6538913"/>
            <a:ext cx="95" cy="2614613"/>
          </a:xfrm>
          <a:custGeom xmlns:a="http://schemas.openxmlformats.org/drawingml/2006/main">
            <a:pathLst>
              <a:path w="95" h="2614613">
                <a:moveTo>
                  <a:pt x="0" y="0"/>
                </a:moveTo>
                <a:lnTo>
                  <a:pt x="0" y="2614613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dash"/>
          </a:ln>
        </p:spPr>
      </p:sp>
      <p:sp>
        <p:nvSpPr>
          <p:cNvPr id="65" name="s = 0">
            <a:extLst xmlns:a="http://schemas.openxmlformats.org/drawingml/2006/main">
              <a:ext uri="{FF2B5EF4-FFF2-40B4-BE49-F238E27FC236}">
                <a16:creationId xmlns:a16="http://schemas.microsoft.com/office/drawing/2014/main" id="{CE97BA14-5FBE-4822-A210-7D2402FF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243" y="6196013"/>
            <a:ext cx="10287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s = 0</a:t>
            </a:r>
          </a:p>
        </p:txBody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A4239F-A4DE-47D5-A7F7-BAE45BCE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" y="8887778"/>
            <a:ext cx="5735003" cy="95"/>
          </a:xfrm>
          <a:custGeom xmlns:a="http://schemas.openxmlformats.org/drawingml/2006/main">
            <a:pathLst>
              <a:path w="5735003" h="95">
                <a:moveTo>
                  <a:pt x="0" y="0"/>
                </a:moveTo>
                <a:lnTo>
                  <a:pt x="573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60">
            <a:solidFill>
              <a:srgbClr val="112D50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C9F14E-461D-470F-9222-2011EDA4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235" y="8853059"/>
            <a:ext cx="77153" cy="69437"/>
          </a:xfrm>
          <a:custGeom xmlns:a="http://schemas.openxmlformats.org/drawingml/2006/main">
            <a:pathLst>
              <a:path w="77153" h="69437">
                <a:moveTo>
                  <a:pt x="77153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8" name="s">
            <a:extLst xmlns:a="http://schemas.openxmlformats.org/drawingml/2006/main">
              <a:ext uri="{FF2B5EF4-FFF2-40B4-BE49-F238E27FC236}">
                <a16:creationId xmlns:a16="http://schemas.microsoft.com/office/drawing/2014/main" id="{3998BF4E-AB3A-4432-8B8E-1884580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88" y="8853488"/>
            <a:ext cx="3429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s</a:t>
            </a:r>
          </a:p>
        </p:txBody>
      </p:sp>
      <p:sp>
        <p:nvSpPr>
          <p:cNvPr id="69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0FB5460-B4E6-4956-BEAE-71C54934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3" y="6907530"/>
            <a:ext cx="5143500" cy="1843088"/>
          </a:xfrm>
          <a:custGeom xmlns:a="http://schemas.openxmlformats.org/drawingml/2006/main">
            <a:pathLst>
              <a:path w="5143500" h="1843088">
                <a:moveTo>
                  <a:pt x="0" y="0"/>
                </a:moveTo>
                <a:lnTo>
                  <a:pt x="117015" y="7230"/>
                </a:lnTo>
                <a:lnTo>
                  <a:pt x="231342" y="18104"/>
                </a:lnTo>
                <a:lnTo>
                  <a:pt x="343130" y="32471"/>
                </a:lnTo>
                <a:lnTo>
                  <a:pt x="452527" y="50180"/>
                </a:lnTo>
                <a:lnTo>
                  <a:pt x="559680" y="71079"/>
                </a:lnTo>
                <a:lnTo>
                  <a:pt x="664737" y="95017"/>
                </a:lnTo>
                <a:lnTo>
                  <a:pt x="767847" y="121844"/>
                </a:lnTo>
                <a:lnTo>
                  <a:pt x="869156" y="151408"/>
                </a:lnTo>
                <a:lnTo>
                  <a:pt x="968814" y="183557"/>
                </a:lnTo>
                <a:lnTo>
                  <a:pt x="1066967" y="218142"/>
                </a:lnTo>
                <a:lnTo>
                  <a:pt x="1163765" y="255010"/>
                </a:lnTo>
                <a:lnTo>
                  <a:pt x="1259354" y="294010"/>
                </a:lnTo>
                <a:lnTo>
                  <a:pt x="1353882" y="334992"/>
                </a:lnTo>
                <a:lnTo>
                  <a:pt x="1447499" y="377803"/>
                </a:lnTo>
                <a:lnTo>
                  <a:pt x="1540350" y="422294"/>
                </a:lnTo>
                <a:lnTo>
                  <a:pt x="1632585" y="468312"/>
                </a:lnTo>
                <a:lnTo>
                  <a:pt x="1724351" y="515708"/>
                </a:lnTo>
                <a:lnTo>
                  <a:pt x="1815796" y="564328"/>
                </a:lnTo>
                <a:lnTo>
                  <a:pt x="1907068" y="614023"/>
                </a:lnTo>
                <a:lnTo>
                  <a:pt x="1998315" y="664642"/>
                </a:lnTo>
                <a:lnTo>
                  <a:pt x="2089685" y="716032"/>
                </a:lnTo>
                <a:lnTo>
                  <a:pt x="2181325" y="768043"/>
                </a:lnTo>
                <a:lnTo>
                  <a:pt x="2273384" y="820524"/>
                </a:lnTo>
                <a:lnTo>
                  <a:pt x="2366010" y="873323"/>
                </a:lnTo>
                <a:lnTo>
                  <a:pt x="2459350" y="926290"/>
                </a:lnTo>
                <a:lnTo>
                  <a:pt x="2553552" y="979274"/>
                </a:lnTo>
                <a:lnTo>
                  <a:pt x="2648764" y="1032122"/>
                </a:lnTo>
                <a:lnTo>
                  <a:pt x="2745135" y="1084684"/>
                </a:lnTo>
                <a:lnTo>
                  <a:pt x="2842811" y="1136809"/>
                </a:lnTo>
                <a:lnTo>
                  <a:pt x="2941941" y="1188346"/>
                </a:lnTo>
                <a:lnTo>
                  <a:pt x="3042673" y="1239143"/>
                </a:lnTo>
                <a:lnTo>
                  <a:pt x="3145155" y="1289050"/>
                </a:lnTo>
                <a:lnTo>
                  <a:pt x="3249534" y="1337915"/>
                </a:lnTo>
                <a:lnTo>
                  <a:pt x="3355959" y="1385587"/>
                </a:lnTo>
                <a:lnTo>
                  <a:pt x="3464577" y="1431915"/>
                </a:lnTo>
                <a:lnTo>
                  <a:pt x="3575536" y="1476747"/>
                </a:lnTo>
                <a:lnTo>
                  <a:pt x="3688985" y="1519933"/>
                </a:lnTo>
                <a:lnTo>
                  <a:pt x="3805070" y="1561322"/>
                </a:lnTo>
                <a:lnTo>
                  <a:pt x="3923940" y="1600762"/>
                </a:lnTo>
                <a:lnTo>
                  <a:pt x="4045744" y="1638102"/>
                </a:lnTo>
                <a:lnTo>
                  <a:pt x="4170628" y="1673191"/>
                </a:lnTo>
                <a:lnTo>
                  <a:pt x="4298740" y="1705877"/>
                </a:lnTo>
                <a:lnTo>
                  <a:pt x="4430230" y="1736011"/>
                </a:lnTo>
                <a:lnTo>
                  <a:pt x="4565243" y="1763440"/>
                </a:lnTo>
                <a:lnTo>
                  <a:pt x="4703929" y="1788013"/>
                </a:lnTo>
                <a:lnTo>
                  <a:pt x="4846435" y="1809579"/>
                </a:lnTo>
                <a:lnTo>
                  <a:pt x="4992910" y="1827988"/>
                </a:lnTo>
                <a:lnTo>
                  <a:pt x="5143500" y="1843088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0F28D33-74E1-4D38-97B5-0EAE7676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47" y="8245445"/>
            <a:ext cx="215043" cy="94000"/>
          </a:xfrm>
          <a:custGeom xmlns:a="http://schemas.openxmlformats.org/drawingml/2006/main">
            <a:pathLst>
              <a:path w="215043" h="94000">
                <a:moveTo>
                  <a:pt x="0" y="0"/>
                </a:moveTo>
                <a:lnTo>
                  <a:pt x="215043" y="9400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73AEC7-751B-468B-A8AB-1569A571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846" y="8262020"/>
            <a:ext cx="104444" cy="78549"/>
          </a:xfrm>
          <a:custGeom xmlns:a="http://schemas.openxmlformats.org/drawingml/2006/main">
            <a:pathLst>
              <a:path w="104444" h="78549">
                <a:moveTo>
                  <a:pt x="104444" y="77424"/>
                </a:moveTo>
                <a:lnTo>
                  <a:pt x="34335" y="0"/>
                </a:lnTo>
                <a:lnTo>
                  <a:pt x="0" y="78549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4A18D0-4AB3-46AB-9BF7-253E4F4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89" y="686246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4288">
            <a:solidFill>
              <a:srgbClr val="112D50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934E2C-B515-403F-A51A-1F1D66B9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961" y="719008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4288">
            <a:solidFill>
              <a:srgbClr val="112D5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70BEF8-3652-41EF-8E2C-A64F9981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812" y="773857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4288">
            <a:solidFill>
              <a:srgbClr val="112D50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1FDFC2D-8052-410D-8376-664A9BC8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039" y="824419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4288">
            <a:solidFill>
              <a:srgbClr val="112D50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2F921A-B329-4BFE-83F9-87A2A1D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392" y="860029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4288">
            <a:solidFill>
              <a:srgbClr val="112D50"/>
            </a:solidFill>
          </a:ln>
        </p:spPr>
      </p:sp>
      <p:sp>
        <p:nvSpPr>
          <p:cNvPr id="77" name="s &lt; 0">
            <a:extLst xmlns:a="http://schemas.openxmlformats.org/drawingml/2006/main">
              <a:ext uri="{FF2B5EF4-FFF2-40B4-BE49-F238E27FC236}">
                <a16:creationId xmlns:a16="http://schemas.microsoft.com/office/drawing/2014/main" id="{4F620236-F06D-493F-B09E-76DA9F89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193" y="8073390"/>
            <a:ext cx="13716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s &lt; 0</a:t>
            </a:r>
          </a:p>
        </p:txBody>
      </p:sp>
      <p:sp>
        <p:nvSpPr>
          <p:cNvPr id="78" name="s &gt; 0">
            <a:extLst xmlns:a="http://schemas.openxmlformats.org/drawingml/2006/main">
              <a:ext uri="{FF2B5EF4-FFF2-40B4-BE49-F238E27FC236}">
                <a16:creationId xmlns:a16="http://schemas.microsoft.com/office/drawing/2014/main" id="{31B938D4-7282-48CF-8297-6B315AEC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490" y="8073390"/>
            <a:ext cx="13716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s &gt; 0</a:t>
            </a:r>
          </a:p>
        </p:txBody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B97F67-0EA0-4E40-AA76-B3B9D906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563" y="7670483"/>
            <a:ext cx="1860233" cy="95"/>
          </a:xfrm>
          <a:custGeom xmlns:a="http://schemas.openxmlformats.org/drawingml/2006/main">
            <a:pathLst>
              <a:path w="1860233" h="95">
                <a:moveTo>
                  <a:pt x="0" y="0"/>
                </a:moveTo>
                <a:lnTo>
                  <a:pt x="18602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B3A269-D4FC-4F56-942C-58FC047D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070" y="7631906"/>
            <a:ext cx="85725" cy="77152"/>
          </a:xfrm>
          <a:custGeom xmlns:a="http://schemas.openxmlformats.org/drawingml/2006/main">
            <a:pathLst>
              <a:path w="85725" h="77152">
                <a:moveTo>
                  <a:pt x="85725" y="38576"/>
                </a:moveTo>
                <a:lnTo>
                  <a:pt x="0" y="0"/>
                </a:lnTo>
                <a:lnTo>
                  <a:pt x="0" y="7715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81" name="座標を折り返す">
            <a:extLst xmlns:a="http://schemas.openxmlformats.org/drawingml/2006/main">
              <a:ext uri="{FF2B5EF4-FFF2-40B4-BE49-F238E27FC236}">
                <a16:creationId xmlns:a16="http://schemas.microsoft.com/office/drawing/2014/main" id="{4693FF18-9B7F-41FD-9822-1E20124F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7207568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9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座標を折り返す</a:t>
            </a:r>
          </a:p>
        </p:txBody>
      </p:sp>
      <p:sp>
        <p:nvSpPr>
          <p:cNvPr id="82" name="r = |s|&#10;v_r = sign(s)v_s">
            <a:extLst xmlns:a="http://schemas.openxmlformats.org/drawingml/2006/main">
              <a:ext uri="{FF2B5EF4-FFF2-40B4-BE49-F238E27FC236}">
                <a16:creationId xmlns:a16="http://schemas.microsoft.com/office/drawing/2014/main" id="{7A46CC80-CCE7-4705-B32A-E70557FD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983" y="7961948"/>
            <a:ext cx="222885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 = |s|</a:t>
            </a:r>
          </a:p>
          <a:p xmlns:a="http://schemas.openxmlformats.org/drawingml/2006/main">
            <a:pPr algn="ctr">
              <a:def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v_r = sign(s)v_s</a:t>
            </a:r>
          </a:p>
        </p:txBody>
      </p:sp>
      <p:sp>
        <p:nvSpPr>
          <p:cNvPr id="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BC2942-802B-4C7B-B667-E6C8342C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538913"/>
            <a:ext cx="95" cy="2640330"/>
          </a:xfrm>
          <a:custGeom xmlns:a="http://schemas.openxmlformats.org/drawingml/2006/main">
            <a:pathLst>
              <a:path w="95" h="2640330">
                <a:moveTo>
                  <a:pt x="0" y="0"/>
                </a:moveTo>
                <a:lnTo>
                  <a:pt x="0" y="264033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112D50"/>
            </a:solidFill>
            <a:prstDash val="dash"/>
          </a:ln>
        </p:spPr>
      </p:sp>
      <p:sp>
        <p:nvSpPr>
          <p:cNvPr id="84" name="r = 0">
            <a:extLst xmlns:a="http://schemas.openxmlformats.org/drawingml/2006/main">
              <a:ext uri="{FF2B5EF4-FFF2-40B4-BE49-F238E27FC236}">
                <a16:creationId xmlns:a16="http://schemas.microsoft.com/office/drawing/2014/main" id="{D231853F-C66F-4A2B-8AD6-04D9F514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20" y="6196013"/>
            <a:ext cx="10287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 = 0</a:t>
            </a:r>
          </a:p>
        </p:txBody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7AFA75-FAB4-4682-BBF0-F369611B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343" y="8887778"/>
            <a:ext cx="4003357" cy="95"/>
          </a:xfrm>
          <a:custGeom xmlns:a="http://schemas.openxmlformats.org/drawingml/2006/main">
            <a:pathLst>
              <a:path w="4003357" h="95">
                <a:moveTo>
                  <a:pt x="0" y="0"/>
                </a:moveTo>
                <a:lnTo>
                  <a:pt x="400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60">
            <a:solidFill>
              <a:srgbClr val="112D50"/>
            </a:solidFill>
            <a:prstDash val="solid"/>
          </a:ln>
        </p:spPr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C6EA60-1C44-40B5-9D36-35830D0E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548" y="8853059"/>
            <a:ext cx="77152" cy="69437"/>
          </a:xfrm>
          <a:custGeom xmlns:a="http://schemas.openxmlformats.org/drawingml/2006/main">
            <a:pathLst>
              <a:path w="77152" h="69437">
                <a:moveTo>
                  <a:pt x="77152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87" name="r">
            <a:extLst xmlns:a="http://schemas.openxmlformats.org/drawingml/2006/main">
              <a:ext uri="{FF2B5EF4-FFF2-40B4-BE49-F238E27FC236}">
                <a16:creationId xmlns:a16="http://schemas.microsoft.com/office/drawing/2014/main" id="{30EC9E28-2DD9-4FCD-906D-3B105C4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380" y="9007793"/>
            <a:ext cx="3857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</a:t>
            </a:r>
          </a:p>
        </p:txBody>
      </p:sp>
      <p:sp>
        <p:nvSpPr>
          <p:cNvPr id="8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1FD6DD1-96B1-4F40-9029-0EA80DB3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087553"/>
            <a:ext cx="1354455" cy="1714500"/>
          </a:xfrm>
          <a:custGeom xmlns:a="http://schemas.openxmlformats.org/drawingml/2006/main">
            <a:pathLst>
              <a:path w="1354455" h="1714500">
                <a:moveTo>
                  <a:pt x="1354455" y="0"/>
                </a:moveTo>
                <a:lnTo>
                  <a:pt x="1324441" y="28640"/>
                </a:lnTo>
                <a:lnTo>
                  <a:pt x="1294411" y="57760"/>
                </a:lnTo>
                <a:lnTo>
                  <a:pt x="1264370" y="87347"/>
                </a:lnTo>
                <a:lnTo>
                  <a:pt x="1234326" y="117391"/>
                </a:lnTo>
                <a:lnTo>
                  <a:pt x="1204283" y="147879"/>
                </a:lnTo>
                <a:lnTo>
                  <a:pt x="1174248" y="178800"/>
                </a:lnTo>
                <a:lnTo>
                  <a:pt x="1144227" y="210143"/>
                </a:lnTo>
                <a:lnTo>
                  <a:pt x="1114227" y="241895"/>
                </a:lnTo>
                <a:lnTo>
                  <a:pt x="1084252" y="274046"/>
                </a:lnTo>
                <a:lnTo>
                  <a:pt x="1054309" y="306583"/>
                </a:lnTo>
                <a:lnTo>
                  <a:pt x="1024404" y="339495"/>
                </a:lnTo>
                <a:lnTo>
                  <a:pt x="994544" y="372770"/>
                </a:lnTo>
                <a:lnTo>
                  <a:pt x="964734" y="406397"/>
                </a:lnTo>
                <a:lnTo>
                  <a:pt x="934980" y="440363"/>
                </a:lnTo>
                <a:lnTo>
                  <a:pt x="905288" y="474658"/>
                </a:lnTo>
                <a:lnTo>
                  <a:pt x="875665" y="509270"/>
                </a:lnTo>
                <a:lnTo>
                  <a:pt x="846116" y="544187"/>
                </a:lnTo>
                <a:lnTo>
                  <a:pt x="816648" y="579397"/>
                </a:lnTo>
                <a:lnTo>
                  <a:pt x="787266" y="614889"/>
                </a:lnTo>
                <a:lnTo>
                  <a:pt x="757977" y="650652"/>
                </a:lnTo>
                <a:lnTo>
                  <a:pt x="728786" y="686673"/>
                </a:lnTo>
                <a:lnTo>
                  <a:pt x="699700" y="722941"/>
                </a:lnTo>
                <a:lnTo>
                  <a:pt x="670725" y="759444"/>
                </a:lnTo>
                <a:lnTo>
                  <a:pt x="641866" y="796171"/>
                </a:lnTo>
                <a:lnTo>
                  <a:pt x="613130" y="833110"/>
                </a:lnTo>
                <a:lnTo>
                  <a:pt x="584523" y="870250"/>
                </a:lnTo>
                <a:lnTo>
                  <a:pt x="556051" y="907578"/>
                </a:lnTo>
                <a:lnTo>
                  <a:pt x="527720" y="945083"/>
                </a:lnTo>
                <a:lnTo>
                  <a:pt x="499535" y="982755"/>
                </a:lnTo>
                <a:lnTo>
                  <a:pt x="471504" y="1020580"/>
                </a:lnTo>
                <a:lnTo>
                  <a:pt x="443632" y="1058547"/>
                </a:lnTo>
                <a:lnTo>
                  <a:pt x="415925" y="1096645"/>
                </a:lnTo>
                <a:lnTo>
                  <a:pt x="388389" y="1134862"/>
                </a:lnTo>
                <a:lnTo>
                  <a:pt x="361030" y="1173187"/>
                </a:lnTo>
                <a:lnTo>
                  <a:pt x="333855" y="1211607"/>
                </a:lnTo>
                <a:lnTo>
                  <a:pt x="306869" y="1250112"/>
                </a:lnTo>
                <a:lnTo>
                  <a:pt x="280078" y="1288689"/>
                </a:lnTo>
                <a:lnTo>
                  <a:pt x="253488" y="1327327"/>
                </a:lnTo>
                <a:lnTo>
                  <a:pt x="227106" y="1366014"/>
                </a:lnTo>
                <a:lnTo>
                  <a:pt x="200938" y="1404739"/>
                </a:lnTo>
                <a:lnTo>
                  <a:pt x="174989" y="1443490"/>
                </a:lnTo>
                <a:lnTo>
                  <a:pt x="149265" y="1482256"/>
                </a:lnTo>
                <a:lnTo>
                  <a:pt x="123773" y="1521024"/>
                </a:lnTo>
                <a:lnTo>
                  <a:pt x="98519" y="1559783"/>
                </a:lnTo>
                <a:lnTo>
                  <a:pt x="73509" y="1598522"/>
                </a:lnTo>
                <a:lnTo>
                  <a:pt x="48748" y="1637229"/>
                </a:lnTo>
                <a:lnTo>
                  <a:pt x="24243" y="1675892"/>
                </a:lnTo>
                <a:lnTo>
                  <a:pt x="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8F93C6-D9F6-40AC-B571-371D5D4D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455" y="8222415"/>
            <a:ext cx="54534" cy="76745"/>
          </a:xfrm>
          <a:custGeom xmlns:a="http://schemas.openxmlformats.org/drawingml/2006/main">
            <a:pathLst>
              <a:path w="54534" h="76745">
                <a:moveTo>
                  <a:pt x="54534" y="0"/>
                </a:moveTo>
                <a:lnTo>
                  <a:pt x="0" y="7674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CFAEC9-A38B-4B0E-AC99-320A06C9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0455" y="8196688"/>
            <a:ext cx="90112" cy="102471"/>
          </a:xfrm>
          <a:custGeom xmlns:a="http://schemas.openxmlformats.org/drawingml/2006/main">
            <a:pathLst>
              <a:path w="90112" h="102471">
                <a:moveTo>
                  <a:pt x="0" y="102471"/>
                </a:moveTo>
                <a:lnTo>
                  <a:pt x="90112" y="49655"/>
                </a:lnTo>
                <a:lnTo>
                  <a:pt x="20233" y="0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9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276DCD5D-9D63-4794-B321-EB694735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8612515"/>
            <a:ext cx="2914650" cy="189538"/>
          </a:xfrm>
          <a:custGeom xmlns:a="http://schemas.openxmlformats.org/drawingml/2006/main">
            <a:pathLst>
              <a:path w="2914650" h="189538">
                <a:moveTo>
                  <a:pt x="0" y="189538"/>
                </a:moveTo>
                <a:lnTo>
                  <a:pt x="72325" y="177875"/>
                </a:lnTo>
                <a:lnTo>
                  <a:pt x="144621" y="166470"/>
                </a:lnTo>
                <a:lnTo>
                  <a:pt x="216855" y="155335"/>
                </a:lnTo>
                <a:lnTo>
                  <a:pt x="288999" y="144482"/>
                </a:lnTo>
                <a:lnTo>
                  <a:pt x="361023" y="133923"/>
                </a:lnTo>
                <a:lnTo>
                  <a:pt x="432895" y="123670"/>
                </a:lnTo>
                <a:lnTo>
                  <a:pt x="504585" y="113735"/>
                </a:lnTo>
                <a:lnTo>
                  <a:pt x="576064" y="104130"/>
                </a:lnTo>
                <a:lnTo>
                  <a:pt x="647301" y="94868"/>
                </a:lnTo>
                <a:lnTo>
                  <a:pt x="718266" y="85959"/>
                </a:lnTo>
                <a:lnTo>
                  <a:pt x="788929" y="77418"/>
                </a:lnTo>
                <a:lnTo>
                  <a:pt x="859259" y="69255"/>
                </a:lnTo>
                <a:lnTo>
                  <a:pt x="929227" y="61482"/>
                </a:lnTo>
                <a:lnTo>
                  <a:pt x="998801" y="54113"/>
                </a:lnTo>
                <a:lnTo>
                  <a:pt x="1067952" y="47158"/>
                </a:lnTo>
                <a:lnTo>
                  <a:pt x="1136650" y="40630"/>
                </a:lnTo>
                <a:lnTo>
                  <a:pt x="1204864" y="34541"/>
                </a:lnTo>
                <a:lnTo>
                  <a:pt x="1272564" y="28904"/>
                </a:lnTo>
                <a:lnTo>
                  <a:pt x="1339720" y="23729"/>
                </a:lnTo>
                <a:lnTo>
                  <a:pt x="1406302" y="19030"/>
                </a:lnTo>
                <a:lnTo>
                  <a:pt x="1472279" y="14818"/>
                </a:lnTo>
                <a:lnTo>
                  <a:pt x="1537621" y="11106"/>
                </a:lnTo>
                <a:lnTo>
                  <a:pt x="1602298" y="7906"/>
                </a:lnTo>
                <a:lnTo>
                  <a:pt x="1666280" y="5229"/>
                </a:lnTo>
                <a:lnTo>
                  <a:pt x="1729536" y="3088"/>
                </a:lnTo>
                <a:lnTo>
                  <a:pt x="1792036" y="1494"/>
                </a:lnTo>
                <a:lnTo>
                  <a:pt x="1853751" y="461"/>
                </a:lnTo>
                <a:lnTo>
                  <a:pt x="1914649" y="0"/>
                </a:lnTo>
                <a:lnTo>
                  <a:pt x="1974701" y="123"/>
                </a:lnTo>
                <a:lnTo>
                  <a:pt x="2033876" y="842"/>
                </a:lnTo>
                <a:lnTo>
                  <a:pt x="2092144" y="2170"/>
                </a:lnTo>
                <a:lnTo>
                  <a:pt x="2149475" y="4118"/>
                </a:lnTo>
                <a:lnTo>
                  <a:pt x="2205839" y="6698"/>
                </a:lnTo>
                <a:lnTo>
                  <a:pt x="2261205" y="9923"/>
                </a:lnTo>
                <a:lnTo>
                  <a:pt x="2315543" y="13805"/>
                </a:lnTo>
                <a:lnTo>
                  <a:pt x="2368823" y="18355"/>
                </a:lnTo>
                <a:lnTo>
                  <a:pt x="2421015" y="23587"/>
                </a:lnTo>
                <a:lnTo>
                  <a:pt x="2472088" y="29511"/>
                </a:lnTo>
                <a:lnTo>
                  <a:pt x="2522012" y="36141"/>
                </a:lnTo>
                <a:lnTo>
                  <a:pt x="2570758" y="43488"/>
                </a:lnTo>
                <a:lnTo>
                  <a:pt x="2618294" y="51564"/>
                </a:lnTo>
                <a:lnTo>
                  <a:pt x="2664591" y="60381"/>
                </a:lnTo>
                <a:lnTo>
                  <a:pt x="2709618" y="69952"/>
                </a:lnTo>
                <a:lnTo>
                  <a:pt x="2753345" y="80288"/>
                </a:lnTo>
                <a:lnTo>
                  <a:pt x="2795742" y="91402"/>
                </a:lnTo>
                <a:lnTo>
                  <a:pt x="2836779" y="103305"/>
                </a:lnTo>
                <a:lnTo>
                  <a:pt x="2876425" y="116011"/>
                </a:lnTo>
                <a:lnTo>
                  <a:pt x="2914650" y="12953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A32268-F3E2-4E7C-8DB7-57EAF4F3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439" y="8619213"/>
            <a:ext cx="109704" cy="7107"/>
          </a:xfrm>
          <a:custGeom xmlns:a="http://schemas.openxmlformats.org/drawingml/2006/main">
            <a:pathLst>
              <a:path w="109704" h="7107">
                <a:moveTo>
                  <a:pt x="0" y="0"/>
                </a:moveTo>
                <a:lnTo>
                  <a:pt x="109704" y="7107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8696"/>
            </a:solidFill>
            <a:prstDash val="solid"/>
          </a:ln>
        </p:spPr>
      </p:sp>
      <p:sp>
        <p:nvSpPr>
          <p:cNvPr id="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0BC1BE-EDE5-4BFF-A0A7-328B81B0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321" y="8577389"/>
            <a:ext cx="97822" cy="85546"/>
          </a:xfrm>
          <a:custGeom xmlns:a="http://schemas.openxmlformats.org/drawingml/2006/main">
            <a:pathLst>
              <a:path w="97822" h="85546">
                <a:moveTo>
                  <a:pt x="97822" y="48930"/>
                </a:moveTo>
                <a:lnTo>
                  <a:pt x="5542" y="0"/>
                </a:lnTo>
                <a:lnTo>
                  <a:pt x="0" y="85546"/>
                </a:lnTo>
                <a:close/>
              </a:path>
            </a:pathLst>
          </a:custGeom>
          <a:solidFill xmlns:a="http://schemas.openxmlformats.org/drawingml/2006/main">
            <a:srgbClr val="008696"/>
          </a:solidFill>
          <a:ln xmlns:a="http://schemas.openxmlformats.org/drawingml/2006/main" w="9525">
            <a:solidFill>
              <a:srgbClr val="00869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1E2951-0C32-45E5-8FF3-17AD61E0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185" y="698468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9E39EC-FAD8-4241-BE9C-CE91F38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110" y="770477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2E5CA6-CC39-4FFA-A87D-5B3AFF39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3730" y="869918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A233F89-2968-4722-865E-6033493B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5443" y="8527733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8DF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8" name="Brownian計算の材料壁：stick / escape / hold">
            <a:extLst xmlns:a="http://schemas.openxmlformats.org/drawingml/2006/main">
              <a:ext uri="{FF2B5EF4-FFF2-40B4-BE49-F238E27FC236}">
                <a16:creationId xmlns:a16="http://schemas.microsoft.com/office/drawing/2014/main" id="{5B08E914-2A77-4BBD-AB83-720FFB8B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9333548"/>
            <a:ext cx="97726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rPr>
              <a:t>Brownian計算の材料壁：stick / escape / hold</a:t>
            </a:r>
          </a:p>
        </p:txBody>
      </p:sp>
    </p:spTree>
    <p:extLst>
      <p:ext uri="{BB962C8B-B14F-4D97-AF65-F5344CB8AC3E}">
        <p14:creationId xmlns:p14="http://schemas.microsoft.com/office/powerpoint/2010/main" val="8507137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" name="図11　熱揺らぎを含む粒子輸送">
            <a:extLst xmlns:a="http://schemas.openxmlformats.org/drawingml/2006/main">
              <a:ext uri="{FF2B5EF4-FFF2-40B4-BE49-F238E27FC236}">
                <a16:creationId xmlns:a16="http://schemas.microsoft.com/office/drawing/2014/main" id="{58B898D9-0D24-4414-AC50-64DE97DB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図11　熱揺らぎを含む粒子輸送</a:t>
            </a:r>
          </a:p>
        </p:txBody>
      </p:sp>
      <p:sp>
        <p:nvSpPr>
          <p:cNvPr id="2" name="位置と速度の相関を保ったブラウン運動を計算し、数値経路上の最初の壁面接触を求められる">
            <a:extLst xmlns:a="http://schemas.openxmlformats.org/drawingml/2006/main">
              <a:ext uri="{FF2B5EF4-FFF2-40B4-BE49-F238E27FC236}">
                <a16:creationId xmlns:a16="http://schemas.microsoft.com/office/drawing/2014/main" id="{274D19F8-7B0F-4BBC-8A60-A660DC7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位置と速度の相関を保ったブラウン運動を計算し、数値経路上の最初の壁面接触を求められる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ABC7FD-2DFD-4F49-A3E3-5FFA6E02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6E433433-8ED4-4046-BCAA-6663486E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25">
            <a:extLst xmlns:a="http://schemas.openxmlformats.org/drawingml/2006/main">
              <a:ext uri="{FF2B5EF4-FFF2-40B4-BE49-F238E27FC236}">
                <a16:creationId xmlns:a16="http://schemas.microsoft.com/office/drawing/2014/main" id="{DAFDC1F6-75D2-40D4-AA67-740A58BE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25</a:t>
            </a:r>
          </a:p>
        </p:txBody>
      </p:sp>
      <p:sp>
        <p:nvSpPr>
          <p:cNvPr id="6" name="(a) 分子衝突と位置・速度の相関">
            <a:extLst xmlns:a="http://schemas.openxmlformats.org/drawingml/2006/main">
              <a:ext uri="{FF2B5EF4-FFF2-40B4-BE49-F238E27FC236}">
                <a16:creationId xmlns:a16="http://schemas.microsoft.com/office/drawing/2014/main" id="{0CBFB88E-DB0D-4374-A37F-2349C39F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" y="1738313"/>
            <a:ext cx="621506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分子衝突と位置・速度の相関</a:t>
            </a:r>
          </a:p>
        </p:txBody>
      </p:sp>
      <p:sp>
        <p:nvSpPr>
          <p:cNvPr id="7" name="(b) 条件付きOU分割">
            <a:extLst xmlns:a="http://schemas.openxmlformats.org/drawingml/2006/main">
              <a:ext uri="{FF2B5EF4-FFF2-40B4-BE49-F238E27FC236}">
                <a16:creationId xmlns:a16="http://schemas.microsoft.com/office/drawing/2014/main" id="{C69AD891-0335-41E0-A46C-9B0E32C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493" y="1738313"/>
            <a:ext cx="63007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条件付きOU分割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A4746-462D-488F-95AD-968AF5CA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3427095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8DC"/>
          </a:solidFill>
          <a:ln xmlns:a="http://schemas.openxmlformats.org/drawingml/2006/main" w="12859">
            <a:solidFill>
              <a:srgbClr val="1721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710B0-D722-4CE3-89E7-33B3C6C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430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16F11A-D07C-4827-AB69-7E2C882C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070033"/>
            <a:ext cx="531495" cy="95"/>
          </a:xfrm>
          <a:custGeom xmlns:a="http://schemas.openxmlformats.org/drawingml/2006/main">
            <a:pathLst>
              <a:path w="531495" h="95">
                <a:moveTo>
                  <a:pt x="53149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BDE31C7-BB6F-4C2B-8DDB-D277EB6C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035314"/>
            <a:ext cx="77153" cy="69437"/>
          </a:xfrm>
          <a:custGeom xmlns:a="http://schemas.openxmlformats.org/drawingml/2006/main">
            <a:pathLst>
              <a:path w="77153" h="69437">
                <a:moveTo>
                  <a:pt x="0" y="34719"/>
                </a:moveTo>
                <a:lnTo>
                  <a:pt x="77153" y="69437"/>
                </a:lnTo>
                <a:lnTo>
                  <a:pt x="77153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479C0-2F08-43F9-92EB-67849EE6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176" y="477539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E694EC-CECD-47D1-9D6A-8022948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818" y="4543679"/>
            <a:ext cx="429988" cy="246901"/>
          </a:xfrm>
          <a:custGeom xmlns:a="http://schemas.openxmlformats.org/drawingml/2006/main">
            <a:pathLst>
              <a:path w="429988" h="246901">
                <a:moveTo>
                  <a:pt x="429988" y="2469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E84977-145A-4D71-A0BA-352E686D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818" y="4543679"/>
            <a:ext cx="84195" cy="68526"/>
          </a:xfrm>
          <a:custGeom xmlns:a="http://schemas.openxmlformats.org/drawingml/2006/main">
            <a:pathLst>
              <a:path w="84195" h="68526">
                <a:moveTo>
                  <a:pt x="0" y="0"/>
                </a:moveTo>
                <a:lnTo>
                  <a:pt x="49619" y="68526"/>
                </a:lnTo>
                <a:lnTo>
                  <a:pt x="84195" y="831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0BA19-49BC-4AD4-A154-497F925D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513" y="526431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F3A806-BE28-48A6-B2A6-19981C95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911" y="4836408"/>
            <a:ext cx="164241" cy="399494"/>
          </a:xfrm>
          <a:custGeom xmlns:a="http://schemas.openxmlformats.org/drawingml/2006/main">
            <a:pathLst>
              <a:path w="164241" h="399494">
                <a:moveTo>
                  <a:pt x="164241" y="3994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54307E-ADA6-478D-A033-F647B85A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136" y="4836408"/>
            <a:ext cx="64222" cy="84559"/>
          </a:xfrm>
          <a:custGeom xmlns:a="http://schemas.openxmlformats.org/drawingml/2006/main">
            <a:pathLst>
              <a:path w="64222" h="84559">
                <a:moveTo>
                  <a:pt x="2774" y="0"/>
                </a:moveTo>
                <a:lnTo>
                  <a:pt x="0" y="84559"/>
                </a:lnTo>
                <a:lnTo>
                  <a:pt x="64222" y="5815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DEBE8-5C9F-4248-AA73-BE9DFCB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837" y="526431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110F20-F41B-4F1A-9935-5748AA09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648" y="4836408"/>
            <a:ext cx="164241" cy="399494"/>
          </a:xfrm>
          <a:custGeom xmlns:a="http://schemas.openxmlformats.org/drawingml/2006/main">
            <a:pathLst>
              <a:path w="164241" h="399494">
                <a:moveTo>
                  <a:pt x="0" y="399494"/>
                </a:moveTo>
                <a:lnTo>
                  <a:pt x="1642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8191CD-6086-4A68-ADE2-1CA893F6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442" y="4836408"/>
            <a:ext cx="64222" cy="84559"/>
          </a:xfrm>
          <a:custGeom xmlns:a="http://schemas.openxmlformats.org/drawingml/2006/main">
            <a:pathLst>
              <a:path w="64222" h="84559">
                <a:moveTo>
                  <a:pt x="61447" y="0"/>
                </a:moveTo>
                <a:lnTo>
                  <a:pt x="0" y="58156"/>
                </a:lnTo>
                <a:lnTo>
                  <a:pt x="64222" y="84559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005FC-DDEE-477A-A561-C7592E7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74" y="477539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BF3832-AE1F-44A2-8FFB-C2F320F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993" y="4543679"/>
            <a:ext cx="429988" cy="246901"/>
          </a:xfrm>
          <a:custGeom xmlns:a="http://schemas.openxmlformats.org/drawingml/2006/main">
            <a:pathLst>
              <a:path w="429988" h="246901">
                <a:moveTo>
                  <a:pt x="0" y="246901"/>
                </a:moveTo>
                <a:lnTo>
                  <a:pt x="4299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668E78-F5E4-4082-9E7F-2A5D8A36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87" y="4543679"/>
            <a:ext cx="84195" cy="68526"/>
          </a:xfrm>
          <a:custGeom xmlns:a="http://schemas.openxmlformats.org/drawingml/2006/main">
            <a:pathLst>
              <a:path w="84195" h="68526">
                <a:moveTo>
                  <a:pt x="84195" y="0"/>
                </a:moveTo>
                <a:lnTo>
                  <a:pt x="0" y="8310"/>
                </a:lnTo>
                <a:lnTo>
                  <a:pt x="34576" y="6852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631F1-3F3C-48BB-91E5-45F35561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430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709361-890B-4105-81C4-55AF446B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90" y="4070033"/>
            <a:ext cx="531495" cy="95"/>
          </a:xfrm>
          <a:custGeom xmlns:a="http://schemas.openxmlformats.org/drawingml/2006/main">
            <a:pathLst>
              <a:path w="531495" h="95">
                <a:moveTo>
                  <a:pt x="0" y="0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0AD891-9352-47F3-913A-6B05D323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33" y="4035314"/>
            <a:ext cx="77152" cy="69437"/>
          </a:xfrm>
          <a:custGeom xmlns:a="http://schemas.openxmlformats.org/drawingml/2006/main">
            <a:pathLst>
              <a:path w="77152" h="69437">
                <a:moveTo>
                  <a:pt x="77152" y="34719"/>
                </a:moveTo>
                <a:lnTo>
                  <a:pt x="0" y="0"/>
                </a:lnTo>
                <a:lnTo>
                  <a:pt x="0" y="6943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AAB765-FDB8-4CAB-935E-46328E4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74" y="319321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7DBC9F-3169-4AE1-ABC0-03E2CCBF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993" y="3349486"/>
            <a:ext cx="429988" cy="246901"/>
          </a:xfrm>
          <a:custGeom xmlns:a="http://schemas.openxmlformats.org/drawingml/2006/main">
            <a:pathLst>
              <a:path w="429988" h="246901">
                <a:moveTo>
                  <a:pt x="0" y="0"/>
                </a:moveTo>
                <a:lnTo>
                  <a:pt x="429988" y="24690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CFDDD5-1D3F-455E-803B-2D42BEE1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87" y="3527860"/>
            <a:ext cx="84195" cy="68526"/>
          </a:xfrm>
          <a:custGeom xmlns:a="http://schemas.openxmlformats.org/drawingml/2006/main">
            <a:pathLst>
              <a:path w="84195" h="68526">
                <a:moveTo>
                  <a:pt x="84195" y="68526"/>
                </a:moveTo>
                <a:lnTo>
                  <a:pt x="34576" y="0"/>
                </a:lnTo>
                <a:lnTo>
                  <a:pt x="0" y="60216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EFC997-4B38-4D86-82DE-D4F00A95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837" y="270429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EC4717-2806-4A36-93B9-9A7C9114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648" y="2904163"/>
            <a:ext cx="164241" cy="399494"/>
          </a:xfrm>
          <a:custGeom xmlns:a="http://schemas.openxmlformats.org/drawingml/2006/main">
            <a:pathLst>
              <a:path w="164241" h="399494">
                <a:moveTo>
                  <a:pt x="0" y="0"/>
                </a:moveTo>
                <a:lnTo>
                  <a:pt x="164241" y="39949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A0FA27-6D93-4CB0-8E50-CFAC072D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442" y="3219098"/>
            <a:ext cx="64222" cy="84559"/>
          </a:xfrm>
          <a:custGeom xmlns:a="http://schemas.openxmlformats.org/drawingml/2006/main">
            <a:pathLst>
              <a:path w="64222" h="84559">
                <a:moveTo>
                  <a:pt x="61447" y="84559"/>
                </a:moveTo>
                <a:lnTo>
                  <a:pt x="64222" y="0"/>
                </a:lnTo>
                <a:lnTo>
                  <a:pt x="0" y="26403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0D82E9-A9AD-4E53-A9B7-AA8EA771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513" y="2704297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790507-A842-4BC1-B08C-1B8723B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911" y="2904163"/>
            <a:ext cx="164241" cy="399494"/>
          </a:xfrm>
          <a:custGeom xmlns:a="http://schemas.openxmlformats.org/drawingml/2006/main">
            <a:pathLst>
              <a:path w="164241" h="399494">
                <a:moveTo>
                  <a:pt x="164241" y="0"/>
                </a:moveTo>
                <a:lnTo>
                  <a:pt x="0" y="39949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077AF4-D0B9-4616-802C-09F60CE2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136" y="3219098"/>
            <a:ext cx="64222" cy="84559"/>
          </a:xfrm>
          <a:custGeom xmlns:a="http://schemas.openxmlformats.org/drawingml/2006/main">
            <a:pathLst>
              <a:path w="64222" h="84559">
                <a:moveTo>
                  <a:pt x="2774" y="84559"/>
                </a:moveTo>
                <a:lnTo>
                  <a:pt x="64222" y="264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DB346-CDCA-409A-B70C-AE43A41F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176" y="319321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B1CA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638E9B-38C5-4A81-8DCA-75C92927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818" y="3349486"/>
            <a:ext cx="429988" cy="246901"/>
          </a:xfrm>
          <a:custGeom xmlns:a="http://schemas.openxmlformats.org/drawingml/2006/main">
            <a:pathLst>
              <a:path w="429988" h="246901">
                <a:moveTo>
                  <a:pt x="429988" y="0"/>
                </a:moveTo>
                <a:lnTo>
                  <a:pt x="0" y="24690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A17F46-B0E7-42FF-BBD4-5DEBE479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818" y="3527860"/>
            <a:ext cx="84195" cy="68526"/>
          </a:xfrm>
          <a:custGeom xmlns:a="http://schemas.openxmlformats.org/drawingml/2006/main">
            <a:pathLst>
              <a:path w="84195" h="68526">
                <a:moveTo>
                  <a:pt x="0" y="68526"/>
                </a:moveTo>
                <a:lnTo>
                  <a:pt x="84195" y="60216"/>
                </a:lnTo>
                <a:lnTo>
                  <a:pt x="49619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39" name="中性分子">
            <a:extLst xmlns:a="http://schemas.openxmlformats.org/drawingml/2006/main">
              <a:ext uri="{FF2B5EF4-FFF2-40B4-BE49-F238E27FC236}">
                <a16:creationId xmlns:a16="http://schemas.microsoft.com/office/drawing/2014/main" id="{DAFA9CA5-CE1C-4ABD-8EA0-B35D9D3F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" y="2321243"/>
            <a:ext cx="154305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中性分子</a:t>
            </a:r>
          </a:p>
        </p:txBody>
      </p:sp>
      <p:sp>
        <p:nvSpPr>
          <p:cNvPr id="40" name="粒子">
            <a:extLst xmlns:a="http://schemas.openxmlformats.org/drawingml/2006/main">
              <a:ext uri="{FF2B5EF4-FFF2-40B4-BE49-F238E27FC236}">
                <a16:creationId xmlns:a16="http://schemas.microsoft.com/office/drawing/2014/main" id="{07438BB1-AAB0-4A1D-B60C-4218CFD9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978" y="3890010"/>
            <a:ext cx="1045845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粒子</a:t>
            </a:r>
          </a:p>
        </p:txBody>
      </p:sp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d8122fc414533"/>
          <a:stretch xmlns:a="http://schemas.openxmlformats.org/drawingml/2006/main"/>
        </p:blipFill>
        <p:spPr>
          <a:xfrm xmlns:a="http://schemas.openxmlformats.org/drawingml/2006/main">
            <a:off x="4981575" y="2576274"/>
            <a:ext cx="2314575" cy="1735931"/>
          </a:xfrm>
          <a:prstGeom xmlns:a="http://schemas.openxmlformats.org/drawingml/2006/main" prst="rect">
            <a:avLst/>
          </a:prstGeom>
        </p:spPr>
      </p:pic>
      <p:sp>
        <p:nvSpPr>
          <p:cNvPr id="42" name="位置・速度を同時に生成">
            <a:extLst xmlns:a="http://schemas.openxmlformats.org/drawingml/2006/main">
              <a:ext uri="{FF2B5EF4-FFF2-40B4-BE49-F238E27FC236}">
                <a16:creationId xmlns:a16="http://schemas.microsoft.com/office/drawing/2014/main" id="{99FD6F3C-C265-4D9E-BC39-798AC07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65" y="4524375"/>
            <a:ext cx="2940368" cy="368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位置・速度を同時に生成</a:t>
            </a:r>
          </a:p>
        </p:txBody>
      </p:sp>
      <p:sp>
        <p:nvSpPr>
          <p:cNvPr id="43" name="dv = −γ(v−u_eff)dt&#10;       + √(2γkBT/m)dW&#10;dx = v ">
            <a:extLst xmlns:a="http://schemas.openxmlformats.org/drawingml/2006/main">
              <a:ext uri="{FF2B5EF4-FFF2-40B4-BE49-F238E27FC236}">
                <a16:creationId xmlns:a16="http://schemas.microsoft.com/office/drawing/2014/main" id="{7310D34C-C230-4290-9D6D-8CF56798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10175"/>
            <a:ext cx="3429000" cy="1011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dv = −γ(v−u_eff)dt</a:t>
            </a:r>
          </a:p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       + √(2γkBT/m)dW</a:t>
            </a:r>
          </a:p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dx = v dt</a:t>
            </a:r>
          </a:p>
        </p:txBody>
      </p:sp>
      <p:sp>
        <p:nvSpPr>
          <p:cNvPr id="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86F339F-C358-465A-97D3-FD3BC14A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353" y="2621280"/>
            <a:ext cx="3549015" cy="95"/>
          </a:xfrm>
          <a:custGeom xmlns:a="http://schemas.openxmlformats.org/drawingml/2006/main">
            <a:pathLst>
              <a:path w="3549015" h="95">
                <a:moveTo>
                  <a:pt x="0" y="0"/>
                </a:moveTo>
                <a:lnTo>
                  <a:pt x="3549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4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AB628644-61BF-4360-83E4-B0CFAB09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353" y="2350198"/>
            <a:ext cx="3549015" cy="275746"/>
          </a:xfrm>
          <a:custGeom xmlns:a="http://schemas.openxmlformats.org/drawingml/2006/main">
            <a:pathLst>
              <a:path w="3549015" h="275746">
                <a:moveTo>
                  <a:pt x="0" y="271082"/>
                </a:moveTo>
                <a:lnTo>
                  <a:pt x="66547" y="232643"/>
                </a:lnTo>
                <a:lnTo>
                  <a:pt x="133114" y="197615"/>
                </a:lnTo>
                <a:lnTo>
                  <a:pt x="199719" y="165883"/>
                </a:lnTo>
                <a:lnTo>
                  <a:pt x="266382" y="137330"/>
                </a:lnTo>
                <a:lnTo>
                  <a:pt x="333121" y="111842"/>
                </a:lnTo>
                <a:lnTo>
                  <a:pt x="399957" y="89302"/>
                </a:lnTo>
                <a:lnTo>
                  <a:pt x="466909" y="69594"/>
                </a:lnTo>
                <a:lnTo>
                  <a:pt x="533995" y="52603"/>
                </a:lnTo>
                <a:lnTo>
                  <a:pt x="601236" y="38212"/>
                </a:lnTo>
                <a:lnTo>
                  <a:pt x="668649" y="26307"/>
                </a:lnTo>
                <a:lnTo>
                  <a:pt x="736256" y="16770"/>
                </a:lnTo>
                <a:lnTo>
                  <a:pt x="804074" y="9487"/>
                </a:lnTo>
                <a:lnTo>
                  <a:pt x="872123" y="4342"/>
                </a:lnTo>
                <a:lnTo>
                  <a:pt x="940422" y="1218"/>
                </a:lnTo>
                <a:lnTo>
                  <a:pt x="1008991" y="0"/>
                </a:lnTo>
                <a:lnTo>
                  <a:pt x="1077849" y="572"/>
                </a:lnTo>
                <a:lnTo>
                  <a:pt x="1147015" y="2819"/>
                </a:lnTo>
                <a:lnTo>
                  <a:pt x="1216508" y="6624"/>
                </a:lnTo>
                <a:lnTo>
                  <a:pt x="1286348" y="11872"/>
                </a:lnTo>
                <a:lnTo>
                  <a:pt x="1356553" y="18447"/>
                </a:lnTo>
                <a:lnTo>
                  <a:pt x="1427144" y="26232"/>
                </a:lnTo>
                <a:lnTo>
                  <a:pt x="1498139" y="35113"/>
                </a:lnTo>
                <a:lnTo>
                  <a:pt x="1569558" y="44974"/>
                </a:lnTo>
                <a:lnTo>
                  <a:pt x="1641419" y="55698"/>
                </a:lnTo>
                <a:lnTo>
                  <a:pt x="1713743" y="67170"/>
                </a:lnTo>
                <a:lnTo>
                  <a:pt x="1786548" y="79274"/>
                </a:lnTo>
                <a:lnTo>
                  <a:pt x="1859854" y="91895"/>
                </a:lnTo>
                <a:lnTo>
                  <a:pt x="1933679" y="104916"/>
                </a:lnTo>
                <a:lnTo>
                  <a:pt x="2008044" y="118221"/>
                </a:lnTo>
                <a:lnTo>
                  <a:pt x="2082967" y="131695"/>
                </a:lnTo>
                <a:lnTo>
                  <a:pt x="2158467" y="145223"/>
                </a:lnTo>
                <a:lnTo>
                  <a:pt x="2234565" y="158687"/>
                </a:lnTo>
                <a:lnTo>
                  <a:pt x="2311279" y="171973"/>
                </a:lnTo>
                <a:lnTo>
                  <a:pt x="2388628" y="184965"/>
                </a:lnTo>
                <a:lnTo>
                  <a:pt x="2466632" y="197546"/>
                </a:lnTo>
                <a:lnTo>
                  <a:pt x="2545309" y="209601"/>
                </a:lnTo>
                <a:lnTo>
                  <a:pt x="2624680" y="221015"/>
                </a:lnTo>
                <a:lnTo>
                  <a:pt x="2704763" y="231671"/>
                </a:lnTo>
                <a:lnTo>
                  <a:pt x="2785578" y="241453"/>
                </a:lnTo>
                <a:lnTo>
                  <a:pt x="2867144" y="250246"/>
                </a:lnTo>
                <a:lnTo>
                  <a:pt x="2949480" y="257934"/>
                </a:lnTo>
                <a:lnTo>
                  <a:pt x="3032606" y="264402"/>
                </a:lnTo>
                <a:lnTo>
                  <a:pt x="3116540" y="269532"/>
                </a:lnTo>
                <a:lnTo>
                  <a:pt x="3201302" y="273211"/>
                </a:lnTo>
                <a:lnTo>
                  <a:pt x="3286911" y="275320"/>
                </a:lnTo>
                <a:lnTo>
                  <a:pt x="3373387" y="275746"/>
                </a:lnTo>
                <a:lnTo>
                  <a:pt x="3460749" y="274372"/>
                </a:lnTo>
                <a:lnTo>
                  <a:pt x="3549015" y="27108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C044D8-AD46-497D-8245-F54CCB4B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345" y="25612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AEF643-CA35-4D2F-82B1-3617BD82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360" y="25612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8" name="t₀">
            <a:extLst xmlns:a="http://schemas.openxmlformats.org/drawingml/2006/main">
              <a:ext uri="{FF2B5EF4-FFF2-40B4-BE49-F238E27FC236}">
                <a16:creationId xmlns:a16="http://schemas.microsoft.com/office/drawing/2014/main" id="{494EBC1D-F02F-4B77-AC95-269C5D9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765" y="2707005"/>
            <a:ext cx="7715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t₀</a:t>
            </a:r>
          </a:p>
        </p:txBody>
      </p:sp>
      <p:sp>
        <p:nvSpPr>
          <p:cNvPr id="49" name="t₁">
            <a:extLst xmlns:a="http://schemas.openxmlformats.org/drawingml/2006/main">
              <a:ext uri="{FF2B5EF4-FFF2-40B4-BE49-F238E27FC236}">
                <a16:creationId xmlns:a16="http://schemas.microsoft.com/office/drawing/2014/main" id="{7C41EBBE-7731-4C2E-92AA-951F276D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918" y="2707005"/>
            <a:ext cx="81438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</a:t>
            </a:r>
          </a:p>
        </p:txBody>
      </p:sp>
      <p:sp>
        <p:nvSpPr>
          <p:cNvPr id="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DA95AB-FD72-45C2-A7D6-D3E78CC1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2861310"/>
            <a:ext cx="1230154" cy="831533"/>
          </a:xfrm>
          <a:custGeom xmlns:a="http://schemas.openxmlformats.org/drawingml/2006/main">
            <a:pathLst>
              <a:path w="1230154" h="831533">
                <a:moveTo>
                  <a:pt x="1230154" y="0"/>
                </a:moveTo>
                <a:lnTo>
                  <a:pt x="0" y="83153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2C3D1B-F504-4092-AF3F-4C1702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69" y="3636865"/>
            <a:ext cx="64837" cy="55977"/>
          </a:xfrm>
          <a:custGeom xmlns:a="http://schemas.openxmlformats.org/drawingml/2006/main">
            <a:pathLst>
              <a:path w="64837" h="55977">
                <a:moveTo>
                  <a:pt x="0" y="55977"/>
                </a:moveTo>
                <a:lnTo>
                  <a:pt x="64837" y="44744"/>
                </a:lnTo>
                <a:lnTo>
                  <a:pt x="34593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AD62BA-6950-4643-BC8D-5D47060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898" y="2861310"/>
            <a:ext cx="1341596" cy="831533"/>
          </a:xfrm>
          <a:custGeom xmlns:a="http://schemas.openxmlformats.org/drawingml/2006/main">
            <a:pathLst>
              <a:path w="1341596" h="831533">
                <a:moveTo>
                  <a:pt x="0" y="0"/>
                </a:moveTo>
                <a:lnTo>
                  <a:pt x="1341596" y="83153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4F66F9-7BC5-4235-9CB9-C069E55D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63" y="3638277"/>
            <a:ext cx="65231" cy="54565"/>
          </a:xfrm>
          <a:custGeom xmlns:a="http://schemas.openxmlformats.org/drawingml/2006/main">
            <a:pathLst>
              <a:path w="65231" h="54565">
                <a:moveTo>
                  <a:pt x="65231" y="54565"/>
                </a:moveTo>
                <a:lnTo>
                  <a:pt x="28452" y="0"/>
                </a:lnTo>
                <a:lnTo>
                  <a:pt x="0" y="45904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20E253-844F-4E2C-A919-0DBD9331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92880"/>
            <a:ext cx="1843088" cy="95"/>
          </a:xfrm>
          <a:custGeom xmlns:a="http://schemas.openxmlformats.org/drawingml/2006/main">
            <a:pathLst>
              <a:path w="1843088" h="95">
                <a:moveTo>
                  <a:pt x="0" y="0"/>
                </a:moveTo>
                <a:lnTo>
                  <a:pt x="18430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5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EF3AFC4-C094-45BA-9CC4-60597D53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64146"/>
            <a:ext cx="1843088" cy="137001"/>
          </a:xfrm>
          <a:custGeom xmlns:a="http://schemas.openxmlformats.org/drawingml/2006/main">
            <a:pathLst>
              <a:path w="1843088" h="137001">
                <a:moveTo>
                  <a:pt x="0" y="128734"/>
                </a:moveTo>
                <a:lnTo>
                  <a:pt x="34560" y="109558"/>
                </a:lnTo>
                <a:lnTo>
                  <a:pt x="69129" y="92171"/>
                </a:lnTo>
                <a:lnTo>
                  <a:pt x="103719" y="76511"/>
                </a:lnTo>
                <a:lnTo>
                  <a:pt x="138338" y="62512"/>
                </a:lnTo>
                <a:lnTo>
                  <a:pt x="172998" y="50113"/>
                </a:lnTo>
                <a:lnTo>
                  <a:pt x="207707" y="39250"/>
                </a:lnTo>
                <a:lnTo>
                  <a:pt x="242477" y="29858"/>
                </a:lnTo>
                <a:lnTo>
                  <a:pt x="277316" y="21875"/>
                </a:lnTo>
                <a:lnTo>
                  <a:pt x="312236" y="15237"/>
                </a:lnTo>
                <a:lnTo>
                  <a:pt x="347245" y="9880"/>
                </a:lnTo>
                <a:lnTo>
                  <a:pt x="382355" y="5742"/>
                </a:lnTo>
                <a:lnTo>
                  <a:pt x="417575" y="2758"/>
                </a:lnTo>
                <a:lnTo>
                  <a:pt x="452914" y="865"/>
                </a:lnTo>
                <a:lnTo>
                  <a:pt x="488384" y="0"/>
                </a:lnTo>
                <a:lnTo>
                  <a:pt x="523993" y="99"/>
                </a:lnTo>
                <a:lnTo>
                  <a:pt x="559753" y="1099"/>
                </a:lnTo>
                <a:lnTo>
                  <a:pt x="595672" y="2935"/>
                </a:lnTo>
                <a:lnTo>
                  <a:pt x="631761" y="5546"/>
                </a:lnTo>
                <a:lnTo>
                  <a:pt x="668031" y="8866"/>
                </a:lnTo>
                <a:lnTo>
                  <a:pt x="704490" y="12834"/>
                </a:lnTo>
                <a:lnTo>
                  <a:pt x="741150" y="17384"/>
                </a:lnTo>
                <a:lnTo>
                  <a:pt x="778019" y="22454"/>
                </a:lnTo>
                <a:lnTo>
                  <a:pt x="815109" y="27981"/>
                </a:lnTo>
                <a:lnTo>
                  <a:pt x="852428" y="33900"/>
                </a:lnTo>
                <a:lnTo>
                  <a:pt x="889987" y="40149"/>
                </a:lnTo>
                <a:lnTo>
                  <a:pt x="927797" y="46663"/>
                </a:lnTo>
                <a:lnTo>
                  <a:pt x="965866" y="53380"/>
                </a:lnTo>
                <a:lnTo>
                  <a:pt x="1004205" y="60235"/>
                </a:lnTo>
                <a:lnTo>
                  <a:pt x="1042825" y="67166"/>
                </a:lnTo>
                <a:lnTo>
                  <a:pt x="1081734" y="74109"/>
                </a:lnTo>
                <a:lnTo>
                  <a:pt x="1120943" y="81000"/>
                </a:lnTo>
                <a:lnTo>
                  <a:pt x="1160462" y="87776"/>
                </a:lnTo>
                <a:lnTo>
                  <a:pt x="1200302" y="94373"/>
                </a:lnTo>
                <a:lnTo>
                  <a:pt x="1240471" y="100729"/>
                </a:lnTo>
                <a:lnTo>
                  <a:pt x="1280980" y="106778"/>
                </a:lnTo>
                <a:lnTo>
                  <a:pt x="1321839" y="112459"/>
                </a:lnTo>
                <a:lnTo>
                  <a:pt x="1363058" y="117707"/>
                </a:lnTo>
                <a:lnTo>
                  <a:pt x="1404648" y="122460"/>
                </a:lnTo>
                <a:lnTo>
                  <a:pt x="1446617" y="126652"/>
                </a:lnTo>
                <a:lnTo>
                  <a:pt x="1488976" y="130222"/>
                </a:lnTo>
                <a:lnTo>
                  <a:pt x="1531735" y="133105"/>
                </a:lnTo>
                <a:lnTo>
                  <a:pt x="1574904" y="135238"/>
                </a:lnTo>
                <a:lnTo>
                  <a:pt x="1618493" y="136558"/>
                </a:lnTo>
                <a:lnTo>
                  <a:pt x="1662512" y="137001"/>
                </a:lnTo>
                <a:lnTo>
                  <a:pt x="1706971" y="136503"/>
                </a:lnTo>
                <a:lnTo>
                  <a:pt x="1751880" y="135002"/>
                </a:lnTo>
                <a:lnTo>
                  <a:pt x="1797249" y="132433"/>
                </a:lnTo>
                <a:lnTo>
                  <a:pt x="1843088" y="1287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4D5414-86BC-4907-A42E-39BA39A5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118" y="39328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49C905-9ACA-4BF6-A007-3B80BBC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205" y="39328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8" name="t₀">
            <a:extLst xmlns:a="http://schemas.openxmlformats.org/drawingml/2006/main">
              <a:ext uri="{FF2B5EF4-FFF2-40B4-BE49-F238E27FC236}">
                <a16:creationId xmlns:a16="http://schemas.microsoft.com/office/drawing/2014/main" id="{2B9F6907-CBB4-4F8D-9784-813C8022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4078605"/>
            <a:ext cx="7715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t₀</a:t>
            </a:r>
          </a:p>
        </p:txBody>
      </p:sp>
      <p:sp>
        <p:nvSpPr>
          <p:cNvPr id="59" name="t₁/₂">
            <a:extLst xmlns:a="http://schemas.openxmlformats.org/drawingml/2006/main">
              <a:ext uri="{FF2B5EF4-FFF2-40B4-BE49-F238E27FC236}">
                <a16:creationId xmlns:a16="http://schemas.microsoft.com/office/drawing/2014/main" id="{77067A6C-7B69-403F-9A65-7328EAE1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4078605"/>
            <a:ext cx="81438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t₁/₂</a:t>
            </a:r>
          </a:p>
        </p:txBody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0E51ABE-8A81-4E0D-92D2-5CE4641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2910"/>
            <a:ext cx="535781" cy="831533"/>
          </a:xfrm>
          <a:custGeom xmlns:a="http://schemas.openxmlformats.org/drawingml/2006/main">
            <a:pathLst>
              <a:path w="535781" h="831533">
                <a:moveTo>
                  <a:pt x="535781" y="0"/>
                </a:moveTo>
                <a:lnTo>
                  <a:pt x="0" y="83153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9BFFDF-B79E-4395-AB22-3A0C7D28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99373"/>
            <a:ext cx="55201" cy="65069"/>
          </a:xfrm>
          <a:custGeom xmlns:a="http://schemas.openxmlformats.org/drawingml/2006/main">
            <a:pathLst>
              <a:path w="55201" h="65069">
                <a:moveTo>
                  <a:pt x="0" y="65069"/>
                </a:moveTo>
                <a:lnTo>
                  <a:pt x="55201" y="29252"/>
                </a:lnTo>
                <a:lnTo>
                  <a:pt x="9803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2475B4E-7E89-4157-94DA-7211F2B6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706" y="4232910"/>
            <a:ext cx="527209" cy="831533"/>
          </a:xfrm>
          <a:custGeom xmlns:a="http://schemas.openxmlformats.org/drawingml/2006/main">
            <a:pathLst>
              <a:path w="527209" h="831533">
                <a:moveTo>
                  <a:pt x="0" y="0"/>
                </a:moveTo>
                <a:lnTo>
                  <a:pt x="527209" y="83153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970A4B-26E3-45F7-AA4B-B9683A61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77" y="4999303"/>
            <a:ext cx="54938" cy="65139"/>
          </a:xfrm>
          <a:custGeom xmlns:a="http://schemas.openxmlformats.org/drawingml/2006/main">
            <a:pathLst>
              <a:path w="54938" h="65139">
                <a:moveTo>
                  <a:pt x="54938" y="65139"/>
                </a:moveTo>
                <a:lnTo>
                  <a:pt x="45612" y="0"/>
                </a:lnTo>
                <a:lnTo>
                  <a:pt x="0" y="28919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1E6F01-9BF8-45D6-BA14-98D6F851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088" y="3992880"/>
            <a:ext cx="1928813" cy="95"/>
          </a:xfrm>
          <a:custGeom xmlns:a="http://schemas.openxmlformats.org/drawingml/2006/main">
            <a:pathLst>
              <a:path w="1928813" h="95">
                <a:moveTo>
                  <a:pt x="0" y="0"/>
                </a:moveTo>
                <a:lnTo>
                  <a:pt x="1928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6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C618E51A-D592-40A6-8862-BC0BAB1A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088" y="3864146"/>
            <a:ext cx="1928813" cy="137001"/>
          </a:xfrm>
          <a:custGeom xmlns:a="http://schemas.openxmlformats.org/drawingml/2006/main">
            <a:pathLst>
              <a:path w="1928813" h="137001">
                <a:moveTo>
                  <a:pt x="0" y="128734"/>
                </a:moveTo>
                <a:lnTo>
                  <a:pt x="36167" y="109558"/>
                </a:lnTo>
                <a:lnTo>
                  <a:pt x="72344" y="92171"/>
                </a:lnTo>
                <a:lnTo>
                  <a:pt x="108543" y="76511"/>
                </a:lnTo>
                <a:lnTo>
                  <a:pt x="144773" y="62512"/>
                </a:lnTo>
                <a:lnTo>
                  <a:pt x="181044" y="50113"/>
                </a:lnTo>
                <a:lnTo>
                  <a:pt x="217368" y="39250"/>
                </a:lnTo>
                <a:lnTo>
                  <a:pt x="253755" y="29858"/>
                </a:lnTo>
                <a:lnTo>
                  <a:pt x="290215" y="21875"/>
                </a:lnTo>
                <a:lnTo>
                  <a:pt x="326759" y="15237"/>
                </a:lnTo>
                <a:lnTo>
                  <a:pt x="363396" y="9880"/>
                </a:lnTo>
                <a:lnTo>
                  <a:pt x="400139" y="5742"/>
                </a:lnTo>
                <a:lnTo>
                  <a:pt x="436997" y="2758"/>
                </a:lnTo>
                <a:lnTo>
                  <a:pt x="473980" y="865"/>
                </a:lnTo>
                <a:lnTo>
                  <a:pt x="511099" y="0"/>
                </a:lnTo>
                <a:lnTo>
                  <a:pt x="548365" y="99"/>
                </a:lnTo>
                <a:lnTo>
                  <a:pt x="585788" y="1099"/>
                </a:lnTo>
                <a:lnTo>
                  <a:pt x="623378" y="2935"/>
                </a:lnTo>
                <a:lnTo>
                  <a:pt x="661146" y="5546"/>
                </a:lnTo>
                <a:lnTo>
                  <a:pt x="699102" y="8866"/>
                </a:lnTo>
                <a:lnTo>
                  <a:pt x="737257" y="12834"/>
                </a:lnTo>
                <a:lnTo>
                  <a:pt x="775622" y="17384"/>
                </a:lnTo>
                <a:lnTo>
                  <a:pt x="814206" y="22454"/>
                </a:lnTo>
                <a:lnTo>
                  <a:pt x="853021" y="27981"/>
                </a:lnTo>
                <a:lnTo>
                  <a:pt x="892076" y="33900"/>
                </a:lnTo>
                <a:lnTo>
                  <a:pt x="931382" y="40149"/>
                </a:lnTo>
                <a:lnTo>
                  <a:pt x="970950" y="46663"/>
                </a:lnTo>
                <a:lnTo>
                  <a:pt x="1010790" y="53380"/>
                </a:lnTo>
                <a:lnTo>
                  <a:pt x="1050913" y="60235"/>
                </a:lnTo>
                <a:lnTo>
                  <a:pt x="1091328" y="67166"/>
                </a:lnTo>
                <a:lnTo>
                  <a:pt x="1132047" y="74109"/>
                </a:lnTo>
                <a:lnTo>
                  <a:pt x="1173080" y="81000"/>
                </a:lnTo>
                <a:lnTo>
                  <a:pt x="1214438" y="87776"/>
                </a:lnTo>
                <a:lnTo>
                  <a:pt x="1256130" y="94373"/>
                </a:lnTo>
                <a:lnTo>
                  <a:pt x="1298167" y="100729"/>
                </a:lnTo>
                <a:lnTo>
                  <a:pt x="1340561" y="106778"/>
                </a:lnTo>
                <a:lnTo>
                  <a:pt x="1383320" y="112459"/>
                </a:lnTo>
                <a:lnTo>
                  <a:pt x="1426457" y="117707"/>
                </a:lnTo>
                <a:lnTo>
                  <a:pt x="1469980" y="122460"/>
                </a:lnTo>
                <a:lnTo>
                  <a:pt x="1513901" y="126652"/>
                </a:lnTo>
                <a:lnTo>
                  <a:pt x="1558230" y="130222"/>
                </a:lnTo>
                <a:lnTo>
                  <a:pt x="1602978" y="133105"/>
                </a:lnTo>
                <a:lnTo>
                  <a:pt x="1648155" y="135238"/>
                </a:lnTo>
                <a:lnTo>
                  <a:pt x="1693772" y="136558"/>
                </a:lnTo>
                <a:lnTo>
                  <a:pt x="1739838" y="137001"/>
                </a:lnTo>
                <a:lnTo>
                  <a:pt x="1786365" y="136503"/>
                </a:lnTo>
                <a:lnTo>
                  <a:pt x="1833363" y="135002"/>
                </a:lnTo>
                <a:lnTo>
                  <a:pt x="1880842" y="132433"/>
                </a:lnTo>
                <a:lnTo>
                  <a:pt x="1928813" y="12873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836EBD-95B1-4053-9BC7-7FBC412D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080" y="39328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FDB7AE-4F1C-4898-8C19-A9D28685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893" y="39328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8" name="t₁/₂">
            <a:extLst xmlns:a="http://schemas.openxmlformats.org/drawingml/2006/main">
              <a:ext uri="{FF2B5EF4-FFF2-40B4-BE49-F238E27FC236}">
                <a16:creationId xmlns:a16="http://schemas.microsoft.com/office/drawing/2014/main" id="{FF4E79FF-860A-4E42-8A88-F83C9BA4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78605"/>
            <a:ext cx="7715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t₁/₂</a:t>
            </a:r>
          </a:p>
        </p:txBody>
      </p:sp>
      <p:sp>
        <p:nvSpPr>
          <p:cNvPr id="69" name="t₁">
            <a:extLst xmlns:a="http://schemas.openxmlformats.org/drawingml/2006/main">
              <a:ext uri="{FF2B5EF4-FFF2-40B4-BE49-F238E27FC236}">
                <a16:creationId xmlns:a16="http://schemas.microsoft.com/office/drawing/2014/main" id="{FF42C182-72AD-4347-B5A8-A24861B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078605"/>
            <a:ext cx="81438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</a:t>
            </a:r>
          </a:p>
        </p:txBody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1563AD-0239-43AB-AC69-687A926F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690" y="4232910"/>
            <a:ext cx="415766" cy="831533"/>
          </a:xfrm>
          <a:custGeom xmlns:a="http://schemas.openxmlformats.org/drawingml/2006/main">
            <a:pathLst>
              <a:path w="415766" h="831533">
                <a:moveTo>
                  <a:pt x="415766" y="0"/>
                </a:moveTo>
                <a:lnTo>
                  <a:pt x="0" y="83153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772CEC-2E3B-43D8-A207-64C5CD44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690" y="4998694"/>
            <a:ext cx="50989" cy="65749"/>
          </a:xfrm>
          <a:custGeom xmlns:a="http://schemas.openxmlformats.org/drawingml/2006/main">
            <a:pathLst>
              <a:path w="50989" h="65749">
                <a:moveTo>
                  <a:pt x="0" y="65749"/>
                </a:moveTo>
                <a:lnTo>
                  <a:pt x="50989" y="24153"/>
                </a:lnTo>
                <a:lnTo>
                  <a:pt x="2684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656995-50DE-40FC-B75B-2516E83D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2531" y="4232910"/>
            <a:ext cx="664369" cy="831533"/>
          </a:xfrm>
          <a:custGeom xmlns:a="http://schemas.openxmlformats.org/drawingml/2006/main">
            <a:pathLst>
              <a:path w="664369" h="831533">
                <a:moveTo>
                  <a:pt x="0" y="0"/>
                </a:moveTo>
                <a:lnTo>
                  <a:pt x="664369" y="83153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1E7FCC-A35E-45D1-87BB-0356CF0D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346" y="5000705"/>
            <a:ext cx="58554" cy="63737"/>
          </a:xfrm>
          <a:custGeom xmlns:a="http://schemas.openxmlformats.org/drawingml/2006/main">
            <a:pathLst>
              <a:path w="58554" h="63737">
                <a:moveTo>
                  <a:pt x="58554" y="63737"/>
                </a:moveTo>
                <a:lnTo>
                  <a:pt x="42193" y="0"/>
                </a:lnTo>
                <a:lnTo>
                  <a:pt x="0" y="33711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2E37A2-D95F-4DF4-A46F-962F536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364480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75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19F5DC1-3662-4893-BA95-2FCBD984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282790"/>
            <a:ext cx="1200150" cy="92639"/>
          </a:xfrm>
          <a:custGeom xmlns:a="http://schemas.openxmlformats.org/drawingml/2006/main">
            <a:pathLst>
              <a:path w="1200150" h="92639">
                <a:moveTo>
                  <a:pt x="0" y="81690"/>
                </a:moveTo>
                <a:lnTo>
                  <a:pt x="22504" y="68935"/>
                </a:lnTo>
                <a:lnTo>
                  <a:pt x="45014" y="57429"/>
                </a:lnTo>
                <a:lnTo>
                  <a:pt x="67538" y="47126"/>
                </a:lnTo>
                <a:lnTo>
                  <a:pt x="90081" y="37979"/>
                </a:lnTo>
                <a:lnTo>
                  <a:pt x="112650" y="29943"/>
                </a:lnTo>
                <a:lnTo>
                  <a:pt x="135251" y="22972"/>
                </a:lnTo>
                <a:lnTo>
                  <a:pt x="157892" y="17019"/>
                </a:lnTo>
                <a:lnTo>
                  <a:pt x="180578" y="12038"/>
                </a:lnTo>
                <a:lnTo>
                  <a:pt x="203316" y="7984"/>
                </a:lnTo>
                <a:lnTo>
                  <a:pt x="226113" y="4811"/>
                </a:lnTo>
                <a:lnTo>
                  <a:pt x="248975" y="2472"/>
                </a:lnTo>
                <a:lnTo>
                  <a:pt x="271909" y="921"/>
                </a:lnTo>
                <a:lnTo>
                  <a:pt x="294921" y="112"/>
                </a:lnTo>
                <a:lnTo>
                  <a:pt x="318017" y="0"/>
                </a:lnTo>
                <a:lnTo>
                  <a:pt x="341205" y="538"/>
                </a:lnTo>
                <a:lnTo>
                  <a:pt x="364490" y="1680"/>
                </a:lnTo>
                <a:lnTo>
                  <a:pt x="387879" y="3380"/>
                </a:lnTo>
                <a:lnTo>
                  <a:pt x="411380" y="5592"/>
                </a:lnTo>
                <a:lnTo>
                  <a:pt x="434997" y="8270"/>
                </a:lnTo>
                <a:lnTo>
                  <a:pt x="458738" y="11369"/>
                </a:lnTo>
                <a:lnTo>
                  <a:pt x="482609" y="14841"/>
                </a:lnTo>
                <a:lnTo>
                  <a:pt x="506617" y="18641"/>
                </a:lnTo>
                <a:lnTo>
                  <a:pt x="530768" y="22723"/>
                </a:lnTo>
                <a:lnTo>
                  <a:pt x="555069" y="27040"/>
                </a:lnTo>
                <a:lnTo>
                  <a:pt x="579527" y="31548"/>
                </a:lnTo>
                <a:lnTo>
                  <a:pt x="604147" y="36199"/>
                </a:lnTo>
                <a:lnTo>
                  <a:pt x="628936" y="40948"/>
                </a:lnTo>
                <a:lnTo>
                  <a:pt x="653901" y="45748"/>
                </a:lnTo>
                <a:lnTo>
                  <a:pt x="679049" y="50554"/>
                </a:lnTo>
                <a:lnTo>
                  <a:pt x="704385" y="55319"/>
                </a:lnTo>
                <a:lnTo>
                  <a:pt x="729917" y="59998"/>
                </a:lnTo>
                <a:lnTo>
                  <a:pt x="755650" y="64545"/>
                </a:lnTo>
                <a:lnTo>
                  <a:pt x="781592" y="68913"/>
                </a:lnTo>
                <a:lnTo>
                  <a:pt x="807749" y="73056"/>
                </a:lnTo>
                <a:lnTo>
                  <a:pt x="834127" y="76929"/>
                </a:lnTo>
                <a:lnTo>
                  <a:pt x="860733" y="80484"/>
                </a:lnTo>
                <a:lnTo>
                  <a:pt x="887573" y="83677"/>
                </a:lnTo>
                <a:lnTo>
                  <a:pt x="914654" y="86462"/>
                </a:lnTo>
                <a:lnTo>
                  <a:pt x="941983" y="88791"/>
                </a:lnTo>
                <a:lnTo>
                  <a:pt x="969566" y="90620"/>
                </a:lnTo>
                <a:lnTo>
                  <a:pt x="997409" y="91901"/>
                </a:lnTo>
                <a:lnTo>
                  <a:pt x="1025519" y="92590"/>
                </a:lnTo>
                <a:lnTo>
                  <a:pt x="1053902" y="92639"/>
                </a:lnTo>
                <a:lnTo>
                  <a:pt x="1082566" y="92004"/>
                </a:lnTo>
                <a:lnTo>
                  <a:pt x="1111516" y="90637"/>
                </a:lnTo>
                <a:lnTo>
                  <a:pt x="1140759" y="88493"/>
                </a:lnTo>
                <a:lnTo>
                  <a:pt x="1170301" y="85526"/>
                </a:lnTo>
                <a:lnTo>
                  <a:pt x="1200150" y="816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8F271D1-C385-4412-A51E-EF44888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768" y="53044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4422AA-0DBB-426D-B8B3-0B0268E5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918" y="53044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8" name="t₀">
            <a:extLst xmlns:a="http://schemas.openxmlformats.org/drawingml/2006/main">
              <a:ext uri="{FF2B5EF4-FFF2-40B4-BE49-F238E27FC236}">
                <a16:creationId xmlns:a16="http://schemas.microsoft.com/office/drawing/2014/main" id="{5D21ED2B-5D94-49F4-B104-6764164C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8" y="5450205"/>
            <a:ext cx="7715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t₀</a:t>
            </a:r>
          </a:p>
        </p:txBody>
      </p:sp>
      <p:sp>
        <p:nvSpPr>
          <p:cNvPr id="79" name="t₁/₄">
            <a:extLst xmlns:a="http://schemas.openxmlformats.org/drawingml/2006/main">
              <a:ext uri="{FF2B5EF4-FFF2-40B4-BE49-F238E27FC236}">
                <a16:creationId xmlns:a16="http://schemas.microsoft.com/office/drawing/2014/main" id="{327B9072-72B3-426F-83A1-7B678E5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450205"/>
            <a:ext cx="81438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t₁/₄</a:t>
            </a:r>
          </a:p>
        </p:txBody>
      </p:sp>
      <p:sp>
        <p:nvSpPr>
          <p:cNvPr id="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43C785-F6B3-4B36-BBA2-72341029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5364480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8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C4F1D952-EA25-4F03-BEC7-053DEF87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5282790"/>
            <a:ext cx="1200150" cy="92639"/>
          </a:xfrm>
          <a:custGeom xmlns:a="http://schemas.openxmlformats.org/drawingml/2006/main">
            <a:pathLst>
              <a:path w="1200150" h="92639">
                <a:moveTo>
                  <a:pt x="0" y="81690"/>
                </a:moveTo>
                <a:lnTo>
                  <a:pt x="22504" y="68935"/>
                </a:lnTo>
                <a:lnTo>
                  <a:pt x="45014" y="57429"/>
                </a:lnTo>
                <a:lnTo>
                  <a:pt x="67538" y="47126"/>
                </a:lnTo>
                <a:lnTo>
                  <a:pt x="90081" y="37979"/>
                </a:lnTo>
                <a:lnTo>
                  <a:pt x="112650" y="29943"/>
                </a:lnTo>
                <a:lnTo>
                  <a:pt x="135251" y="22972"/>
                </a:lnTo>
                <a:lnTo>
                  <a:pt x="157892" y="17019"/>
                </a:lnTo>
                <a:lnTo>
                  <a:pt x="180578" y="12038"/>
                </a:lnTo>
                <a:lnTo>
                  <a:pt x="203316" y="7984"/>
                </a:lnTo>
                <a:lnTo>
                  <a:pt x="226113" y="4811"/>
                </a:lnTo>
                <a:lnTo>
                  <a:pt x="248975" y="2472"/>
                </a:lnTo>
                <a:lnTo>
                  <a:pt x="271909" y="921"/>
                </a:lnTo>
                <a:lnTo>
                  <a:pt x="294921" y="112"/>
                </a:lnTo>
                <a:lnTo>
                  <a:pt x="318017" y="0"/>
                </a:lnTo>
                <a:lnTo>
                  <a:pt x="341205" y="538"/>
                </a:lnTo>
                <a:lnTo>
                  <a:pt x="364490" y="1680"/>
                </a:lnTo>
                <a:lnTo>
                  <a:pt x="387879" y="3380"/>
                </a:lnTo>
                <a:lnTo>
                  <a:pt x="411380" y="5592"/>
                </a:lnTo>
                <a:lnTo>
                  <a:pt x="434997" y="8270"/>
                </a:lnTo>
                <a:lnTo>
                  <a:pt x="458738" y="11369"/>
                </a:lnTo>
                <a:lnTo>
                  <a:pt x="482609" y="14841"/>
                </a:lnTo>
                <a:lnTo>
                  <a:pt x="506617" y="18641"/>
                </a:lnTo>
                <a:lnTo>
                  <a:pt x="530768" y="22723"/>
                </a:lnTo>
                <a:lnTo>
                  <a:pt x="555069" y="27040"/>
                </a:lnTo>
                <a:lnTo>
                  <a:pt x="579527" y="31548"/>
                </a:lnTo>
                <a:lnTo>
                  <a:pt x="604147" y="36199"/>
                </a:lnTo>
                <a:lnTo>
                  <a:pt x="628936" y="40948"/>
                </a:lnTo>
                <a:lnTo>
                  <a:pt x="653901" y="45748"/>
                </a:lnTo>
                <a:lnTo>
                  <a:pt x="679049" y="50554"/>
                </a:lnTo>
                <a:lnTo>
                  <a:pt x="704385" y="55319"/>
                </a:lnTo>
                <a:lnTo>
                  <a:pt x="729917" y="59998"/>
                </a:lnTo>
                <a:lnTo>
                  <a:pt x="755650" y="64545"/>
                </a:lnTo>
                <a:lnTo>
                  <a:pt x="781592" y="68913"/>
                </a:lnTo>
                <a:lnTo>
                  <a:pt x="807749" y="73056"/>
                </a:lnTo>
                <a:lnTo>
                  <a:pt x="834127" y="76929"/>
                </a:lnTo>
                <a:lnTo>
                  <a:pt x="860733" y="80484"/>
                </a:lnTo>
                <a:lnTo>
                  <a:pt x="887573" y="83677"/>
                </a:lnTo>
                <a:lnTo>
                  <a:pt x="914654" y="86462"/>
                </a:lnTo>
                <a:lnTo>
                  <a:pt x="941983" y="88791"/>
                </a:lnTo>
                <a:lnTo>
                  <a:pt x="969566" y="90620"/>
                </a:lnTo>
                <a:lnTo>
                  <a:pt x="997409" y="91901"/>
                </a:lnTo>
                <a:lnTo>
                  <a:pt x="1025519" y="92590"/>
                </a:lnTo>
                <a:lnTo>
                  <a:pt x="1053902" y="92639"/>
                </a:lnTo>
                <a:lnTo>
                  <a:pt x="1082566" y="92004"/>
                </a:lnTo>
                <a:lnTo>
                  <a:pt x="1111516" y="90637"/>
                </a:lnTo>
                <a:lnTo>
                  <a:pt x="1140759" y="88493"/>
                </a:lnTo>
                <a:lnTo>
                  <a:pt x="1170301" y="85526"/>
                </a:lnTo>
                <a:lnTo>
                  <a:pt x="1200150" y="816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7011FCD-B713-436A-A4A6-BDABEF21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833" y="53044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CEDB15-64C6-4EBE-8D77-7F08219B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7983" y="53044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4" name="t₁/₄">
            <a:extLst xmlns:a="http://schemas.openxmlformats.org/drawingml/2006/main">
              <a:ext uri="{FF2B5EF4-FFF2-40B4-BE49-F238E27FC236}">
                <a16:creationId xmlns:a16="http://schemas.microsoft.com/office/drawing/2014/main" id="{E93EC32A-076D-450A-AE24-EF94039F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253" y="5450205"/>
            <a:ext cx="7715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t₁/₄</a:t>
            </a:r>
          </a:p>
        </p:txBody>
      </p:sp>
      <p:sp>
        <p:nvSpPr>
          <p:cNvPr id="85" name="t₁/₂">
            <a:extLst xmlns:a="http://schemas.openxmlformats.org/drawingml/2006/main">
              <a:ext uri="{FF2B5EF4-FFF2-40B4-BE49-F238E27FC236}">
                <a16:creationId xmlns:a16="http://schemas.microsoft.com/office/drawing/2014/main" id="{23715309-A584-43B6-BDCB-7F90748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540" y="5450205"/>
            <a:ext cx="81438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t₁/₂</a:t>
            </a:r>
          </a:p>
        </p:txBody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D98BD6-6B97-4F75-96E9-E9C06A8F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6615" y="5364480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8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135AC1EF-7B43-4272-836D-EA7489C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6615" y="5282790"/>
            <a:ext cx="1200150" cy="92639"/>
          </a:xfrm>
          <a:custGeom xmlns:a="http://schemas.openxmlformats.org/drawingml/2006/main">
            <a:pathLst>
              <a:path w="1200150" h="92639">
                <a:moveTo>
                  <a:pt x="0" y="81690"/>
                </a:moveTo>
                <a:lnTo>
                  <a:pt x="22504" y="68935"/>
                </a:lnTo>
                <a:lnTo>
                  <a:pt x="45014" y="57429"/>
                </a:lnTo>
                <a:lnTo>
                  <a:pt x="67538" y="47126"/>
                </a:lnTo>
                <a:lnTo>
                  <a:pt x="90081" y="37979"/>
                </a:lnTo>
                <a:lnTo>
                  <a:pt x="112650" y="29943"/>
                </a:lnTo>
                <a:lnTo>
                  <a:pt x="135251" y="22972"/>
                </a:lnTo>
                <a:lnTo>
                  <a:pt x="157892" y="17019"/>
                </a:lnTo>
                <a:lnTo>
                  <a:pt x="180578" y="12038"/>
                </a:lnTo>
                <a:lnTo>
                  <a:pt x="203316" y="7984"/>
                </a:lnTo>
                <a:lnTo>
                  <a:pt x="226113" y="4811"/>
                </a:lnTo>
                <a:lnTo>
                  <a:pt x="248975" y="2472"/>
                </a:lnTo>
                <a:lnTo>
                  <a:pt x="271909" y="921"/>
                </a:lnTo>
                <a:lnTo>
                  <a:pt x="294921" y="112"/>
                </a:lnTo>
                <a:lnTo>
                  <a:pt x="318017" y="0"/>
                </a:lnTo>
                <a:lnTo>
                  <a:pt x="341205" y="538"/>
                </a:lnTo>
                <a:lnTo>
                  <a:pt x="364490" y="1680"/>
                </a:lnTo>
                <a:lnTo>
                  <a:pt x="387879" y="3380"/>
                </a:lnTo>
                <a:lnTo>
                  <a:pt x="411380" y="5592"/>
                </a:lnTo>
                <a:lnTo>
                  <a:pt x="434997" y="8270"/>
                </a:lnTo>
                <a:lnTo>
                  <a:pt x="458738" y="11369"/>
                </a:lnTo>
                <a:lnTo>
                  <a:pt x="482609" y="14841"/>
                </a:lnTo>
                <a:lnTo>
                  <a:pt x="506617" y="18641"/>
                </a:lnTo>
                <a:lnTo>
                  <a:pt x="530768" y="22723"/>
                </a:lnTo>
                <a:lnTo>
                  <a:pt x="555069" y="27040"/>
                </a:lnTo>
                <a:lnTo>
                  <a:pt x="579527" y="31548"/>
                </a:lnTo>
                <a:lnTo>
                  <a:pt x="604147" y="36199"/>
                </a:lnTo>
                <a:lnTo>
                  <a:pt x="628936" y="40948"/>
                </a:lnTo>
                <a:lnTo>
                  <a:pt x="653901" y="45748"/>
                </a:lnTo>
                <a:lnTo>
                  <a:pt x="679049" y="50554"/>
                </a:lnTo>
                <a:lnTo>
                  <a:pt x="704385" y="55319"/>
                </a:lnTo>
                <a:lnTo>
                  <a:pt x="729917" y="59998"/>
                </a:lnTo>
                <a:lnTo>
                  <a:pt x="755650" y="64545"/>
                </a:lnTo>
                <a:lnTo>
                  <a:pt x="781592" y="68913"/>
                </a:lnTo>
                <a:lnTo>
                  <a:pt x="807749" y="73056"/>
                </a:lnTo>
                <a:lnTo>
                  <a:pt x="834127" y="76929"/>
                </a:lnTo>
                <a:lnTo>
                  <a:pt x="860733" y="80484"/>
                </a:lnTo>
                <a:lnTo>
                  <a:pt x="887573" y="83677"/>
                </a:lnTo>
                <a:lnTo>
                  <a:pt x="914654" y="86462"/>
                </a:lnTo>
                <a:lnTo>
                  <a:pt x="941983" y="88791"/>
                </a:lnTo>
                <a:lnTo>
                  <a:pt x="969566" y="90620"/>
                </a:lnTo>
                <a:lnTo>
                  <a:pt x="997409" y="91901"/>
                </a:lnTo>
                <a:lnTo>
                  <a:pt x="1025519" y="92590"/>
                </a:lnTo>
                <a:lnTo>
                  <a:pt x="1053902" y="92639"/>
                </a:lnTo>
                <a:lnTo>
                  <a:pt x="1082566" y="92004"/>
                </a:lnTo>
                <a:lnTo>
                  <a:pt x="1111516" y="90637"/>
                </a:lnTo>
                <a:lnTo>
                  <a:pt x="1140759" y="88493"/>
                </a:lnTo>
                <a:lnTo>
                  <a:pt x="1170301" y="85526"/>
                </a:lnTo>
                <a:lnTo>
                  <a:pt x="1200150" y="816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B60B125-C808-411A-B3F0-358E8E47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53044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AEB0DF-939B-403D-BA6F-EBFBBB6A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6758" y="53044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0" name="t₁/₂">
            <a:extLst xmlns:a="http://schemas.openxmlformats.org/drawingml/2006/main">
              <a:ext uri="{FF2B5EF4-FFF2-40B4-BE49-F238E27FC236}">
                <a16:creationId xmlns:a16="http://schemas.microsoft.com/office/drawing/2014/main" id="{B4FE02ED-024A-4D0E-8839-60A48989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028" y="5450205"/>
            <a:ext cx="7715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t₁/₂</a:t>
            </a:r>
          </a:p>
        </p:txBody>
      </p:sp>
      <p:sp>
        <p:nvSpPr>
          <p:cNvPr id="91" name="t₃/₄">
            <a:extLst xmlns:a="http://schemas.openxmlformats.org/drawingml/2006/main">
              <a:ext uri="{FF2B5EF4-FFF2-40B4-BE49-F238E27FC236}">
                <a16:creationId xmlns:a16="http://schemas.microsoft.com/office/drawing/2014/main" id="{21098202-7B01-4801-B78A-B51F991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315" y="5450205"/>
            <a:ext cx="81438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t₃/₄</a:t>
            </a:r>
          </a:p>
        </p:txBody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749F58-AF50-400A-B6C8-0E6BB828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5364480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108F3D01-3445-4015-ABF5-FAF52C2C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5282790"/>
            <a:ext cx="1200150" cy="92639"/>
          </a:xfrm>
          <a:custGeom xmlns:a="http://schemas.openxmlformats.org/drawingml/2006/main">
            <a:pathLst>
              <a:path w="1200150" h="92639">
                <a:moveTo>
                  <a:pt x="0" y="81690"/>
                </a:moveTo>
                <a:lnTo>
                  <a:pt x="22504" y="68935"/>
                </a:lnTo>
                <a:lnTo>
                  <a:pt x="45014" y="57429"/>
                </a:lnTo>
                <a:lnTo>
                  <a:pt x="67538" y="47126"/>
                </a:lnTo>
                <a:lnTo>
                  <a:pt x="90081" y="37979"/>
                </a:lnTo>
                <a:lnTo>
                  <a:pt x="112650" y="29943"/>
                </a:lnTo>
                <a:lnTo>
                  <a:pt x="135251" y="22972"/>
                </a:lnTo>
                <a:lnTo>
                  <a:pt x="157892" y="17019"/>
                </a:lnTo>
                <a:lnTo>
                  <a:pt x="180578" y="12038"/>
                </a:lnTo>
                <a:lnTo>
                  <a:pt x="203316" y="7984"/>
                </a:lnTo>
                <a:lnTo>
                  <a:pt x="226113" y="4811"/>
                </a:lnTo>
                <a:lnTo>
                  <a:pt x="248975" y="2472"/>
                </a:lnTo>
                <a:lnTo>
                  <a:pt x="271909" y="921"/>
                </a:lnTo>
                <a:lnTo>
                  <a:pt x="294921" y="112"/>
                </a:lnTo>
                <a:lnTo>
                  <a:pt x="318017" y="0"/>
                </a:lnTo>
                <a:lnTo>
                  <a:pt x="341205" y="538"/>
                </a:lnTo>
                <a:lnTo>
                  <a:pt x="364490" y="1680"/>
                </a:lnTo>
                <a:lnTo>
                  <a:pt x="387879" y="3380"/>
                </a:lnTo>
                <a:lnTo>
                  <a:pt x="411380" y="5592"/>
                </a:lnTo>
                <a:lnTo>
                  <a:pt x="434997" y="8270"/>
                </a:lnTo>
                <a:lnTo>
                  <a:pt x="458738" y="11369"/>
                </a:lnTo>
                <a:lnTo>
                  <a:pt x="482609" y="14841"/>
                </a:lnTo>
                <a:lnTo>
                  <a:pt x="506617" y="18641"/>
                </a:lnTo>
                <a:lnTo>
                  <a:pt x="530768" y="22723"/>
                </a:lnTo>
                <a:lnTo>
                  <a:pt x="555069" y="27040"/>
                </a:lnTo>
                <a:lnTo>
                  <a:pt x="579527" y="31548"/>
                </a:lnTo>
                <a:lnTo>
                  <a:pt x="604147" y="36199"/>
                </a:lnTo>
                <a:lnTo>
                  <a:pt x="628936" y="40948"/>
                </a:lnTo>
                <a:lnTo>
                  <a:pt x="653901" y="45748"/>
                </a:lnTo>
                <a:lnTo>
                  <a:pt x="679049" y="50554"/>
                </a:lnTo>
                <a:lnTo>
                  <a:pt x="704385" y="55319"/>
                </a:lnTo>
                <a:lnTo>
                  <a:pt x="729917" y="59998"/>
                </a:lnTo>
                <a:lnTo>
                  <a:pt x="755650" y="64545"/>
                </a:lnTo>
                <a:lnTo>
                  <a:pt x="781592" y="68913"/>
                </a:lnTo>
                <a:lnTo>
                  <a:pt x="807749" y="73056"/>
                </a:lnTo>
                <a:lnTo>
                  <a:pt x="834127" y="76929"/>
                </a:lnTo>
                <a:lnTo>
                  <a:pt x="860733" y="80484"/>
                </a:lnTo>
                <a:lnTo>
                  <a:pt x="887573" y="83677"/>
                </a:lnTo>
                <a:lnTo>
                  <a:pt x="914654" y="86462"/>
                </a:lnTo>
                <a:lnTo>
                  <a:pt x="941983" y="88791"/>
                </a:lnTo>
                <a:lnTo>
                  <a:pt x="969566" y="90620"/>
                </a:lnTo>
                <a:lnTo>
                  <a:pt x="997409" y="91901"/>
                </a:lnTo>
                <a:lnTo>
                  <a:pt x="1025519" y="92590"/>
                </a:lnTo>
                <a:lnTo>
                  <a:pt x="1053902" y="92639"/>
                </a:lnTo>
                <a:lnTo>
                  <a:pt x="1082566" y="92004"/>
                </a:lnTo>
                <a:lnTo>
                  <a:pt x="1111516" y="90637"/>
                </a:lnTo>
                <a:lnTo>
                  <a:pt x="1140759" y="88493"/>
                </a:lnTo>
                <a:lnTo>
                  <a:pt x="1170301" y="85526"/>
                </a:lnTo>
                <a:lnTo>
                  <a:pt x="1200150" y="816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A9B980A-4950-4533-824C-A3D25576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6818" y="53044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877E497-51B3-4C01-9F94-86E048F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968" y="530447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96" name="t₃/₄">
            <a:extLst xmlns:a="http://schemas.openxmlformats.org/drawingml/2006/main">
              <a:ext uri="{FF2B5EF4-FFF2-40B4-BE49-F238E27FC236}">
                <a16:creationId xmlns:a16="http://schemas.microsoft.com/office/drawing/2014/main" id="{812ED9BA-D00D-448B-B61D-91F86518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8238" y="5450205"/>
            <a:ext cx="7715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t₃/₄</a:t>
            </a:r>
          </a:p>
        </p:txBody>
      </p:sp>
      <p:sp>
        <p:nvSpPr>
          <p:cNvPr id="97" name="t₁">
            <a:extLst xmlns:a="http://schemas.openxmlformats.org/drawingml/2006/main">
              <a:ext uri="{FF2B5EF4-FFF2-40B4-BE49-F238E27FC236}">
                <a16:creationId xmlns:a16="http://schemas.microsoft.com/office/drawing/2014/main" id="{738AD8DE-B503-4FCC-B517-7A470E87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5450205"/>
            <a:ext cx="81438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t₁</a:t>
            </a:r>
          </a:p>
        </p:txBody>
      </p:sp>
      <p:sp>
        <p:nvSpPr>
          <p:cNvPr id="98" name="同じroot終点を共有">
            <a:extLst xmlns:a="http://schemas.openxmlformats.org/drawingml/2006/main">
              <a:ext uri="{FF2B5EF4-FFF2-40B4-BE49-F238E27FC236}">
                <a16:creationId xmlns:a16="http://schemas.microsoft.com/office/drawing/2014/main" id="{2BD10765-1961-4743-8A29-D38D991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2141220"/>
            <a:ext cx="22288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同じroot終点を共有</a:t>
            </a:r>
          </a:p>
        </p:txBody>
      </p:sp>
      <p:sp>
        <p:nvSpPr>
          <p:cNvPr id="99" name="OU合成">
            <a:extLst xmlns:a="http://schemas.openxmlformats.org/drawingml/2006/main">
              <a:ext uri="{FF2B5EF4-FFF2-40B4-BE49-F238E27FC236}">
                <a16:creationId xmlns:a16="http://schemas.microsoft.com/office/drawing/2014/main" id="{58FA2239-C44E-4E64-8BCB-5BEB9708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29928"/>
            <a:ext cx="13716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OU合成</a:t>
            </a:r>
          </a:p>
        </p:txBody>
      </p:sp>
      <p:sp>
        <p:nvSpPr>
          <p:cNvPr id="100" name="(c) 葉のHermite経路と最初の接触">
            <a:extLst xmlns:a="http://schemas.openxmlformats.org/drawingml/2006/main">
              <a:ext uri="{FF2B5EF4-FFF2-40B4-BE49-F238E27FC236}">
                <a16:creationId xmlns:a16="http://schemas.microsoft.com/office/drawing/2014/main" id="{9FBF7AE5-15DE-4DF8-AF08-75621C06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" y="6461760"/>
            <a:ext cx="94297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(c) 葉のHermite経路と最初の接触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768771B-8264-4732-BA09-4FA9C93A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579168"/>
            <a:ext cx="8341043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8"/>
          </a:solidFill>
          <a:ln xmlns:a="http://schemas.openxmlformats.org/drawingml/2006/main" w="8573">
            <a:noFill/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6FC562-0D36-4E05-B4A2-F31DF09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579168"/>
            <a:ext cx="8341043" cy="95"/>
          </a:xfrm>
          <a:custGeom xmlns:a="http://schemas.openxmlformats.org/drawingml/2006/main">
            <a:pathLst>
              <a:path w="8341043" h="95">
                <a:moveTo>
                  <a:pt x="0" y="0"/>
                </a:moveTo>
                <a:lnTo>
                  <a:pt x="83410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112D50"/>
            </a:solidFill>
            <a:prstDash val="solid"/>
          </a:ln>
        </p:spPr>
      </p:sp>
      <p:sp>
        <p:nvSpPr>
          <p:cNvPr id="1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A40301-C848-40B5-86DC-3F720531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C450FA1-27F0-433E-AA71-24BBBE39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8FDD35-D7AB-44F7-B7D9-567457B5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5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BA8BB2D-AF76-4DF1-8D36-41D679FD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9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83BD22-2B69-4678-B96A-FB99AC52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22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60888E4-F81A-41D2-BF46-9E3A4DD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5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F233A8-DADA-4D12-9524-75BFC9BC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49662B-E9EE-4261-BDA9-B6CC0465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CF52D1A-BD42-4AED-B233-174BCEB9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B27E63-1D1F-4BB3-B6AF-62BB92A0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88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4DB3B2-ED38-493C-8B1F-5B8A71B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61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5A83FD7-C60E-49E7-A61E-ABCCF886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FB9979-1563-4A92-9ACB-6ED69BEC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08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CB972A-26B6-4487-8865-5C119A13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81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CB0A08-52FD-45B2-B401-FFF8F3B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54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305CF3-C541-448D-BCDD-7B00F310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89AF4E-0D39-4852-AB03-BA9BD51F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C2D813D-0EFE-4B9A-A76B-97586019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74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A77A98-7CAC-4F2A-A394-8994900C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47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89772B-69FA-4459-B8EC-B6C3231B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21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D79E3D-27DE-4457-B2E4-9F37228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94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E7B1B3-2261-4E45-B794-789D99AC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49C83D-206F-4747-922F-48DAB625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408" y="8604885"/>
            <a:ext cx="128587" cy="205740"/>
          </a:xfrm>
          <a:custGeom xmlns:a="http://schemas.openxmlformats.org/drawingml/2006/main">
            <a:pathLst>
              <a:path w="128587" h="205740">
                <a:moveTo>
                  <a:pt x="128587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1A10EB-B12B-4F19-BA2F-24E9E361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14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AAA3AB-BE16-43F7-92D3-959220AD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87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6C7ED0-6E21-4FDA-8299-CF45DFD3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BE6AAE-2AF2-43D3-8645-38C76DEE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35C34A0-2EF0-40E4-A73C-6E0A28F9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7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D281D4-D504-4FB0-9B42-D03C5079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80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0C5C6D-E5D1-4E51-810D-351D1A69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535" y="8604885"/>
            <a:ext cx="128587" cy="205740"/>
          </a:xfrm>
          <a:custGeom xmlns:a="http://schemas.openxmlformats.org/drawingml/2006/main">
            <a:pathLst>
              <a:path w="128587" h="205740">
                <a:moveTo>
                  <a:pt x="128587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5D3B83A-3602-4276-9032-0043316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6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75F9A3-83A3-4460-A023-590AAD6C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C817D0-0E96-4895-A61A-ED2D1A46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3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BA35762-3A34-494E-B499-D1E97DC1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46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9BCC2A-2DEB-45BA-83CE-A66BAE8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19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26BCF1-6A9C-498F-8A39-BCC1403A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B4458B-665E-4B2C-AABD-E3491F2F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48A827-257A-4D72-A8FB-5184401C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39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5530E7-6118-42E3-B22B-51B42048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12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D5E5C3-97AE-4B6A-9B44-7AE1AE7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9E56BD3-B082-42D6-9463-BD251E83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59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59E25D-8907-4ADC-9C0B-490DD4C9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5B1B913-EF1D-40DE-9371-C0801830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A3107F-1DF7-4A28-B5C4-4391AE50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79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D01F8D-AA6C-4A94-B8B6-1C9A01D0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52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DC9A1D-85B4-4890-ADD8-99FADC8B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5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C257FC4-47A9-41A6-86BB-3D0D449A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819FA7-82EF-4199-9FED-09EB65FE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4D66DA-5C09-4412-B46A-FEAF972B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45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AC1B14-B9C7-4736-B912-2DA94203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18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DE2373-8863-4268-9287-5A7FF0F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91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60E70A-EDF2-4594-AAA0-4226F379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4FDAED-CF41-4A4C-985F-CD36B40D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38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7D5088-4C9A-48E2-87EB-E7B5DF8D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75FA86-36DC-47C4-BFD2-5DD8AD0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848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3451F9-DB6D-4A47-A651-C85B122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026D6B-5A88-46FF-BBAB-D69FA55D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313" y="8604885"/>
            <a:ext cx="128588" cy="205740"/>
          </a:xfrm>
          <a:custGeom xmlns:a="http://schemas.openxmlformats.org/drawingml/2006/main">
            <a:pathLst>
              <a:path w="128588" h="205740">
                <a:moveTo>
                  <a:pt x="128588" y="0"/>
                </a:moveTo>
                <a:lnTo>
                  <a:pt x="0" y="2057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solid"/>
          </a:ln>
        </p:spPr>
      </p:sp>
      <p:sp>
        <p:nvSpPr>
          <p:cNvPr id="1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4CF443-55DE-4956-93B1-3D719185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999220"/>
            <a:ext cx="8529638" cy="95"/>
          </a:xfrm>
          <a:custGeom xmlns:a="http://schemas.openxmlformats.org/drawingml/2006/main">
            <a:pathLst>
              <a:path w="8529638" h="95">
                <a:moveTo>
                  <a:pt x="0" y="0"/>
                </a:moveTo>
                <a:lnTo>
                  <a:pt x="8529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73">
            <a:solidFill>
              <a:srgbClr val="112D50"/>
            </a:solidFill>
            <a:prstDash val="solid"/>
          </a:ln>
        </p:spPr>
      </p:sp>
      <p:sp>
        <p:nvSpPr>
          <p:cNvPr id="1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C8E5899-428A-4EF4-B497-057008E1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358" y="8968359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9522B7-8B46-4F35-9758-B8C37826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881813"/>
            <a:ext cx="95" cy="2117408"/>
          </a:xfrm>
          <a:custGeom xmlns:a="http://schemas.openxmlformats.org/drawingml/2006/main">
            <a:pathLst>
              <a:path w="95" h="2117408">
                <a:moveTo>
                  <a:pt x="0" y="21174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73">
            <a:solidFill>
              <a:srgbClr val="112D50"/>
            </a:solidFill>
            <a:prstDash val="solid"/>
          </a:ln>
        </p:spPr>
      </p:sp>
      <p:sp>
        <p:nvSpPr>
          <p:cNvPr id="1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24A56A4-24F3-4580-980F-487D5D43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439" y="6881813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0"/>
                </a:moveTo>
                <a:lnTo>
                  <a:pt x="0" y="68580"/>
                </a:lnTo>
                <a:lnTo>
                  <a:pt x="61722" y="6858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64" name="z">
            <a:extLst xmlns:a="http://schemas.openxmlformats.org/drawingml/2006/main">
              <a:ext uri="{FF2B5EF4-FFF2-40B4-BE49-F238E27FC236}">
                <a16:creationId xmlns:a16="http://schemas.microsoft.com/office/drawing/2014/main" id="{84C82FC5-572D-4986-A3D7-0216C466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3" y="6607493"/>
            <a:ext cx="3000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165" name="x">
            <a:extLst xmlns:a="http://schemas.openxmlformats.org/drawingml/2006/main">
              <a:ext uri="{FF2B5EF4-FFF2-40B4-BE49-F238E27FC236}">
                <a16:creationId xmlns:a16="http://schemas.microsoft.com/office/drawing/2014/main" id="{4D791004-ACFD-4A8D-89C1-08C674AD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8896350"/>
            <a:ext cx="3429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</a:t>
            </a:r>
          </a:p>
        </p:txBody>
      </p:sp>
      <p:sp>
        <p:nvSpPr>
          <p:cNvPr id="16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899C126-C9EA-4798-B170-0F5605A3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" y="7288162"/>
            <a:ext cx="4157663" cy="1248143"/>
          </a:xfrm>
          <a:custGeom xmlns:a="http://schemas.openxmlformats.org/drawingml/2006/main">
            <a:pathLst>
              <a:path w="4157663" h="1248143">
                <a:moveTo>
                  <a:pt x="0" y="613778"/>
                </a:moveTo>
                <a:lnTo>
                  <a:pt x="89474" y="513407"/>
                </a:lnTo>
                <a:lnTo>
                  <a:pt x="177914" y="423160"/>
                </a:lnTo>
                <a:lnTo>
                  <a:pt x="265379" y="342694"/>
                </a:lnTo>
                <a:lnTo>
                  <a:pt x="351929" y="271662"/>
                </a:lnTo>
                <a:lnTo>
                  <a:pt x="437623" y="209720"/>
                </a:lnTo>
                <a:lnTo>
                  <a:pt x="522521" y="156522"/>
                </a:lnTo>
                <a:lnTo>
                  <a:pt x="606682" y="111724"/>
                </a:lnTo>
                <a:lnTo>
                  <a:pt x="690166" y="74981"/>
                </a:lnTo>
                <a:lnTo>
                  <a:pt x="773032" y="45946"/>
                </a:lnTo>
                <a:lnTo>
                  <a:pt x="855340" y="24276"/>
                </a:lnTo>
                <a:lnTo>
                  <a:pt x="937150" y="9625"/>
                </a:lnTo>
                <a:lnTo>
                  <a:pt x="1018520" y="1648"/>
                </a:lnTo>
                <a:lnTo>
                  <a:pt x="1099511" y="0"/>
                </a:lnTo>
                <a:lnTo>
                  <a:pt x="1180182" y="4336"/>
                </a:lnTo>
                <a:lnTo>
                  <a:pt x="1260593" y="14310"/>
                </a:lnTo>
                <a:lnTo>
                  <a:pt x="1340803" y="29578"/>
                </a:lnTo>
                <a:lnTo>
                  <a:pt x="1420871" y="49795"/>
                </a:lnTo>
                <a:lnTo>
                  <a:pt x="1500857" y="74615"/>
                </a:lnTo>
                <a:lnTo>
                  <a:pt x="1580821" y="103693"/>
                </a:lnTo>
                <a:lnTo>
                  <a:pt x="1660823" y="136685"/>
                </a:lnTo>
                <a:lnTo>
                  <a:pt x="1740921" y="173245"/>
                </a:lnTo>
                <a:lnTo>
                  <a:pt x="1821175" y="213027"/>
                </a:lnTo>
                <a:lnTo>
                  <a:pt x="1901645" y="255688"/>
                </a:lnTo>
                <a:lnTo>
                  <a:pt x="1982391" y="300882"/>
                </a:lnTo>
                <a:lnTo>
                  <a:pt x="2063471" y="348263"/>
                </a:lnTo>
                <a:lnTo>
                  <a:pt x="2144946" y="397488"/>
                </a:lnTo>
                <a:lnTo>
                  <a:pt x="2226874" y="448209"/>
                </a:lnTo>
                <a:lnTo>
                  <a:pt x="2309316" y="500083"/>
                </a:lnTo>
                <a:lnTo>
                  <a:pt x="2392331" y="552765"/>
                </a:lnTo>
                <a:lnTo>
                  <a:pt x="2475979" y="605909"/>
                </a:lnTo>
                <a:lnTo>
                  <a:pt x="2560319" y="659170"/>
                </a:lnTo>
                <a:lnTo>
                  <a:pt x="2645410" y="712203"/>
                </a:lnTo>
                <a:lnTo>
                  <a:pt x="2731312" y="764663"/>
                </a:lnTo>
                <a:lnTo>
                  <a:pt x="2818085" y="816206"/>
                </a:lnTo>
                <a:lnTo>
                  <a:pt x="2905789" y="866484"/>
                </a:lnTo>
                <a:lnTo>
                  <a:pt x="2994481" y="915155"/>
                </a:lnTo>
                <a:lnTo>
                  <a:pt x="3084224" y="961872"/>
                </a:lnTo>
                <a:lnTo>
                  <a:pt x="3175074" y="1006291"/>
                </a:lnTo>
                <a:lnTo>
                  <a:pt x="3267094" y="1048067"/>
                </a:lnTo>
                <a:lnTo>
                  <a:pt x="3360341" y="1086853"/>
                </a:lnTo>
                <a:lnTo>
                  <a:pt x="3454875" y="1122306"/>
                </a:lnTo>
                <a:lnTo>
                  <a:pt x="3550756" y="1154080"/>
                </a:lnTo>
                <a:lnTo>
                  <a:pt x="3648044" y="1181830"/>
                </a:lnTo>
                <a:lnTo>
                  <a:pt x="3746798" y="1205211"/>
                </a:lnTo>
                <a:lnTo>
                  <a:pt x="3847077" y="1223878"/>
                </a:lnTo>
                <a:lnTo>
                  <a:pt x="3948941" y="1237486"/>
                </a:lnTo>
                <a:lnTo>
                  <a:pt x="4052450" y="1245689"/>
                </a:lnTo>
                <a:lnTo>
                  <a:pt x="4157663" y="1248143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768C5"/>
            </a:solidFill>
            <a:prstDash val="solid"/>
          </a:ln>
        </p:spPr>
      </p:sp>
      <p:sp>
        <p:nvSpPr>
          <p:cNvPr id="16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122A730-D25B-4178-9A99-69133750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73" y="7824788"/>
            <a:ext cx="3626168" cy="731762"/>
          </a:xfrm>
          <a:custGeom xmlns:a="http://schemas.openxmlformats.org/drawingml/2006/main">
            <a:pathLst>
              <a:path w="3626168" h="731762">
                <a:moveTo>
                  <a:pt x="0" y="711518"/>
                </a:moveTo>
                <a:lnTo>
                  <a:pt x="77644" y="719566"/>
                </a:lnTo>
                <a:lnTo>
                  <a:pt x="154171" y="725543"/>
                </a:lnTo>
                <a:lnTo>
                  <a:pt x="229649" y="729521"/>
                </a:lnTo>
                <a:lnTo>
                  <a:pt x="304145" y="731570"/>
                </a:lnTo>
                <a:lnTo>
                  <a:pt x="377726" y="731762"/>
                </a:lnTo>
                <a:lnTo>
                  <a:pt x="450458" y="730169"/>
                </a:lnTo>
                <a:lnTo>
                  <a:pt x="522409" y="726863"/>
                </a:lnTo>
                <a:lnTo>
                  <a:pt x="593646" y="721916"/>
                </a:lnTo>
                <a:lnTo>
                  <a:pt x="664235" y="715398"/>
                </a:lnTo>
                <a:lnTo>
                  <a:pt x="734244" y="707381"/>
                </a:lnTo>
                <a:lnTo>
                  <a:pt x="803739" y="697938"/>
                </a:lnTo>
                <a:lnTo>
                  <a:pt x="872788" y="687139"/>
                </a:lnTo>
                <a:lnTo>
                  <a:pt x="941457" y="675057"/>
                </a:lnTo>
                <a:lnTo>
                  <a:pt x="1009814" y="661763"/>
                </a:lnTo>
                <a:lnTo>
                  <a:pt x="1077925" y="647328"/>
                </a:lnTo>
                <a:lnTo>
                  <a:pt x="1145858" y="631825"/>
                </a:lnTo>
                <a:lnTo>
                  <a:pt x="1213678" y="615324"/>
                </a:lnTo>
                <a:lnTo>
                  <a:pt x="1281455" y="597898"/>
                </a:lnTo>
                <a:lnTo>
                  <a:pt x="1349253" y="579618"/>
                </a:lnTo>
                <a:lnTo>
                  <a:pt x="1417141" y="560556"/>
                </a:lnTo>
                <a:lnTo>
                  <a:pt x="1485186" y="540783"/>
                </a:lnTo>
                <a:lnTo>
                  <a:pt x="1553453" y="520371"/>
                </a:lnTo>
                <a:lnTo>
                  <a:pt x="1622011" y="499392"/>
                </a:lnTo>
                <a:lnTo>
                  <a:pt x="1690926" y="477917"/>
                </a:lnTo>
                <a:lnTo>
                  <a:pt x="1760265" y="456018"/>
                </a:lnTo>
                <a:lnTo>
                  <a:pt x="1830095" y="433766"/>
                </a:lnTo>
                <a:lnTo>
                  <a:pt x="1900483" y="411233"/>
                </a:lnTo>
                <a:lnTo>
                  <a:pt x="1971496" y="388491"/>
                </a:lnTo>
                <a:lnTo>
                  <a:pt x="2043202" y="365611"/>
                </a:lnTo>
                <a:lnTo>
                  <a:pt x="2115666" y="342666"/>
                </a:lnTo>
                <a:lnTo>
                  <a:pt x="2188957" y="319725"/>
                </a:lnTo>
                <a:lnTo>
                  <a:pt x="2263140" y="296862"/>
                </a:lnTo>
                <a:lnTo>
                  <a:pt x="2338283" y="274148"/>
                </a:lnTo>
                <a:lnTo>
                  <a:pt x="2414454" y="251655"/>
                </a:lnTo>
                <a:lnTo>
                  <a:pt x="2491718" y="229453"/>
                </a:lnTo>
                <a:lnTo>
                  <a:pt x="2570143" y="207615"/>
                </a:lnTo>
                <a:lnTo>
                  <a:pt x="2649795" y="186213"/>
                </a:lnTo>
                <a:lnTo>
                  <a:pt x="2730743" y="165317"/>
                </a:lnTo>
                <a:lnTo>
                  <a:pt x="2813052" y="145000"/>
                </a:lnTo>
                <a:lnTo>
                  <a:pt x="2896791" y="125333"/>
                </a:lnTo>
                <a:lnTo>
                  <a:pt x="2982024" y="106388"/>
                </a:lnTo>
                <a:lnTo>
                  <a:pt x="3068821" y="88236"/>
                </a:lnTo>
                <a:lnTo>
                  <a:pt x="3157247" y="70950"/>
                </a:lnTo>
                <a:lnTo>
                  <a:pt x="3247370" y="54600"/>
                </a:lnTo>
                <a:lnTo>
                  <a:pt x="3339257" y="39259"/>
                </a:lnTo>
                <a:lnTo>
                  <a:pt x="3432974" y="24997"/>
                </a:lnTo>
                <a:lnTo>
                  <a:pt x="3528588" y="11887"/>
                </a:lnTo>
                <a:lnTo>
                  <a:pt x="3626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dash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CE0BAA0-FDAA-4DF6-86F7-59C45CB5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" y="783336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2B9AEF6-2CA4-4600-A018-BF8F7AED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420" y="8459153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3AD7261-2EB8-4A62-B69A-1ADB28CB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775620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415FFD-8F8F-425A-9CA7-2103AEF8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" y="7507605"/>
            <a:ext cx="522923" cy="394335"/>
          </a:xfrm>
          <a:custGeom xmlns:a="http://schemas.openxmlformats.org/drawingml/2006/main">
            <a:pathLst>
              <a:path w="522923" h="394335">
                <a:moveTo>
                  <a:pt x="0" y="394335"/>
                </a:moveTo>
                <a:lnTo>
                  <a:pt x="5229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A6EAD9-63AE-4B44-9897-19AF3585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495" y="7507605"/>
            <a:ext cx="73337" cy="65932"/>
          </a:xfrm>
          <a:custGeom xmlns:a="http://schemas.openxmlformats.org/drawingml/2006/main">
            <a:pathLst>
              <a:path w="73337" h="65932">
                <a:moveTo>
                  <a:pt x="73337" y="0"/>
                </a:moveTo>
                <a:lnTo>
                  <a:pt x="0" y="16651"/>
                </a:lnTo>
                <a:lnTo>
                  <a:pt x="37162" y="6593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73" name="v₀">
            <a:extLst xmlns:a="http://schemas.openxmlformats.org/drawingml/2006/main">
              <a:ext uri="{FF2B5EF4-FFF2-40B4-BE49-F238E27FC236}">
                <a16:creationId xmlns:a16="http://schemas.microsoft.com/office/drawing/2014/main" id="{43F44C57-7467-478F-A112-024E2D1A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7156133"/>
            <a:ext cx="600075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v₀</a:t>
            </a:r>
          </a:p>
        </p:txBody>
      </p:sp>
      <p:sp>
        <p:nvSpPr>
          <p:cNvPr id="1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667F46-CB5D-4D9C-9023-E1E12B44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7439025"/>
            <a:ext cx="497205" cy="385763"/>
          </a:xfrm>
          <a:custGeom xmlns:a="http://schemas.openxmlformats.org/drawingml/2006/main">
            <a:pathLst>
              <a:path w="497205" h="385763">
                <a:moveTo>
                  <a:pt x="0" y="385763"/>
                </a:moveTo>
                <a:lnTo>
                  <a:pt x="497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BAECEA-9B6F-442D-BEFF-BD9153A8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843" y="7439025"/>
            <a:ext cx="73102" cy="66422"/>
          </a:xfrm>
          <a:custGeom xmlns:a="http://schemas.openxmlformats.org/drawingml/2006/main">
            <a:pathLst>
              <a:path w="73102" h="66422">
                <a:moveTo>
                  <a:pt x="73102" y="0"/>
                </a:moveTo>
                <a:lnTo>
                  <a:pt x="0" y="17657"/>
                </a:lnTo>
                <a:lnTo>
                  <a:pt x="37835" y="664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76" name="v₁">
            <a:extLst xmlns:a="http://schemas.openxmlformats.org/drawingml/2006/main">
              <a:ext uri="{FF2B5EF4-FFF2-40B4-BE49-F238E27FC236}">
                <a16:creationId xmlns:a16="http://schemas.microsoft.com/office/drawing/2014/main" id="{7940EC16-DA94-47E2-BC27-6627256A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190" y="7147560"/>
            <a:ext cx="600075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v₁</a:t>
            </a:r>
          </a:p>
        </p:txBody>
      </p:sp>
      <p:sp>
        <p:nvSpPr>
          <p:cNvPr id="177" name="x₀">
            <a:extLst xmlns:a="http://schemas.openxmlformats.org/drawingml/2006/main">
              <a:ext uri="{FF2B5EF4-FFF2-40B4-BE49-F238E27FC236}">
                <a16:creationId xmlns:a16="http://schemas.microsoft.com/office/drawing/2014/main" id="{B97B5F92-4AE8-4BA5-B769-86C4838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" y="8021955"/>
            <a:ext cx="600075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x₀</a:t>
            </a:r>
          </a:p>
        </p:txBody>
      </p:sp>
      <p:sp>
        <p:nvSpPr>
          <p:cNvPr id="178" name="x₁">
            <a:extLst xmlns:a="http://schemas.openxmlformats.org/drawingml/2006/main">
              <a:ext uri="{FF2B5EF4-FFF2-40B4-BE49-F238E27FC236}">
                <a16:creationId xmlns:a16="http://schemas.microsoft.com/office/drawing/2014/main" id="{11E128C8-DCF5-421D-A05F-9EA6ECE9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936230"/>
            <a:ext cx="600075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x₁</a:t>
            </a:r>
          </a:p>
        </p:txBody>
      </p:sp>
      <p:sp>
        <p:nvSpPr>
          <p:cNvPr id="1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583927-0D0E-4716-A1D5-528AE0C0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573" y="7661910"/>
            <a:ext cx="95" cy="745808"/>
          </a:xfrm>
          <a:custGeom xmlns:a="http://schemas.openxmlformats.org/drawingml/2006/main">
            <a:pathLst>
              <a:path w="95" h="745808">
                <a:moveTo>
                  <a:pt x="0" y="0"/>
                </a:moveTo>
                <a:lnTo>
                  <a:pt x="0" y="745808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7267344-8CE0-428A-AC5F-6FC36E4B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569" y="8347710"/>
            <a:ext cx="54007" cy="60007"/>
          </a:xfrm>
          <a:custGeom xmlns:a="http://schemas.openxmlformats.org/drawingml/2006/main">
            <a:pathLst>
              <a:path w="54007" h="60007">
                <a:moveTo>
                  <a:pt x="27003" y="60007"/>
                </a:moveTo>
                <a:lnTo>
                  <a:pt x="540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1" name="数値経路のfirst hit">
            <a:extLst xmlns:a="http://schemas.openxmlformats.org/drawingml/2006/main">
              <a:ext uri="{FF2B5EF4-FFF2-40B4-BE49-F238E27FC236}">
                <a16:creationId xmlns:a16="http://schemas.microsoft.com/office/drawing/2014/main" id="{086393E3-64BD-4EA4-A011-D9C6D121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255" y="7207568"/>
            <a:ext cx="28717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数値経路のfirst hit</a:t>
            </a:r>
          </a:p>
        </p:txBody>
      </p:sp>
      <p:sp>
        <p:nvSpPr>
          <p:cNvPr id="182" name="x_hit">
            <a:extLst xmlns:a="http://schemas.openxmlformats.org/drawingml/2006/main">
              <a:ext uri="{FF2B5EF4-FFF2-40B4-BE49-F238E27FC236}">
                <a16:creationId xmlns:a16="http://schemas.microsoft.com/office/drawing/2014/main" id="{8A83A00F-D318-4567-8A57-3C22268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8664893"/>
            <a:ext cx="107156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8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x_hit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2DAD81C-B065-49F6-96D7-FE2A9E98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81775"/>
            <a:ext cx="3471863" cy="2546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9BA8B4"/>
            </a:solidFill>
          </a:ln>
        </p:spPr>
      </p:sp>
      <p:sp>
        <p:nvSpPr>
          <p:cNvPr id="184" name="RZ：軸通過後は新しいroot">
            <a:extLst xmlns:a="http://schemas.openxmlformats.org/drawingml/2006/main">
              <a:ext uri="{FF2B5EF4-FFF2-40B4-BE49-F238E27FC236}">
                <a16:creationId xmlns:a16="http://schemas.microsoft.com/office/drawing/2014/main" id="{C17B1CDF-7D53-432E-B2C8-757EF27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288" y="6667500"/>
            <a:ext cx="32575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RZ：軸通過後は新しいroot</a:t>
            </a:r>
          </a:p>
        </p:txBody>
      </p:sp>
      <p:sp>
        <p:nvSpPr>
          <p:cNvPr id="1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95BEE5-4112-4A4F-B648-7709DDB8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203" y="8810625"/>
            <a:ext cx="2640330" cy="95"/>
          </a:xfrm>
          <a:custGeom xmlns:a="http://schemas.openxmlformats.org/drawingml/2006/main">
            <a:pathLst>
              <a:path w="2640330" h="95">
                <a:moveTo>
                  <a:pt x="0" y="0"/>
                </a:moveTo>
                <a:lnTo>
                  <a:pt x="26403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E0C74A-A111-4970-BB6B-05390D63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8783622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E3C861-11DB-43BC-A2CD-4590D20F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203" y="7164705"/>
            <a:ext cx="95" cy="1645920"/>
          </a:xfrm>
          <a:custGeom xmlns:a="http://schemas.openxmlformats.org/drawingml/2006/main">
            <a:pathLst>
              <a:path w="95" h="1645920">
                <a:moveTo>
                  <a:pt x="0" y="16459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46DF3A1-D62A-42A5-8495-A3BC1609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199" y="7164705"/>
            <a:ext cx="54007" cy="60007"/>
          </a:xfrm>
          <a:custGeom xmlns:a="http://schemas.openxmlformats.org/drawingml/2006/main">
            <a:pathLst>
              <a:path w="54007" h="60007">
                <a:moveTo>
                  <a:pt x="27003" y="0"/>
                </a:moveTo>
                <a:lnTo>
                  <a:pt x="0" y="60007"/>
                </a:lnTo>
                <a:lnTo>
                  <a:pt x="54007" y="60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EF0A65-B61D-4560-9F19-1B8E2C4B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203" y="8330565"/>
            <a:ext cx="2666047" cy="95"/>
          </a:xfrm>
          <a:custGeom xmlns:a="http://schemas.openxmlformats.org/drawingml/2006/main">
            <a:pathLst>
              <a:path w="2666047" h="95">
                <a:moveTo>
                  <a:pt x="0" y="0"/>
                </a:moveTo>
                <a:lnTo>
                  <a:pt x="26660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7">
            <a:solidFill>
              <a:srgbClr val="112D50"/>
            </a:solidFill>
            <a:prstDash val="dash"/>
          </a:ln>
        </p:spPr>
      </p:sp>
      <p:sp>
        <p:nvSpPr>
          <p:cNvPr id="190" name="r=0">
            <a:extLst xmlns:a="http://schemas.openxmlformats.org/drawingml/2006/main">
              <a:ext uri="{FF2B5EF4-FFF2-40B4-BE49-F238E27FC236}">
                <a16:creationId xmlns:a16="http://schemas.microsoft.com/office/drawing/2014/main" id="{4D9D87CC-F921-4C35-9990-183987A0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708" y="8193405"/>
            <a:ext cx="6000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r=0</a:t>
            </a:r>
          </a:p>
        </p:txBody>
      </p:sp>
      <p:sp>
        <p:nvSpPr>
          <p:cNvPr id="191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8CA6E60F-AC1B-4EDA-B0B1-92D8002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348" y="7613620"/>
            <a:ext cx="1105852" cy="716945"/>
          </a:xfrm>
          <a:custGeom xmlns:a="http://schemas.openxmlformats.org/drawingml/2006/main">
            <a:pathLst>
              <a:path w="1105852" h="716945">
                <a:moveTo>
                  <a:pt x="0" y="14000"/>
                </a:moveTo>
                <a:lnTo>
                  <a:pt x="40406" y="7536"/>
                </a:lnTo>
                <a:lnTo>
                  <a:pt x="79152" y="3097"/>
                </a:lnTo>
                <a:lnTo>
                  <a:pt x="116300" y="609"/>
                </a:lnTo>
                <a:lnTo>
                  <a:pt x="151909" y="0"/>
                </a:lnTo>
                <a:lnTo>
                  <a:pt x="186039" y="1195"/>
                </a:lnTo>
                <a:lnTo>
                  <a:pt x="218749" y="4121"/>
                </a:lnTo>
                <a:lnTo>
                  <a:pt x="250101" y="8705"/>
                </a:lnTo>
                <a:lnTo>
                  <a:pt x="280154" y="14873"/>
                </a:lnTo>
                <a:lnTo>
                  <a:pt x="308968" y="22551"/>
                </a:lnTo>
                <a:lnTo>
                  <a:pt x="336603" y="31667"/>
                </a:lnTo>
                <a:lnTo>
                  <a:pt x="363119" y="42146"/>
                </a:lnTo>
                <a:lnTo>
                  <a:pt x="388575" y="53915"/>
                </a:lnTo>
                <a:lnTo>
                  <a:pt x="413033" y="66901"/>
                </a:lnTo>
                <a:lnTo>
                  <a:pt x="436552" y="81031"/>
                </a:lnTo>
                <a:lnTo>
                  <a:pt x="459192" y="96230"/>
                </a:lnTo>
                <a:lnTo>
                  <a:pt x="481013" y="112425"/>
                </a:lnTo>
                <a:lnTo>
                  <a:pt x="502074" y="129543"/>
                </a:lnTo>
                <a:lnTo>
                  <a:pt x="522437" y="147510"/>
                </a:lnTo>
                <a:lnTo>
                  <a:pt x="542161" y="166253"/>
                </a:lnTo>
                <a:lnTo>
                  <a:pt x="561305" y="185698"/>
                </a:lnTo>
                <a:lnTo>
                  <a:pt x="579931" y="205772"/>
                </a:lnTo>
                <a:lnTo>
                  <a:pt x="598097" y="226401"/>
                </a:lnTo>
                <a:lnTo>
                  <a:pt x="615865" y="247512"/>
                </a:lnTo>
                <a:lnTo>
                  <a:pt x="633293" y="269032"/>
                </a:lnTo>
                <a:lnTo>
                  <a:pt x="650443" y="290886"/>
                </a:lnTo>
                <a:lnTo>
                  <a:pt x="667373" y="313002"/>
                </a:lnTo>
                <a:lnTo>
                  <a:pt x="684145" y="335305"/>
                </a:lnTo>
                <a:lnTo>
                  <a:pt x="700817" y="357723"/>
                </a:lnTo>
                <a:lnTo>
                  <a:pt x="717450" y="380182"/>
                </a:lnTo>
                <a:lnTo>
                  <a:pt x="734104" y="402609"/>
                </a:lnTo>
                <a:lnTo>
                  <a:pt x="750839" y="424929"/>
                </a:lnTo>
                <a:lnTo>
                  <a:pt x="767715" y="447070"/>
                </a:lnTo>
                <a:lnTo>
                  <a:pt x="784792" y="468958"/>
                </a:lnTo>
                <a:lnTo>
                  <a:pt x="802130" y="490519"/>
                </a:lnTo>
                <a:lnTo>
                  <a:pt x="819788" y="511680"/>
                </a:lnTo>
                <a:lnTo>
                  <a:pt x="837828" y="532368"/>
                </a:lnTo>
                <a:lnTo>
                  <a:pt x="856308" y="552509"/>
                </a:lnTo>
                <a:lnTo>
                  <a:pt x="875290" y="572030"/>
                </a:lnTo>
                <a:lnTo>
                  <a:pt x="894832" y="590856"/>
                </a:lnTo>
                <a:lnTo>
                  <a:pt x="914995" y="608915"/>
                </a:lnTo>
                <a:lnTo>
                  <a:pt x="935839" y="626134"/>
                </a:lnTo>
                <a:lnTo>
                  <a:pt x="957424" y="642438"/>
                </a:lnTo>
                <a:lnTo>
                  <a:pt x="979810" y="657754"/>
                </a:lnTo>
                <a:lnTo>
                  <a:pt x="1003057" y="672009"/>
                </a:lnTo>
                <a:lnTo>
                  <a:pt x="1027225" y="685129"/>
                </a:lnTo>
                <a:lnTo>
                  <a:pt x="1052373" y="697040"/>
                </a:lnTo>
                <a:lnTo>
                  <a:pt x="1078562" y="707670"/>
                </a:lnTo>
                <a:lnTo>
                  <a:pt x="1105852" y="71694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solid"/>
          </a:ln>
        </p:spPr>
      </p:sp>
      <p:sp>
        <p:nvSpPr>
          <p:cNvPr id="19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FE358DF3-DB78-4007-9D44-52585FCB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849384"/>
            <a:ext cx="1483043" cy="481181"/>
          </a:xfrm>
          <a:custGeom xmlns:a="http://schemas.openxmlformats.org/drawingml/2006/main">
            <a:pathLst>
              <a:path w="1483043" h="481181">
                <a:moveTo>
                  <a:pt x="0" y="481181"/>
                </a:moveTo>
                <a:lnTo>
                  <a:pt x="47448" y="473340"/>
                </a:lnTo>
                <a:lnTo>
                  <a:pt x="93385" y="464844"/>
                </a:lnTo>
                <a:lnTo>
                  <a:pt x="137865" y="455729"/>
                </a:lnTo>
                <a:lnTo>
                  <a:pt x="180940" y="446032"/>
                </a:lnTo>
                <a:lnTo>
                  <a:pt x="222663" y="435791"/>
                </a:lnTo>
                <a:lnTo>
                  <a:pt x="263085" y="425041"/>
                </a:lnTo>
                <a:lnTo>
                  <a:pt x="302261" y="413819"/>
                </a:lnTo>
                <a:lnTo>
                  <a:pt x="340241" y="402163"/>
                </a:lnTo>
                <a:lnTo>
                  <a:pt x="377079" y="390108"/>
                </a:lnTo>
                <a:lnTo>
                  <a:pt x="412828" y="377692"/>
                </a:lnTo>
                <a:lnTo>
                  <a:pt x="447539" y="364952"/>
                </a:lnTo>
                <a:lnTo>
                  <a:pt x="481266" y="351923"/>
                </a:lnTo>
                <a:lnTo>
                  <a:pt x="514060" y="338644"/>
                </a:lnTo>
                <a:lnTo>
                  <a:pt x="545975" y="325150"/>
                </a:lnTo>
                <a:lnTo>
                  <a:pt x="577064" y="311478"/>
                </a:lnTo>
                <a:lnTo>
                  <a:pt x="607377" y="297666"/>
                </a:lnTo>
                <a:lnTo>
                  <a:pt x="636970" y="283749"/>
                </a:lnTo>
                <a:lnTo>
                  <a:pt x="665892" y="269765"/>
                </a:lnTo>
                <a:lnTo>
                  <a:pt x="694198" y="255750"/>
                </a:lnTo>
                <a:lnTo>
                  <a:pt x="721940" y="241741"/>
                </a:lnTo>
                <a:lnTo>
                  <a:pt x="749171" y="227775"/>
                </a:lnTo>
                <a:lnTo>
                  <a:pt x="775942" y="213888"/>
                </a:lnTo>
                <a:lnTo>
                  <a:pt x="802307" y="200118"/>
                </a:lnTo>
                <a:lnTo>
                  <a:pt x="828318" y="186501"/>
                </a:lnTo>
                <a:lnTo>
                  <a:pt x="854027" y="173073"/>
                </a:lnTo>
                <a:lnTo>
                  <a:pt x="879488" y="159872"/>
                </a:lnTo>
                <a:lnTo>
                  <a:pt x="904752" y="146935"/>
                </a:lnTo>
                <a:lnTo>
                  <a:pt x="929873" y="134297"/>
                </a:lnTo>
                <a:lnTo>
                  <a:pt x="954903" y="121996"/>
                </a:lnTo>
                <a:lnTo>
                  <a:pt x="979894" y="110068"/>
                </a:lnTo>
                <a:lnTo>
                  <a:pt x="1004899" y="98551"/>
                </a:lnTo>
                <a:lnTo>
                  <a:pt x="1029970" y="87481"/>
                </a:lnTo>
                <a:lnTo>
                  <a:pt x="1055160" y="76894"/>
                </a:lnTo>
                <a:lnTo>
                  <a:pt x="1080523" y="66828"/>
                </a:lnTo>
                <a:lnTo>
                  <a:pt x="1106109" y="57318"/>
                </a:lnTo>
                <a:lnTo>
                  <a:pt x="1131972" y="48403"/>
                </a:lnTo>
                <a:lnTo>
                  <a:pt x="1158164" y="40119"/>
                </a:lnTo>
                <a:lnTo>
                  <a:pt x="1184738" y="32502"/>
                </a:lnTo>
                <a:lnTo>
                  <a:pt x="1211747" y="25589"/>
                </a:lnTo>
                <a:lnTo>
                  <a:pt x="1239242" y="19416"/>
                </a:lnTo>
                <a:lnTo>
                  <a:pt x="1267277" y="14022"/>
                </a:lnTo>
                <a:lnTo>
                  <a:pt x="1295904" y="9442"/>
                </a:lnTo>
                <a:lnTo>
                  <a:pt x="1325176" y="5713"/>
                </a:lnTo>
                <a:lnTo>
                  <a:pt x="1355145" y="2872"/>
                </a:lnTo>
                <a:lnTo>
                  <a:pt x="1385863" y="955"/>
                </a:lnTo>
                <a:lnTo>
                  <a:pt x="1417384" y="0"/>
                </a:lnTo>
                <a:lnTo>
                  <a:pt x="1449759" y="43"/>
                </a:lnTo>
                <a:lnTo>
                  <a:pt x="1483043" y="112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768C5"/>
            </a:solidFill>
            <a:prstDash val="dash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34819F1-F546-4F12-8DE3-4A518BA9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9620" y="826198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B711A0D-D60C-41D2-98B5-5F336E68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80" y="7756208"/>
            <a:ext cx="342900" cy="445770"/>
          </a:xfrm>
          <a:custGeom xmlns:a="http://schemas.openxmlformats.org/drawingml/2006/main">
            <a:pathLst>
              <a:path w="342900" h="445770">
                <a:moveTo>
                  <a:pt x="342900" y="0"/>
                </a:moveTo>
                <a:lnTo>
                  <a:pt x="0" y="44577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1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3FCE045-3165-441C-BA12-2BA0DD3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80" y="8137950"/>
            <a:ext cx="57991" cy="64028"/>
          </a:xfrm>
          <a:custGeom xmlns:a="http://schemas.openxmlformats.org/drawingml/2006/main">
            <a:pathLst>
              <a:path w="57991" h="64028">
                <a:moveTo>
                  <a:pt x="0" y="64028"/>
                </a:moveTo>
                <a:lnTo>
                  <a:pt x="57991" y="32928"/>
                </a:lnTo>
                <a:lnTo>
                  <a:pt x="15184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96" name="係数を再評価">
            <a:extLst xmlns:a="http://schemas.openxmlformats.org/drawingml/2006/main">
              <a:ext uri="{FF2B5EF4-FFF2-40B4-BE49-F238E27FC236}">
                <a16:creationId xmlns:a16="http://schemas.microsoft.com/office/drawing/2014/main" id="{0EAF6F31-E7B3-4454-BEED-4D1483E8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7387590"/>
            <a:ext cx="1740218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係数を再評価</a:t>
            </a:r>
          </a:p>
        </p:txBody>
      </p:sp>
      <p:sp>
        <p:nvSpPr>
          <p:cNvPr id="197" name="r">
            <a:extLst xmlns:a="http://schemas.openxmlformats.org/drawingml/2006/main">
              <a:ext uri="{FF2B5EF4-FFF2-40B4-BE49-F238E27FC236}">
                <a16:creationId xmlns:a16="http://schemas.microsoft.com/office/drawing/2014/main" id="{33FD8D88-B918-48E6-87A9-8C6DDDD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950393"/>
            <a:ext cx="342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</a:t>
            </a:r>
          </a:p>
        </p:txBody>
      </p:sp>
      <p:sp>
        <p:nvSpPr>
          <p:cNvPr id="198" name="z">
            <a:extLst xmlns:a="http://schemas.openxmlformats.org/drawingml/2006/main">
              <a:ext uri="{FF2B5EF4-FFF2-40B4-BE49-F238E27FC236}">
                <a16:creationId xmlns:a16="http://schemas.microsoft.com/office/drawing/2014/main" id="{BF4223B8-017F-4400-83A9-9E87CD64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1243" y="8844915"/>
            <a:ext cx="30003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199" name="XY：抗力のみ・固定電荷　　RZ：射影2自由度の帯電粒子。連続確率経路の厳密first-pass">
            <a:extLst xmlns:a="http://schemas.openxmlformats.org/drawingml/2006/main">
              <a:ext uri="{FF2B5EF4-FFF2-40B4-BE49-F238E27FC236}">
                <a16:creationId xmlns:a16="http://schemas.microsoft.com/office/drawing/2014/main" id="{D2A84B84-FD12-4BC0-B1CD-B1D2CB21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402128"/>
            <a:ext cx="1294447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85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7E8790"/>
                </a:solidFill>
                <a:latin typeface="Noto Sans CJK JP"/>
                <a:ea typeface="Noto Sans CJK JP"/>
                <a:cs typeface="Noto Sans CJK JP"/>
              </a:rPr>
              <a:t>XY：抗力のみ・固定電荷　　RZ：射影2自由度の帯電粒子。連続確率経路の厳密first-passageとは区別する</a:t>
            </a:r>
          </a:p>
        </p:txBody>
      </p:sp>
    </p:spTree>
    <p:extLst>
      <p:ext uri="{BB962C8B-B14F-4D97-AF65-F5344CB8AC3E}">
        <p14:creationId xmlns:p14="http://schemas.microsoft.com/office/powerpoint/2010/main" val="17714566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5" name="図12　実行処理と結果の検証">
            <a:extLst xmlns:a="http://schemas.openxmlformats.org/drawingml/2006/main">
              <a:ext uri="{FF2B5EF4-FFF2-40B4-BE49-F238E27FC236}">
                <a16:creationId xmlns:a16="http://schemas.microsoft.com/office/drawing/2014/main" id="{DA5BFE92-973F-4511-B5BC-5C6BCBD4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75" b="1">
                <a:solidFill>
                  <a:srgbClr val="172F49"/>
                </a:solidFill>
                <a:latin typeface="Noto Sans CJK JP"/>
                <a:ea typeface="Noto Sans CJK JP"/>
                <a:cs typeface="Noto Sans CJK JP"/>
              </a:rPr>
              <a:t>図12　実行処理と結果の検証</a:t>
            </a:r>
          </a:p>
        </p:txBody>
      </p:sp>
      <p:sp>
        <p:nvSpPr>
          <p:cNvPr id="2" name="入力から計算・再開・結果読出しまで実行し、同条件の外部計算と軌道・衝突・終状態を比較できる">
            <a:extLst xmlns:a="http://schemas.openxmlformats.org/drawingml/2006/main">
              <a:ext uri="{FF2B5EF4-FFF2-40B4-BE49-F238E27FC236}">
                <a16:creationId xmlns:a16="http://schemas.microsoft.com/office/drawing/2014/main" id="{3F4967E8-B6CC-4C2E-BEBD-9860B6D2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402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82"/>
                </a:solidFill>
                <a:latin typeface="Noto Sans CJK JP"/>
                <a:ea typeface="Noto Sans CJK JP"/>
                <a:cs typeface="Noto Sans CJK JP"/>
              </a:rPr>
              <a:t>入力から計算・再開・結果読出しまで実行し、同条件の外部計算と軌道・衝突・終状態を比較できる</a:t>
            </a:r>
          </a:p>
        </p:txBody>
      </p:sp>
      <p:sp>
        <p:nvSpPr>
          <p:cNvPr id="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0ACCBB-53C0-4692-A240-B07F4BE2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34550"/>
            <a:ext cx="14020800" cy="95"/>
          </a:xfrm>
          <a:custGeom xmlns:a="http://schemas.openxmlformats.org/drawingml/2006/main">
            <a:pathLst>
              <a:path w="14020800" h="95">
                <a:moveTo>
                  <a:pt x="0" y="0"/>
                </a:moveTo>
                <a:lnTo>
                  <a:pt x="1402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4" name="partcle_sim / sim_rev5   fa51c2e">
            <a:extLst xmlns:a="http://schemas.openxmlformats.org/drawingml/2006/main">
              <a:ext uri="{FF2B5EF4-FFF2-40B4-BE49-F238E27FC236}">
                <a16:creationId xmlns:a16="http://schemas.microsoft.com/office/drawing/2014/main" id="{19987BEB-AC16-4F78-A476-E40ED59C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679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partcle_sim / sim_rev5   fa51c2e</a:t>
            </a:r>
          </a:p>
        </p:txBody>
      </p:sp>
      <p:sp>
        <p:nvSpPr>
          <p:cNvPr id="5" name="26">
            <a:extLst xmlns:a="http://schemas.openxmlformats.org/drawingml/2006/main">
              <a:ext uri="{FF2B5EF4-FFF2-40B4-BE49-F238E27FC236}">
                <a16:creationId xmlns:a16="http://schemas.microsoft.com/office/drawing/2014/main" id="{C6E71285-B8D1-44E0-B6B1-CA600ED3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86790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75808A"/>
                </a:solidFill>
                <a:latin typeface="Noto Sans CJK JP"/>
                <a:ea typeface="Noto Sans CJK JP"/>
                <a:cs typeface="Noto Sans CJK JP"/>
              </a:rPr>
              <a:t>26</a:t>
            </a:r>
          </a:p>
        </p:txBody>
      </p:sp>
      <p:sp>
        <p:nvSpPr>
          <p:cNvPr id="6" name="(a) ソルバーの実行">
            <a:extLst xmlns:a="http://schemas.openxmlformats.org/drawingml/2006/main">
              <a:ext uri="{FF2B5EF4-FFF2-40B4-BE49-F238E27FC236}">
                <a16:creationId xmlns:a16="http://schemas.microsoft.com/office/drawing/2014/main" id="{1065E8DA-83B1-45BD-B07B-E19BF9AA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8313"/>
            <a:ext cx="844391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(a) ソルバーの実行</a:t>
            </a:r>
          </a:p>
        </p:txBody>
      </p:sp>
      <p:sp>
        <p:nvSpPr>
          <p:cNvPr id="7" name="(b) 同条件の外部検証">
            <a:extLst xmlns:a="http://schemas.openxmlformats.org/drawingml/2006/main">
              <a:ext uri="{FF2B5EF4-FFF2-40B4-BE49-F238E27FC236}">
                <a16:creationId xmlns:a16="http://schemas.microsoft.com/office/drawing/2014/main" id="{BA09BE5E-F75F-4AA8-B248-7B3F3605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1738313"/>
            <a:ext cx="4157663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8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(b) 同条件の外部検証</a:t>
            </a:r>
          </a:p>
        </p:txBody>
      </p:sp>
      <p:sp>
        <p:nvSpPr>
          <p:cNvPr id="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C4D441-2D6B-4EF4-AE99-46101450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65" y="1729740"/>
            <a:ext cx="95" cy="7766685"/>
          </a:xfrm>
          <a:custGeom xmlns:a="http://schemas.openxmlformats.org/drawingml/2006/main">
            <a:pathLst>
              <a:path w="95" h="7766685">
                <a:moveTo>
                  <a:pt x="0" y="0"/>
                </a:moveTo>
                <a:lnTo>
                  <a:pt x="0" y="7766685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F1BEC-1423-4629-8A2C-BD6FF7CD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8365"/>
            <a:ext cx="4629150" cy="1594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10" name="入力：YAML / HDF5">
            <a:extLst xmlns:a="http://schemas.openxmlformats.org/drawingml/2006/main">
              <a:ext uri="{FF2B5EF4-FFF2-40B4-BE49-F238E27FC236}">
                <a16:creationId xmlns:a16="http://schemas.microsoft.com/office/drawing/2014/main" id="{CF145AE3-2D72-425C-9977-4FB139CA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3" y="2184083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入力：YAML / HDF5</a:t>
            </a:r>
          </a:p>
        </p:txBody>
      </p:sp>
      <p:sp>
        <p:nvSpPr>
          <p:cNvPr id="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C85FE2D-F758-4A52-89CE-CFFA83E8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2578418"/>
            <a:ext cx="1268730" cy="874395"/>
          </a:xfrm>
          <a:custGeom xmlns:a="http://schemas.openxmlformats.org/drawingml/2006/main">
            <a:pathLst>
              <a:path w="1268730" h="874395">
                <a:moveTo>
                  <a:pt x="0" y="0"/>
                </a:moveTo>
                <a:lnTo>
                  <a:pt x="634365" y="0"/>
                </a:lnTo>
                <a:lnTo>
                  <a:pt x="634365" y="209855"/>
                </a:lnTo>
                <a:lnTo>
                  <a:pt x="926173" y="209855"/>
                </a:lnTo>
                <a:lnTo>
                  <a:pt x="926173" y="375990"/>
                </a:lnTo>
                <a:lnTo>
                  <a:pt x="1268730" y="375990"/>
                </a:lnTo>
                <a:lnTo>
                  <a:pt x="1268730" y="874395"/>
                </a:lnTo>
                <a:lnTo>
                  <a:pt x="304495" y="874395"/>
                </a:lnTo>
                <a:lnTo>
                  <a:pt x="304495" y="717004"/>
                </a:lnTo>
                <a:lnTo>
                  <a:pt x="0" y="717004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95332CF-4D13-4FEB-A49E-4FD3F1A9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A2D665-6070-49CC-AEBC-6079CBB2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6F0932-8358-4E89-AC75-B9CF4F55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7F3D41-6BD5-4D32-A09A-8965957E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5757E56-11D1-43AD-97DF-6654AC5D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D8E1090-AF5D-49AE-BFDD-5A860A84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0E0555-755C-4A5B-B61D-05AB99F2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2FEEB2-DAD6-4C4A-9056-82CE369F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39C429B-7331-4A56-9D01-1D3BDE86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E8CEAF-B894-4B15-84E2-2C108D41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257841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7D4D2F-CF32-409F-9BF2-6A76F1FD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9D02CE-812C-4867-95B6-4A18E4F5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8F92AE-1814-4020-8957-051413E2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DA3A4A-B775-4985-9CB2-5165F711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5A705A-E14D-44DD-B0EC-F5C4B482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B6625B-46B7-456C-965C-CB214DD1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115871-5319-4508-A2D9-37AA5312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8688B0-1D84-4069-805E-A280134D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F7A5CD3-0DBE-486F-BEB2-D7ECF757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BA7FD6A-F235-4249-AF9E-24F827EC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7905E6-7B64-4B62-BC52-7FF5BF4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42965A5-4EEF-4349-A86A-8304C345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617590-86EB-47A5-89C0-6A6B016F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0E9A9E-D3D1-4193-9A1D-4EC48B9D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2724150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8025CF-1B8C-44C4-A056-F2C5C196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9CA3D9-3948-4EDC-B13B-26B7BD6E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0083C4-A88A-4167-ADFA-DFFB840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C4C924-F396-412D-BD09-FCF1E7B5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60C67E-5FC4-4835-A3F5-4B7EDF09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22BD975-5153-40AC-994D-C6A428AE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ACDFD6-2965-4C53-97DF-620F01D2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3861CD9-68DA-4380-9750-D2489776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3978081-5E37-4EC0-AB0C-5A95F93A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276F4C-B363-4397-9F4F-50A035D4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0CBA990-58B5-482E-AF9C-1A36C41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395E2E-A02B-4B3A-99DD-95A3A56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9FCDDB-3AC5-45CB-A030-DDAF156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4646B5-2301-431C-B45B-E66F318C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2869883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195639-B46B-4685-B0EC-CCEC5E99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8622524-2B36-484A-8A59-31943E0B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9FFD07A-8290-4A59-90ED-B37FE7D2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A133F7-ED45-4DA8-9F0A-A95770AA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416B44-F36B-4841-89BA-3204DEEC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49FF22-AB97-4DFE-8DBD-45C23134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ADCC93-3FCF-4CE4-823A-FC5FFF0B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8E891FA-D54C-494F-949B-A55C55D8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FDCA199-5BBB-4BDF-8283-84A80078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8B4B3E-221F-45C7-B892-BD1F9C78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2EEB70-2138-471B-8F2F-314BDB4F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2439293-3E6A-4C5F-B283-44A8CC8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BEAEF7E-9136-4BB4-8C27-B9B93F9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C9F851C-D9B5-4F2C-BD1E-90807F37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768566-6609-4B4D-B1A0-93DB427C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366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86A482-C2C7-4FC2-BB71-926B5B78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366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C21011-23F9-47EC-9517-14FE5769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239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AB890D-210F-42FC-837C-0F753562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239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7630AEA-6A97-4D5F-8329-DF5DDF64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12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F76357-EF7C-4438-8729-43BC2C65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12" y="3015615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EB68B2-0A7A-47AC-AD2B-93B2677F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1889DD-830D-41D2-9C5D-F4713956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7E80E4-7A2E-4D31-9394-271225A9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0EA935-87C8-4042-A758-90F89ADC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28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902112-49EA-4A04-98B8-26E79CD8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3969DAA-5761-4E9C-A50E-26885F99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E0B18FF-66EE-4908-8EB5-D63AE8E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8DB006C-D59C-45C3-B0B6-47F9CF3B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848B284-05E2-4094-AD46-8ED741DA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85D57C-3DCA-47E5-829A-406F4B5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CE6BC2-6168-4AC1-838F-71DA314C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A0F492-589E-4760-8EA8-92FA8925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F8E5B3-FFC3-44FF-94EF-9DE0E9EF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242296-0891-486F-A74E-AC37647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347345-C941-41C2-A1EB-35097CC6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366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B75C2A3-AC4A-423E-A5ED-F9ADA79F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366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80FC36-6DDD-400A-9BAD-158EABB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239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D11ED2-276F-4CF5-AE4F-05166FEF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239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CC7524-A6EC-49AA-8A95-4908F75D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12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0"/>
                </a:lnTo>
                <a:lnTo>
                  <a:pt x="126873" y="145733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3C632DB-0B24-4755-B860-96F16E26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12" y="3161348"/>
            <a:ext cx="126873" cy="145733"/>
          </a:xfrm>
          <a:custGeom xmlns:a="http://schemas.openxmlformats.org/drawingml/2006/main">
            <a:pathLst>
              <a:path w="126873" h="145733">
                <a:moveTo>
                  <a:pt x="0" y="0"/>
                </a:moveTo>
                <a:lnTo>
                  <a:pt x="126873" y="145733"/>
                </a:lnTo>
                <a:lnTo>
                  <a:pt x="0" y="145733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7DA011-B3D6-4E9E-BD6F-9014AEF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2DB481-A55E-49D2-A5B2-CF54BA73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001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C40EA5-5C57-4878-AC1B-F3A75D76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BC781D-6228-4ADC-860E-9255B8EB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4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1A192E-EEAB-44DE-8F44-39385BD1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B4BB655-96B7-43CC-AA70-359A42A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7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C74644-FD0C-442F-8739-60569121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4BF91D-B97A-4C37-9B03-D82158C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8E0DB6-DBCD-433F-85FD-A8CED1E1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D91A0B-13C8-4694-85AA-75D9B803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3C6939-01B4-4BB6-AF36-4BA45E52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366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627AE1-690D-4D50-9B56-71143B3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366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2CDA7F-2F9B-48E0-9998-9A130C43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239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29D93D2-2246-4DD3-9543-7260307E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239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0789879-613A-4BBB-8950-1C0F3ADA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12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0"/>
                </a:lnTo>
                <a:lnTo>
                  <a:pt x="126873" y="145732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A6AB73-F9A0-4787-A0A0-72F4F249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12" y="3307080"/>
            <a:ext cx="126873" cy="145732"/>
          </a:xfrm>
          <a:custGeom xmlns:a="http://schemas.openxmlformats.org/drawingml/2006/main">
            <a:pathLst>
              <a:path w="126873" h="145732">
                <a:moveTo>
                  <a:pt x="0" y="0"/>
                </a:moveTo>
                <a:lnTo>
                  <a:pt x="126873" y="145732"/>
                </a:lnTo>
                <a:lnTo>
                  <a:pt x="0" y="145732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E264B53-2E6F-4807-997C-1E3357FF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878" y="2578418"/>
            <a:ext cx="1183005" cy="865823"/>
          </a:xfrm>
          <a:custGeom xmlns:a="http://schemas.openxmlformats.org/drawingml/2006/main">
            <a:pathLst>
              <a:path w="1183005" h="865823">
                <a:moveTo>
                  <a:pt x="0" y="0"/>
                </a:moveTo>
                <a:lnTo>
                  <a:pt x="591503" y="0"/>
                </a:lnTo>
                <a:lnTo>
                  <a:pt x="591503" y="207797"/>
                </a:lnTo>
                <a:lnTo>
                  <a:pt x="863594" y="207797"/>
                </a:lnTo>
                <a:lnTo>
                  <a:pt x="863594" y="372304"/>
                </a:lnTo>
                <a:lnTo>
                  <a:pt x="1183005" y="372304"/>
                </a:lnTo>
                <a:lnTo>
                  <a:pt x="1183005" y="865823"/>
                </a:lnTo>
                <a:lnTo>
                  <a:pt x="283921" y="865823"/>
                </a:lnTo>
                <a:lnTo>
                  <a:pt x="283921" y="709974"/>
                </a:lnTo>
                <a:lnTo>
                  <a:pt x="0" y="709974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1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5CC0A3-E8F6-48B7-81B6-DA8E7986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878" y="2881455"/>
            <a:ext cx="283921" cy="406937"/>
          </a:xfrm>
          <a:custGeom xmlns:a="http://schemas.openxmlformats.org/drawingml/2006/main">
            <a:pathLst>
              <a:path w="283921" h="406937">
                <a:moveTo>
                  <a:pt x="0" y="0"/>
                </a:moveTo>
                <a:lnTo>
                  <a:pt x="0" y="406937"/>
                </a:lnTo>
                <a:lnTo>
                  <a:pt x="283921" y="406937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768C5"/>
            </a:solidFill>
            <a:prstDash val="solid"/>
          </a:ln>
        </p:spPr>
      </p:sp>
      <p:sp>
        <p:nvSpPr>
          <p:cNvPr id="1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9DA5FD-4471-49C4-BD32-38AF35C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2578418"/>
            <a:ext cx="272091" cy="207797"/>
          </a:xfrm>
          <a:custGeom xmlns:a="http://schemas.openxmlformats.org/drawingml/2006/main">
            <a:pathLst>
              <a:path w="272091" h="207797">
                <a:moveTo>
                  <a:pt x="0" y="0"/>
                </a:moveTo>
                <a:lnTo>
                  <a:pt x="0" y="207797"/>
                </a:lnTo>
                <a:lnTo>
                  <a:pt x="272091" y="207797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C94334"/>
            </a:solidFill>
            <a:prstDash val="solid"/>
          </a:ln>
        </p:spPr>
      </p:sp>
      <p:sp>
        <p:nvSpPr>
          <p:cNvPr id="109" name="壁">
            <a:extLst xmlns:a="http://schemas.openxmlformats.org/drawingml/2006/main">
              <a:ext uri="{FF2B5EF4-FFF2-40B4-BE49-F238E27FC236}">
                <a16:creationId xmlns:a16="http://schemas.microsoft.com/office/drawing/2014/main" id="{B431C3C5-8E15-42A2-831A-70094F70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98772"/>
            <a:ext cx="4286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48" b="0">
                <a:solidFill>
                  <a:srgbClr val="0768C5"/>
                </a:solidFill>
                <a:latin typeface="Noto Sans CJK JP"/>
                <a:ea typeface="Noto Sans CJK JP"/>
                <a:cs typeface="Noto Sans CJK JP"/>
              </a:rPr>
              <a:t>壁</a:t>
            </a:r>
          </a:p>
        </p:txBody>
      </p:sp>
      <p:sp>
        <p:nvSpPr>
          <p:cNvPr id="110" name="出口">
            <a:extLst xmlns:a="http://schemas.openxmlformats.org/drawingml/2006/main">
              <a:ext uri="{FF2B5EF4-FFF2-40B4-BE49-F238E27FC236}">
                <a16:creationId xmlns:a16="http://schemas.microsoft.com/office/drawing/2014/main" id="{112096A5-8983-4E78-9D32-8FCDD9B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020" y="2432685"/>
            <a:ext cx="6000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C9433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48" b="0">
                <a:solidFill>
                  <a:srgbClr val="C94334"/>
                </a:solidFill>
                <a:latin typeface="Noto Sans CJK JP"/>
                <a:ea typeface="Noto Sans CJK JP"/>
                <a:cs typeface="Noto Sans CJK JP"/>
              </a:rPr>
              <a:t>出口</a:t>
            </a:r>
          </a:p>
        </p:txBody>
      </p:sp>
      <p:sp>
        <p:nvSpPr>
          <p:cNvPr id="1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D7B18B-23A8-4155-B714-0D67A612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638" y="2578418"/>
            <a:ext cx="1217295" cy="865823"/>
          </a:xfrm>
          <a:custGeom xmlns:a="http://schemas.openxmlformats.org/drawingml/2006/main">
            <a:pathLst>
              <a:path w="1217295" h="865823">
                <a:moveTo>
                  <a:pt x="0" y="0"/>
                </a:moveTo>
                <a:lnTo>
                  <a:pt x="608648" y="0"/>
                </a:lnTo>
                <a:lnTo>
                  <a:pt x="608648" y="207797"/>
                </a:lnTo>
                <a:lnTo>
                  <a:pt x="888625" y="207797"/>
                </a:lnTo>
                <a:lnTo>
                  <a:pt x="888625" y="372304"/>
                </a:lnTo>
                <a:lnTo>
                  <a:pt x="1217295" y="372304"/>
                </a:lnTo>
                <a:lnTo>
                  <a:pt x="1217295" y="865823"/>
                </a:lnTo>
                <a:lnTo>
                  <a:pt x="292151" y="865823"/>
                </a:lnTo>
                <a:lnTo>
                  <a:pt x="292151" y="709974"/>
                </a:lnTo>
                <a:lnTo>
                  <a:pt x="0" y="709974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6E28179-87E0-4285-A673-B4765AF0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295097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649EFEF-148E-4FFC-B0EC-85BD92A8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95" y="295097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330D65E-A76C-4126-B94A-14E7115A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295097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FCB1A9D-BD07-441B-B77E-44BFE982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305384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729D58-D381-4A44-A9E8-5BFCE123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95" y="305384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1E376BC-859F-451B-A81F-D5B44F7D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305384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2358D9-B53A-4C69-AA37-3A58D4FA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315671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987398D-01B9-4686-A253-7FBAAFC4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95" y="315671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3F683E-186B-4764-A653-AA3660C9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315671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1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EFEDD2-EF58-46DF-81EA-44DCA993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3089253"/>
            <a:ext cx="377190" cy="95"/>
          </a:xfrm>
          <a:custGeom xmlns:a="http://schemas.openxmlformats.org/drawingml/2006/main">
            <a:pathLst>
              <a:path w="377190" h="95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46CEF6-DBDE-4ECE-A262-C36668B3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80" y="3062249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23" name="場メッシュ">
            <a:extLst xmlns:a="http://schemas.openxmlformats.org/drawingml/2006/main">
              <a:ext uri="{FF2B5EF4-FFF2-40B4-BE49-F238E27FC236}">
                <a16:creationId xmlns:a16="http://schemas.microsoft.com/office/drawing/2014/main" id="{E46FE73B-A4E8-45ED-A63F-BD484584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" y="3469958"/>
            <a:ext cx="142303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場メッシュ</a:t>
            </a:r>
          </a:p>
        </p:txBody>
      </p:sp>
      <p:sp>
        <p:nvSpPr>
          <p:cNvPr id="124" name="境界条件">
            <a:extLst xmlns:a="http://schemas.openxmlformats.org/drawingml/2006/main">
              <a:ext uri="{FF2B5EF4-FFF2-40B4-BE49-F238E27FC236}">
                <a16:creationId xmlns:a16="http://schemas.microsoft.com/office/drawing/2014/main" id="{8EF437D1-EA22-421C-ADD3-0A1E65DC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3469958"/>
            <a:ext cx="14401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境界条件</a:t>
            </a:r>
          </a:p>
        </p:txBody>
      </p:sp>
      <p:sp>
        <p:nvSpPr>
          <p:cNvPr id="125" name="初期位置・速度">
            <a:extLst xmlns:a="http://schemas.openxmlformats.org/drawingml/2006/main">
              <a:ext uri="{FF2B5EF4-FFF2-40B4-BE49-F238E27FC236}">
                <a16:creationId xmlns:a16="http://schemas.microsoft.com/office/drawing/2014/main" id="{84A7BCFA-3E53-44A2-8F7B-58F6A42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3469958"/>
            <a:ext cx="14401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初期位置・速度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B5E5FFC-435A-4168-9611-1048240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5510"/>
            <a:ext cx="132873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127" name="load_case">
            <a:extLst xmlns:a="http://schemas.openxmlformats.org/drawingml/2006/main">
              <a:ext uri="{FF2B5EF4-FFF2-40B4-BE49-F238E27FC236}">
                <a16:creationId xmlns:a16="http://schemas.microsoft.com/office/drawing/2014/main" id="{2B6327FE-FB80-41F5-A87C-7C465D2C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44090"/>
            <a:ext cx="1157288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load_case</a:t>
            </a:r>
          </a:p>
        </p:txBody>
      </p:sp>
      <p:sp>
        <p:nvSpPr>
          <p:cNvPr id="1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410D55-91B4-4FCF-AFBA-B27DA2F7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245" y="2406968"/>
            <a:ext cx="445770" cy="95"/>
          </a:xfrm>
          <a:custGeom xmlns:a="http://schemas.openxmlformats.org/drawingml/2006/main">
            <a:pathLst>
              <a:path w="445770" h="95">
                <a:moveTo>
                  <a:pt x="0" y="0"/>
                </a:moveTo>
                <a:lnTo>
                  <a:pt x="445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C38BE5-B87E-4A51-90B4-B728C09A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35" y="2376107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5014D06-CBB0-4B5D-9222-F34A9793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105" y="2681288"/>
            <a:ext cx="95" cy="214313"/>
          </a:xfrm>
          <a:custGeom xmlns:a="http://schemas.openxmlformats.org/drawingml/2006/main">
            <a:pathLst>
              <a:path w="95" h="214313">
                <a:moveTo>
                  <a:pt x="0" y="0"/>
                </a:moveTo>
                <a:lnTo>
                  <a:pt x="0" y="21431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1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B5A7D8-4F6A-404B-A429-2260B413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244" y="2827020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467E7DD-C2CC-4427-8F18-A1D3AA4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2964180"/>
            <a:ext cx="2503170" cy="805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133" name="prepare">
            <a:extLst xmlns:a="http://schemas.openxmlformats.org/drawingml/2006/main">
              <a:ext uri="{FF2B5EF4-FFF2-40B4-BE49-F238E27FC236}">
                <a16:creationId xmlns:a16="http://schemas.microsoft.com/office/drawing/2014/main" id="{4DA6327F-507F-4FB8-8863-ADAC7EC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2989898"/>
            <a:ext cx="21259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prepare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451A86C-AA32-42E6-A32F-D857B441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145" y="3341370"/>
            <a:ext cx="660083" cy="308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C"/>
          </a:solidFill>
          <a:ln xmlns:a="http://schemas.openxmlformats.org/drawingml/2006/main" w="8573">
            <a:solidFill>
              <a:srgbClr val="7E8790"/>
            </a:solidFill>
          </a:ln>
        </p:spPr>
      </p:sp>
      <p:sp>
        <p:nvSpPr>
          <p:cNvPr id="135" name="場">
            <a:extLst xmlns:a="http://schemas.openxmlformats.org/drawingml/2006/main">
              <a:ext uri="{FF2B5EF4-FFF2-40B4-BE49-F238E27FC236}">
                <a16:creationId xmlns:a16="http://schemas.microsoft.com/office/drawing/2014/main" id="{09AF7B05-B788-463B-9DD8-41243D04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290" y="3349943"/>
            <a:ext cx="63436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場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18FE414-D623-4EAA-9292-88131E34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341370"/>
            <a:ext cx="660083" cy="308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8573">
            <a:solidFill>
              <a:srgbClr val="7E8790"/>
            </a:solidFill>
          </a:ln>
        </p:spPr>
      </p:sp>
      <p:sp>
        <p:nvSpPr>
          <p:cNvPr id="137" name="モデル">
            <a:extLst xmlns:a="http://schemas.openxmlformats.org/drawingml/2006/main">
              <a:ext uri="{FF2B5EF4-FFF2-40B4-BE49-F238E27FC236}">
                <a16:creationId xmlns:a16="http://schemas.microsoft.com/office/drawing/2014/main" id="{12C0ED39-1458-418B-8F53-2F8065A9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49943"/>
            <a:ext cx="63436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モデル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311DA37-A51E-463E-92D5-5C70FF8A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615" y="3341370"/>
            <a:ext cx="660083" cy="308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8573">
            <a:solidFill>
              <a:srgbClr val="7E8790"/>
            </a:solidFill>
          </a:ln>
        </p:spPr>
      </p:sp>
      <p:sp>
        <p:nvSpPr>
          <p:cNvPr id="139" name="メモリ">
            <a:extLst xmlns:a="http://schemas.openxmlformats.org/drawingml/2006/main">
              <a:ext uri="{FF2B5EF4-FFF2-40B4-BE49-F238E27FC236}">
                <a16:creationId xmlns:a16="http://schemas.microsoft.com/office/drawing/2014/main" id="{5104A094-466B-4791-8AD6-20499316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760" y="3349943"/>
            <a:ext cx="63436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メモリ</a:t>
            </a:r>
          </a:p>
        </p:txBody>
      </p:sp>
      <p:sp>
        <p:nvSpPr>
          <p:cNvPr id="1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03B826-7F4E-4B88-9DA5-07B38BFF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12858"/>
            <a:ext cx="2040255" cy="274320"/>
          </a:xfrm>
          <a:custGeom xmlns:a="http://schemas.openxmlformats.org/drawingml/2006/main">
            <a:pathLst>
              <a:path w="2040255" h="274320">
                <a:moveTo>
                  <a:pt x="2040255" y="0"/>
                </a:moveTo>
                <a:lnTo>
                  <a:pt x="2040255" y="120015"/>
                </a:lnTo>
                <a:lnTo>
                  <a:pt x="0" y="120015"/>
                </a:lnTo>
                <a:lnTo>
                  <a:pt x="0" y="27432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1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1A326F-C030-43E3-BFD1-7094D28A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75735"/>
            <a:ext cx="95" cy="120015"/>
          </a:xfrm>
          <a:custGeom xmlns:a="http://schemas.openxmlformats.org/drawingml/2006/main">
            <a:pathLst>
              <a:path w="95" h="120015">
                <a:moveTo>
                  <a:pt x="0" y="0"/>
                </a:moveTo>
                <a:lnTo>
                  <a:pt x="0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1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028D04-D3CC-4986-BFB8-F53775B6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989" y="4027170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80D8142-ABAE-4981-99F5-CA25A358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4181475"/>
            <a:ext cx="394335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144" name="粒子状態（active set）">
            <a:extLst xmlns:a="http://schemas.openxmlformats.org/drawingml/2006/main">
              <a:ext uri="{FF2B5EF4-FFF2-40B4-BE49-F238E27FC236}">
                <a16:creationId xmlns:a16="http://schemas.microsoft.com/office/drawing/2014/main" id="{2B11798B-582A-490C-BBA7-D58CFD9F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305" y="4207193"/>
            <a:ext cx="368617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粒子状態（active set）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FDA6712-890E-43BC-A02F-C338430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4541520"/>
            <a:ext cx="372046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6001">
            <a:solidFill>
              <a:srgbClr val="7E8790"/>
            </a:solidFill>
          </a:ln>
        </p:spPr>
      </p:sp>
      <p:sp>
        <p:nvSpPr>
          <p:cNvPr id="146" name="x">
            <a:extLst xmlns:a="http://schemas.openxmlformats.org/drawingml/2006/main">
              <a:ext uri="{FF2B5EF4-FFF2-40B4-BE49-F238E27FC236}">
                <a16:creationId xmlns:a16="http://schemas.microsoft.com/office/drawing/2014/main" id="{B9A7707B-5745-4D97-9145-4BC472C1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32948"/>
            <a:ext cx="84867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</a:t>
            </a:r>
          </a:p>
        </p:txBody>
      </p:sp>
      <p:sp>
        <p:nvSpPr>
          <p:cNvPr id="147" name="⋮">
            <a:extLst xmlns:a="http://schemas.openxmlformats.org/drawingml/2006/main">
              <a:ext uri="{FF2B5EF4-FFF2-40B4-BE49-F238E27FC236}">
                <a16:creationId xmlns:a16="http://schemas.microsoft.com/office/drawing/2014/main" id="{09D9CAD9-5884-4577-87B8-AFB1C7A8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24413"/>
            <a:ext cx="848678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⋮</a:t>
            </a:r>
          </a:p>
        </p:txBody>
      </p:sp>
      <p:sp>
        <p:nvSpPr>
          <p:cNvPr id="1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AF1FA0-A37F-4DB0-A153-F118B0A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76" y="4541520"/>
            <a:ext cx="95" cy="608648"/>
          </a:xfrm>
          <a:custGeom xmlns:a="http://schemas.openxmlformats.org/drawingml/2006/main">
            <a:pathLst>
              <a:path w="95" h="608648">
                <a:moveTo>
                  <a:pt x="0" y="0"/>
                </a:moveTo>
                <a:lnTo>
                  <a:pt x="0" y="608648"/>
                </a:lnTo>
              </a:path>
            </a:pathLst>
          </a:custGeom>
          <a:noFill xmlns:a="http://schemas.openxmlformats.org/drawingml/2006/main"/>
          <a:ln xmlns:a="http://schemas.openxmlformats.org/drawingml/2006/main" w="6001">
            <a:solidFill>
              <a:srgbClr val="7E8790"/>
            </a:solidFill>
            <a:prstDash val="solid"/>
          </a:ln>
        </p:spPr>
      </p:sp>
      <p:sp>
        <p:nvSpPr>
          <p:cNvPr id="149" name="v">
            <a:extLst xmlns:a="http://schemas.openxmlformats.org/drawingml/2006/main">
              <a:ext uri="{FF2B5EF4-FFF2-40B4-BE49-F238E27FC236}">
                <a16:creationId xmlns:a16="http://schemas.microsoft.com/office/drawing/2014/main" id="{9B60E751-F511-4315-AD0C-8BE40AF6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4532948"/>
            <a:ext cx="84867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v</a:t>
            </a:r>
          </a:p>
        </p:txBody>
      </p:sp>
      <p:sp>
        <p:nvSpPr>
          <p:cNvPr id="150" name="⋮">
            <a:extLst xmlns:a="http://schemas.openxmlformats.org/drawingml/2006/main">
              <a:ext uri="{FF2B5EF4-FFF2-40B4-BE49-F238E27FC236}">
                <a16:creationId xmlns:a16="http://schemas.microsoft.com/office/drawing/2014/main" id="{BDB7B756-4937-483F-B2C4-E4A4A66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4824413"/>
            <a:ext cx="848678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⋮</a:t>
            </a:r>
          </a:p>
        </p:txBody>
      </p:sp>
      <p:sp>
        <p:nvSpPr>
          <p:cNvPr id="1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26860B-C2F0-45D9-8477-E4B5B34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393" y="4541520"/>
            <a:ext cx="95" cy="608648"/>
          </a:xfrm>
          <a:custGeom xmlns:a="http://schemas.openxmlformats.org/drawingml/2006/main">
            <a:pathLst>
              <a:path w="95" h="608648">
                <a:moveTo>
                  <a:pt x="0" y="0"/>
                </a:moveTo>
                <a:lnTo>
                  <a:pt x="0" y="608648"/>
                </a:lnTo>
              </a:path>
            </a:pathLst>
          </a:custGeom>
          <a:noFill xmlns:a="http://schemas.openxmlformats.org/drawingml/2006/main"/>
          <a:ln xmlns:a="http://schemas.openxmlformats.org/drawingml/2006/main" w="6001">
            <a:solidFill>
              <a:srgbClr val="7E8790"/>
            </a:solidFill>
            <a:prstDash val="solid"/>
          </a:ln>
        </p:spPr>
      </p:sp>
      <p:sp>
        <p:nvSpPr>
          <p:cNvPr id="152" name="Z">
            <a:extLst xmlns:a="http://schemas.openxmlformats.org/drawingml/2006/main">
              <a:ext uri="{FF2B5EF4-FFF2-40B4-BE49-F238E27FC236}">
                <a16:creationId xmlns:a16="http://schemas.microsoft.com/office/drawing/2014/main" id="{0D433F6E-6DEC-4CE6-9C17-79C41751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4532948"/>
            <a:ext cx="84867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Z</a:t>
            </a:r>
          </a:p>
        </p:txBody>
      </p:sp>
      <p:sp>
        <p:nvSpPr>
          <p:cNvPr id="153" name="⋮">
            <a:extLst xmlns:a="http://schemas.openxmlformats.org/drawingml/2006/main">
              <a:ext uri="{FF2B5EF4-FFF2-40B4-BE49-F238E27FC236}">
                <a16:creationId xmlns:a16="http://schemas.microsoft.com/office/drawing/2014/main" id="{8B44D1C0-3FF3-4105-A3DD-BBA5EC3B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4824413"/>
            <a:ext cx="848678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⋮</a:t>
            </a:r>
          </a:p>
        </p:txBody>
      </p:sp>
      <p:sp>
        <p:nvSpPr>
          <p:cNvPr id="1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0F8A612-66EF-43E9-9543-4B6A2316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509" y="4541520"/>
            <a:ext cx="95" cy="608648"/>
          </a:xfrm>
          <a:custGeom xmlns:a="http://schemas.openxmlformats.org/drawingml/2006/main">
            <a:pathLst>
              <a:path w="95" h="608648">
                <a:moveTo>
                  <a:pt x="0" y="0"/>
                </a:moveTo>
                <a:lnTo>
                  <a:pt x="0" y="608648"/>
                </a:lnTo>
              </a:path>
            </a:pathLst>
          </a:custGeom>
          <a:noFill xmlns:a="http://schemas.openxmlformats.org/drawingml/2006/main"/>
          <a:ln xmlns:a="http://schemas.openxmlformats.org/drawingml/2006/main" w="6001">
            <a:solidFill>
              <a:srgbClr val="7E8790"/>
            </a:solidFill>
            <a:prstDash val="solid"/>
          </a:ln>
        </p:spPr>
      </p:sp>
      <p:sp>
        <p:nvSpPr>
          <p:cNvPr id="155" name="ID">
            <a:extLst xmlns:a="http://schemas.openxmlformats.org/drawingml/2006/main">
              <a:ext uri="{FF2B5EF4-FFF2-40B4-BE49-F238E27FC236}">
                <a16:creationId xmlns:a16="http://schemas.microsoft.com/office/drawing/2014/main" id="{D93245FE-6678-4C09-A689-DD9A9E13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4532948"/>
            <a:ext cx="84867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ID</a:t>
            </a:r>
          </a:p>
        </p:txBody>
      </p:sp>
      <p:sp>
        <p:nvSpPr>
          <p:cNvPr id="156" name="⋮">
            <a:extLst xmlns:a="http://schemas.openxmlformats.org/drawingml/2006/main">
              <a:ext uri="{FF2B5EF4-FFF2-40B4-BE49-F238E27FC236}">
                <a16:creationId xmlns:a16="http://schemas.microsoft.com/office/drawing/2014/main" id="{33D828FB-0117-4FA2-A747-BDF7E38F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4824413"/>
            <a:ext cx="848678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55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⋮</a:t>
            </a:r>
          </a:p>
        </p:txBody>
      </p:sp>
      <p:sp>
        <p:nvSpPr>
          <p:cNvPr id="157" name="compiled&#10;serial CPU">
            <a:extLst xmlns:a="http://schemas.openxmlformats.org/drawingml/2006/main">
              <a:ext uri="{FF2B5EF4-FFF2-40B4-BE49-F238E27FC236}">
                <a16:creationId xmlns:a16="http://schemas.microsoft.com/office/drawing/2014/main" id="{967BA945-5BB1-47F0-B537-619BF63C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8628"/>
            <a:ext cx="1114425" cy="60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compiled</a:t>
            </a:r>
          </a:p>
          <a:p xmlns:a="http://schemas.openxmlformats.org/drawingml/2006/main">
            <a:pPr algn="ctr">
              <a:def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serial CPU</a:t>
            </a:r>
          </a:p>
        </p:txBody>
      </p:sp>
      <p:sp>
        <p:nvSpPr>
          <p:cNvPr id="1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41D513-3EA0-49CC-9656-77A2A545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70070"/>
            <a:ext cx="1594485" cy="754380"/>
          </a:xfrm>
          <a:custGeom xmlns:a="http://schemas.openxmlformats.org/drawingml/2006/main">
            <a:pathLst>
              <a:path w="1594485" h="754380">
                <a:moveTo>
                  <a:pt x="0" y="0"/>
                </a:moveTo>
                <a:lnTo>
                  <a:pt x="797243" y="0"/>
                </a:lnTo>
                <a:lnTo>
                  <a:pt x="797243" y="181051"/>
                </a:lnTo>
                <a:lnTo>
                  <a:pt x="1163974" y="181051"/>
                </a:lnTo>
                <a:lnTo>
                  <a:pt x="1163974" y="324383"/>
                </a:lnTo>
                <a:lnTo>
                  <a:pt x="1594485" y="324383"/>
                </a:lnTo>
                <a:lnTo>
                  <a:pt x="1594485" y="754380"/>
                </a:lnTo>
                <a:lnTo>
                  <a:pt x="382676" y="754380"/>
                </a:lnTo>
                <a:lnTo>
                  <a:pt x="382676" y="618592"/>
                </a:lnTo>
                <a:lnTo>
                  <a:pt x="0" y="618592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1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97C9F84-EADD-424B-AF7A-6F59389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28A009-F51C-45A2-9B27-481D50DC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6C18302-3B0B-4772-9841-11E78A15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8D826BD-7842-4155-ACE5-62FF798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587304-972D-436A-8700-907D6BDE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61E64E-D38A-40C1-AAE2-14766913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AF37DD-E568-4947-9D24-5CE916D2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C61F53-4E3E-4923-B4CF-CB3AE9F2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1BED67E-AE1B-491D-A643-F8E410D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DFF489-D3AC-421E-82AB-7B2B253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37007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70A9A7E-8AE2-42BA-AF98-22EF97B9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55DE00-479E-4A18-B0C9-2F3E37B2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B80566-9E90-4643-A9CF-A08754DC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D3E319-F748-4903-9472-7FBBE86E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450277-406A-47C1-9FEC-20F9C94B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0F7056-CAB6-4E8E-B9EB-385E0FF5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35029D-914B-40F5-9FE9-44D934B1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BC1CC5-1EC3-4531-829A-98E8803B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1C90D3-C6F8-4EE4-9611-86670805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8FBA7A-6830-4100-8EE1-68F64403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50BF2C-B257-477B-B85B-1532AA23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B9E155-C3D5-4193-9CE6-46EA6EE8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E172DB-892F-4C07-86B9-2AD4F5DD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C983210-1819-4281-8583-DE8E56C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49580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F7D3F5-7623-4010-A8A3-308CABFE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43C145-E4C5-418C-BF87-0F7180EB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E3CD14-8028-4D2B-877D-21F62B36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ED334EC-5D97-4851-9A73-942EFDD7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9BE4D3-E3BD-4BA3-A727-CC1EF361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954EB5-EC04-4EB6-879B-4B513F14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CE92B2-D5F6-430A-BEE3-C6DE4C9A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D3D2EF-74BB-47D0-9F34-8D68813B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CACB53-D289-433F-A23E-1ED02513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0D8B75-BC10-43E4-9FA4-ECF8C576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775C0F-2F65-43D6-9DAC-3D35B138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D0BA38-E3EB-4D1A-BADD-07378875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232938-0C6F-495C-8BAD-4C4D1642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8EAE36-82D5-4B21-8A1F-6878A612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62153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0BD238-7145-49AF-9E2C-7EB23AA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10AD4A-B205-4EE5-9623-6CE675F3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1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854B49-66BC-464A-AB20-B8BD8612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5F1217-A58B-40EC-A4D8-E149630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028118-57B9-4007-9216-4C019F4F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4C620A9-9512-4A72-BF3E-A5D5922E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251F84-E949-4901-AAB2-D4D92E1D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9BC9C7-0FF6-49FC-B9FB-2A60E6E3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FCC9217-715B-420F-B578-2AB6E358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160ACE-9AB3-4B1B-8845-94EC8934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9038DA-B665-4610-B1EF-0F0914DE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ADB8F2-81F8-4498-932B-AD21BF7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DC1963E-8018-448E-94E1-DF42FF0D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D4FBE1-3D30-4BDB-BDC7-DD5A7C5A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91B30A-B1E3-4E55-A80E-EDAE3CF6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90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4B13A8-A150-4816-8AE3-126906D7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90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5ED61C6-6DDA-49FD-8084-C6D2CF95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538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9EDCCA-2AB7-4FB4-A408-F6ED7D4A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538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CDF6B7-DE36-4A42-B243-19392A82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987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9C24BA7-E8C7-4230-9A08-A4FBD60F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987" y="474726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593C5EF-9F71-4BF1-AEE4-2D48ACD5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ED1286-7A83-4409-AF4E-0D0A4541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9B3424-AB7B-45CB-8239-6C0EE1E6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AE3225-5F7C-4A2D-B9E6-98701DE0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399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A03CABC-08DD-406C-A81A-BE9BF0EC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9364B5-BC50-4813-967A-5FB7DEE3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245514-7A09-4D3B-8FD7-9D4B09B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2687E2-B107-4261-AEEA-01B078D6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CF33976-7EDF-421D-A5C8-52A3D1D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18CBD6-465E-4B66-BB4F-B31F680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DF92D8-A1BE-4B90-84AA-581D2C56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021EF7-F1D6-4C8C-9514-FA833E1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F66AD3-E819-4720-8D7E-26FD18AC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C9E91E8-A7F9-4810-BC44-D5237A5B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6669EE5-668C-4D3C-9F23-6E9E9F2A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90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227BFF3-A14D-4935-B520-61D28555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90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37B99A-FA24-4EC1-8D18-45E07359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538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E5E97F-2ED7-461A-845C-CE16D2CE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538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BA5B34-E11D-43B2-9339-F552D2E2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987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41D066-B3CB-43D3-90DC-A0F2A5A7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987" y="487299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3FB2D3-7AD8-4762-8C80-FEA124D2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FC7FBA-E674-44BE-B2BE-3A53F834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847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B8AEE6-93F2-4293-A00C-544B387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4391A2-2ED3-4F30-9350-8B28B8B4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296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067438-04E4-4DAC-B5B9-A2E99BB5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6597889-1237-4AA0-8452-DAFCCF51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744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3DA50E-005B-49EF-BEFA-5048E6C3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B6763A-3167-468D-B483-2FA3E4F5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93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02B3FB-901F-4ADA-8CCE-911337A5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141F836-C505-4D8B-B785-9CB35C91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41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D58F84B-3FDF-45B7-9CBF-AF9A9E12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90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AF45BD-A01E-4D3A-9507-2C930D1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90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AE830D-1842-40F9-AD63-46F556CE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538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0807023-6382-49D5-8C50-EFD9B1D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538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D40E13-BD2F-46AC-9309-B48DC44C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987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0"/>
                </a:lnTo>
                <a:lnTo>
                  <a:pt x="159449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661A0C-CE2A-41FF-91C6-92FF64DB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987" y="4998720"/>
            <a:ext cx="159449" cy="125730"/>
          </a:xfrm>
          <a:custGeom xmlns:a="http://schemas.openxmlformats.org/drawingml/2006/main">
            <a:pathLst>
              <a:path w="159449" h="125730">
                <a:moveTo>
                  <a:pt x="0" y="0"/>
                </a:moveTo>
                <a:lnTo>
                  <a:pt x="159449" y="125730"/>
                </a:lnTo>
                <a:lnTo>
                  <a:pt x="0" y="125730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A35C394-78E9-44ED-A237-A0C5DBF2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523" y="468279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5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D91995C2-12EA-46DB-919F-3F736926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717085"/>
            <a:ext cx="1471898" cy="114722"/>
          </a:xfrm>
          <a:custGeom xmlns:a="http://schemas.openxmlformats.org/drawingml/2006/main">
            <a:pathLst>
              <a:path w="1471898" h="114722">
                <a:moveTo>
                  <a:pt x="0" y="0"/>
                </a:moveTo>
                <a:lnTo>
                  <a:pt x="41606" y="16235"/>
                </a:lnTo>
                <a:lnTo>
                  <a:pt x="82118" y="31028"/>
                </a:lnTo>
                <a:lnTo>
                  <a:pt x="121579" y="44427"/>
                </a:lnTo>
                <a:lnTo>
                  <a:pt x="160028" y="56482"/>
                </a:lnTo>
                <a:lnTo>
                  <a:pt x="197507" y="67245"/>
                </a:lnTo>
                <a:lnTo>
                  <a:pt x="234056" y="76764"/>
                </a:lnTo>
                <a:lnTo>
                  <a:pt x="269717" y="85090"/>
                </a:lnTo>
                <a:lnTo>
                  <a:pt x="304530" y="92272"/>
                </a:lnTo>
                <a:lnTo>
                  <a:pt x="338537" y="98360"/>
                </a:lnTo>
                <a:lnTo>
                  <a:pt x="371778" y="103405"/>
                </a:lnTo>
                <a:lnTo>
                  <a:pt x="404294" y="107456"/>
                </a:lnTo>
                <a:lnTo>
                  <a:pt x="436126" y="110564"/>
                </a:lnTo>
                <a:lnTo>
                  <a:pt x="467315" y="112777"/>
                </a:lnTo>
                <a:lnTo>
                  <a:pt x="497903" y="114147"/>
                </a:lnTo>
                <a:lnTo>
                  <a:pt x="527929" y="114722"/>
                </a:lnTo>
                <a:lnTo>
                  <a:pt x="557435" y="114554"/>
                </a:lnTo>
                <a:lnTo>
                  <a:pt x="586462" y="113691"/>
                </a:lnTo>
                <a:lnTo>
                  <a:pt x="615050" y="112185"/>
                </a:lnTo>
                <a:lnTo>
                  <a:pt x="643241" y="110083"/>
                </a:lnTo>
                <a:lnTo>
                  <a:pt x="671076" y="107438"/>
                </a:lnTo>
                <a:lnTo>
                  <a:pt x="698595" y="104298"/>
                </a:lnTo>
                <a:lnTo>
                  <a:pt x="725840" y="100714"/>
                </a:lnTo>
                <a:lnTo>
                  <a:pt x="752851" y="96735"/>
                </a:lnTo>
                <a:lnTo>
                  <a:pt x="779669" y="92412"/>
                </a:lnTo>
                <a:lnTo>
                  <a:pt x="806335" y="87793"/>
                </a:lnTo>
                <a:lnTo>
                  <a:pt x="832891" y="82931"/>
                </a:lnTo>
                <a:lnTo>
                  <a:pt x="859376" y="77873"/>
                </a:lnTo>
                <a:lnTo>
                  <a:pt x="885833" y="72670"/>
                </a:lnTo>
                <a:lnTo>
                  <a:pt x="912301" y="67373"/>
                </a:lnTo>
                <a:lnTo>
                  <a:pt x="938823" y="62030"/>
                </a:lnTo>
                <a:lnTo>
                  <a:pt x="965438" y="56692"/>
                </a:lnTo>
                <a:lnTo>
                  <a:pt x="992188" y="51410"/>
                </a:lnTo>
                <a:lnTo>
                  <a:pt x="1019113" y="46232"/>
                </a:lnTo>
                <a:lnTo>
                  <a:pt x="1046255" y="41208"/>
                </a:lnTo>
                <a:lnTo>
                  <a:pt x="1073654" y="36390"/>
                </a:lnTo>
                <a:lnTo>
                  <a:pt x="1101352" y="31825"/>
                </a:lnTo>
                <a:lnTo>
                  <a:pt x="1129389" y="27566"/>
                </a:lnTo>
                <a:lnTo>
                  <a:pt x="1157806" y="23661"/>
                </a:lnTo>
                <a:lnTo>
                  <a:pt x="1186645" y="20160"/>
                </a:lnTo>
                <a:lnTo>
                  <a:pt x="1215946" y="17113"/>
                </a:lnTo>
                <a:lnTo>
                  <a:pt x="1245749" y="14571"/>
                </a:lnTo>
                <a:lnTo>
                  <a:pt x="1276097" y="12583"/>
                </a:lnTo>
                <a:lnTo>
                  <a:pt x="1307030" y="11199"/>
                </a:lnTo>
                <a:lnTo>
                  <a:pt x="1338588" y="10469"/>
                </a:lnTo>
                <a:lnTo>
                  <a:pt x="1370813" y="10443"/>
                </a:lnTo>
                <a:lnTo>
                  <a:pt x="1403746" y="11171"/>
                </a:lnTo>
                <a:lnTo>
                  <a:pt x="1437427" y="12702"/>
                </a:lnTo>
                <a:lnTo>
                  <a:pt x="1471898" y="15088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2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7AF8B9-70CD-4031-A194-839A786A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25" y="4753474"/>
            <a:ext cx="54541" cy="9842"/>
          </a:xfrm>
          <a:custGeom xmlns:a="http://schemas.openxmlformats.org/drawingml/2006/main">
            <a:pathLst>
              <a:path w="54541" h="9842">
                <a:moveTo>
                  <a:pt x="0" y="9842"/>
                </a:moveTo>
                <a:lnTo>
                  <a:pt x="545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2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55670B-4C84-4B4D-9D2A-C0ABF43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119" y="4728208"/>
            <a:ext cx="101348" cy="84362"/>
          </a:xfrm>
          <a:custGeom xmlns:a="http://schemas.openxmlformats.org/drawingml/2006/main">
            <a:pathLst>
              <a:path w="101348" h="84362">
                <a:moveTo>
                  <a:pt x="101348" y="25266"/>
                </a:moveTo>
                <a:lnTo>
                  <a:pt x="0" y="0"/>
                </a:lnTo>
                <a:lnTo>
                  <a:pt x="15223" y="84362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DC4D001-6021-4FFF-8CAE-878581B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523" y="482852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5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CB91023-9CE3-4A46-B037-80CEC520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805143"/>
            <a:ext cx="1471898" cy="89315"/>
          </a:xfrm>
          <a:custGeom xmlns:a="http://schemas.openxmlformats.org/drawingml/2006/main">
            <a:pathLst>
              <a:path w="1471898" h="89315">
                <a:moveTo>
                  <a:pt x="0" y="57675"/>
                </a:moveTo>
                <a:lnTo>
                  <a:pt x="41606" y="64991"/>
                </a:lnTo>
                <a:lnTo>
                  <a:pt x="82118" y="71243"/>
                </a:lnTo>
                <a:lnTo>
                  <a:pt x="121579" y="76480"/>
                </a:lnTo>
                <a:lnTo>
                  <a:pt x="160028" y="80750"/>
                </a:lnTo>
                <a:lnTo>
                  <a:pt x="197507" y="84102"/>
                </a:lnTo>
                <a:lnTo>
                  <a:pt x="234056" y="86586"/>
                </a:lnTo>
                <a:lnTo>
                  <a:pt x="269717" y="88250"/>
                </a:lnTo>
                <a:lnTo>
                  <a:pt x="304530" y="89144"/>
                </a:lnTo>
                <a:lnTo>
                  <a:pt x="338537" y="89315"/>
                </a:lnTo>
                <a:lnTo>
                  <a:pt x="371778" y="88815"/>
                </a:lnTo>
                <a:lnTo>
                  <a:pt x="404294" y="87690"/>
                </a:lnTo>
                <a:lnTo>
                  <a:pt x="436126" y="85991"/>
                </a:lnTo>
                <a:lnTo>
                  <a:pt x="467315" y="83766"/>
                </a:lnTo>
                <a:lnTo>
                  <a:pt x="497903" y="81064"/>
                </a:lnTo>
                <a:lnTo>
                  <a:pt x="527929" y="77934"/>
                </a:lnTo>
                <a:lnTo>
                  <a:pt x="557435" y="74426"/>
                </a:lnTo>
                <a:lnTo>
                  <a:pt x="586462" y="70588"/>
                </a:lnTo>
                <a:lnTo>
                  <a:pt x="615050" y="66469"/>
                </a:lnTo>
                <a:lnTo>
                  <a:pt x="643241" y="62118"/>
                </a:lnTo>
                <a:lnTo>
                  <a:pt x="671076" y="57584"/>
                </a:lnTo>
                <a:lnTo>
                  <a:pt x="698595" y="52917"/>
                </a:lnTo>
                <a:lnTo>
                  <a:pt x="725840" y="48164"/>
                </a:lnTo>
                <a:lnTo>
                  <a:pt x="752851" y="43376"/>
                </a:lnTo>
                <a:lnTo>
                  <a:pt x="779669" y="38601"/>
                </a:lnTo>
                <a:lnTo>
                  <a:pt x="806335" y="33888"/>
                </a:lnTo>
                <a:lnTo>
                  <a:pt x="832891" y="29285"/>
                </a:lnTo>
                <a:lnTo>
                  <a:pt x="859376" y="24843"/>
                </a:lnTo>
                <a:lnTo>
                  <a:pt x="885833" y="20610"/>
                </a:lnTo>
                <a:lnTo>
                  <a:pt x="912301" y="16635"/>
                </a:lnTo>
                <a:lnTo>
                  <a:pt x="938823" y="12967"/>
                </a:lnTo>
                <a:lnTo>
                  <a:pt x="965438" y="9655"/>
                </a:lnTo>
                <a:lnTo>
                  <a:pt x="992188" y="6748"/>
                </a:lnTo>
                <a:lnTo>
                  <a:pt x="1019113" y="4294"/>
                </a:lnTo>
                <a:lnTo>
                  <a:pt x="1046255" y="2344"/>
                </a:lnTo>
                <a:lnTo>
                  <a:pt x="1073654" y="945"/>
                </a:lnTo>
                <a:lnTo>
                  <a:pt x="1101352" y="148"/>
                </a:lnTo>
                <a:lnTo>
                  <a:pt x="1129389" y="0"/>
                </a:lnTo>
                <a:lnTo>
                  <a:pt x="1157806" y="551"/>
                </a:lnTo>
                <a:lnTo>
                  <a:pt x="1186645" y="1850"/>
                </a:lnTo>
                <a:lnTo>
                  <a:pt x="1215946" y="3946"/>
                </a:lnTo>
                <a:lnTo>
                  <a:pt x="1245749" y="6887"/>
                </a:lnTo>
                <a:lnTo>
                  <a:pt x="1276097" y="10723"/>
                </a:lnTo>
                <a:lnTo>
                  <a:pt x="1307030" y="15503"/>
                </a:lnTo>
                <a:lnTo>
                  <a:pt x="1338588" y="21276"/>
                </a:lnTo>
                <a:lnTo>
                  <a:pt x="1370813" y="28091"/>
                </a:lnTo>
                <a:lnTo>
                  <a:pt x="1403746" y="35996"/>
                </a:lnTo>
                <a:lnTo>
                  <a:pt x="1437427" y="45041"/>
                </a:lnTo>
                <a:lnTo>
                  <a:pt x="1471898" y="55274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2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39F8867-3D57-4614-A02E-551952FA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25" y="4806088"/>
            <a:ext cx="54541" cy="3349"/>
          </a:xfrm>
          <a:custGeom xmlns:a="http://schemas.openxmlformats.org/drawingml/2006/main">
            <a:pathLst>
              <a:path w="54541" h="3349">
                <a:moveTo>
                  <a:pt x="0" y="3349"/>
                </a:moveTo>
                <a:lnTo>
                  <a:pt x="545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2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5B0E1F-43E9-4409-AF95-7710ACF4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69" y="4769144"/>
            <a:ext cx="97698" cy="85564"/>
          </a:xfrm>
          <a:custGeom xmlns:a="http://schemas.openxmlformats.org/drawingml/2006/main">
            <a:pathLst>
              <a:path w="97698" h="85564">
                <a:moveTo>
                  <a:pt x="97698" y="36944"/>
                </a:moveTo>
                <a:lnTo>
                  <a:pt x="0" y="0"/>
                </a:lnTo>
                <a:lnTo>
                  <a:pt x="5254" y="85564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79CE8B1-1C15-42DB-B706-DFE77040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523" y="497426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26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D7BFD3D4-51C5-4E36-908D-32C56158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4855286"/>
            <a:ext cx="1471898" cy="153264"/>
          </a:xfrm>
          <a:custGeom xmlns:a="http://schemas.openxmlformats.org/drawingml/2006/main">
            <a:pathLst>
              <a:path w="1471898" h="153264">
                <a:moveTo>
                  <a:pt x="0" y="153264"/>
                </a:moveTo>
                <a:lnTo>
                  <a:pt x="41606" y="151662"/>
                </a:lnTo>
                <a:lnTo>
                  <a:pt x="82118" y="149374"/>
                </a:lnTo>
                <a:lnTo>
                  <a:pt x="121579" y="146448"/>
                </a:lnTo>
                <a:lnTo>
                  <a:pt x="160028" y="142932"/>
                </a:lnTo>
                <a:lnTo>
                  <a:pt x="197507" y="138874"/>
                </a:lnTo>
                <a:lnTo>
                  <a:pt x="234056" y="134322"/>
                </a:lnTo>
                <a:lnTo>
                  <a:pt x="269717" y="129325"/>
                </a:lnTo>
                <a:lnTo>
                  <a:pt x="304530" y="123930"/>
                </a:lnTo>
                <a:lnTo>
                  <a:pt x="338537" y="118185"/>
                </a:lnTo>
                <a:lnTo>
                  <a:pt x="371778" y="112138"/>
                </a:lnTo>
                <a:lnTo>
                  <a:pt x="404294" y="105838"/>
                </a:lnTo>
                <a:lnTo>
                  <a:pt x="436126" y="99332"/>
                </a:lnTo>
                <a:lnTo>
                  <a:pt x="467315" y="92668"/>
                </a:lnTo>
                <a:lnTo>
                  <a:pt x="497903" y="85895"/>
                </a:lnTo>
                <a:lnTo>
                  <a:pt x="527929" y="79060"/>
                </a:lnTo>
                <a:lnTo>
                  <a:pt x="557435" y="72212"/>
                </a:lnTo>
                <a:lnTo>
                  <a:pt x="586462" y="65399"/>
                </a:lnTo>
                <a:lnTo>
                  <a:pt x="615050" y="58667"/>
                </a:lnTo>
                <a:lnTo>
                  <a:pt x="643241" y="52067"/>
                </a:lnTo>
                <a:lnTo>
                  <a:pt x="671076" y="45645"/>
                </a:lnTo>
                <a:lnTo>
                  <a:pt x="698595" y="39450"/>
                </a:lnTo>
                <a:lnTo>
                  <a:pt x="725840" y="33529"/>
                </a:lnTo>
                <a:lnTo>
                  <a:pt x="752851" y="27931"/>
                </a:lnTo>
                <a:lnTo>
                  <a:pt x="779669" y="22704"/>
                </a:lnTo>
                <a:lnTo>
                  <a:pt x="806335" y="17896"/>
                </a:lnTo>
                <a:lnTo>
                  <a:pt x="832891" y="13555"/>
                </a:lnTo>
                <a:lnTo>
                  <a:pt x="859376" y="9728"/>
                </a:lnTo>
                <a:lnTo>
                  <a:pt x="885833" y="6465"/>
                </a:lnTo>
                <a:lnTo>
                  <a:pt x="912301" y="3812"/>
                </a:lnTo>
                <a:lnTo>
                  <a:pt x="938823" y="1818"/>
                </a:lnTo>
                <a:lnTo>
                  <a:pt x="965438" y="532"/>
                </a:lnTo>
                <a:lnTo>
                  <a:pt x="992188" y="0"/>
                </a:lnTo>
                <a:lnTo>
                  <a:pt x="1019113" y="271"/>
                </a:lnTo>
                <a:lnTo>
                  <a:pt x="1046255" y="1394"/>
                </a:lnTo>
                <a:lnTo>
                  <a:pt x="1073654" y="3416"/>
                </a:lnTo>
                <a:lnTo>
                  <a:pt x="1101352" y="6385"/>
                </a:lnTo>
                <a:lnTo>
                  <a:pt x="1129389" y="10349"/>
                </a:lnTo>
                <a:lnTo>
                  <a:pt x="1157806" y="15356"/>
                </a:lnTo>
                <a:lnTo>
                  <a:pt x="1186645" y="21455"/>
                </a:lnTo>
                <a:lnTo>
                  <a:pt x="1215946" y="28692"/>
                </a:lnTo>
                <a:lnTo>
                  <a:pt x="1245749" y="37118"/>
                </a:lnTo>
                <a:lnTo>
                  <a:pt x="1276097" y="46778"/>
                </a:lnTo>
                <a:lnTo>
                  <a:pt x="1307030" y="57722"/>
                </a:lnTo>
                <a:lnTo>
                  <a:pt x="1338588" y="69998"/>
                </a:lnTo>
                <a:lnTo>
                  <a:pt x="1370813" y="83653"/>
                </a:lnTo>
                <a:lnTo>
                  <a:pt x="1403746" y="98736"/>
                </a:lnTo>
                <a:lnTo>
                  <a:pt x="1437427" y="115294"/>
                </a:lnTo>
                <a:lnTo>
                  <a:pt x="1471898" y="13337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2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E1BC8A-460F-4A87-8FFC-9294D3AD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25" y="4855558"/>
            <a:ext cx="54541" cy="3144"/>
          </a:xfrm>
          <a:custGeom xmlns:a="http://schemas.openxmlformats.org/drawingml/2006/main">
            <a:pathLst>
              <a:path w="54541" h="3144">
                <a:moveTo>
                  <a:pt x="0" y="0"/>
                </a:moveTo>
                <a:lnTo>
                  <a:pt x="54541" y="3144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2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9F08C41-4CB9-4886-B2C7-B4589AE1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908" y="4810428"/>
            <a:ext cx="97559" cy="85583"/>
          </a:xfrm>
          <a:custGeom xmlns:a="http://schemas.openxmlformats.org/drawingml/2006/main">
            <a:pathLst>
              <a:path w="97559" h="85583">
                <a:moveTo>
                  <a:pt x="97559" y="48273"/>
                </a:moveTo>
                <a:lnTo>
                  <a:pt x="4934" y="0"/>
                </a:lnTo>
                <a:lnTo>
                  <a:pt x="0" y="85583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2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11587C-4BC6-4AE1-B4AC-54822235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278" y="5295900"/>
            <a:ext cx="95" cy="214313"/>
          </a:xfrm>
          <a:custGeom xmlns:a="http://schemas.openxmlformats.org/drawingml/2006/main">
            <a:pathLst>
              <a:path w="95" h="214313">
                <a:moveTo>
                  <a:pt x="0" y="0"/>
                </a:moveTo>
                <a:lnTo>
                  <a:pt x="0" y="21431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608DF4-F03A-4554-A381-6724C243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417" y="5441633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8E7E501-DA67-473F-A0B5-B4A70D26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21655"/>
            <a:ext cx="8521065" cy="185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6E899F"/>
            </a:solidFill>
          </a:ln>
        </p:spPr>
      </p:sp>
      <p:sp>
        <p:nvSpPr>
          <p:cNvPr id="268" name="追跡ループ：active粒子を更新">
            <a:extLst xmlns:a="http://schemas.openxmlformats.org/drawingml/2006/main">
              <a:ext uri="{FF2B5EF4-FFF2-40B4-BE49-F238E27FC236}">
                <a16:creationId xmlns:a16="http://schemas.microsoft.com/office/drawing/2014/main" id="{7C6D0325-B8E6-4C34-870A-7648210D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" y="5647373"/>
            <a:ext cx="78867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追跡ループ：active粒子を更新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4495851-CADF-4A04-AB6C-2F601D50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58853"/>
            <a:ext cx="11572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270" name="sample">
            <a:extLst xmlns:a="http://schemas.openxmlformats.org/drawingml/2006/main">
              <a:ext uri="{FF2B5EF4-FFF2-40B4-BE49-F238E27FC236}">
                <a16:creationId xmlns:a16="http://schemas.microsoft.com/office/drawing/2014/main" id="{B38A3FC3-10BE-4E37-A574-41B9949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8" y="6136005"/>
            <a:ext cx="110585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sample</a:t>
            </a:r>
          </a:p>
        </p:txBody>
      </p:sp>
      <p:sp>
        <p:nvSpPr>
          <p:cNvPr id="2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32717D-2DA3-4452-AE1C-DBF89F0E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978" y="6290310"/>
            <a:ext cx="180022" cy="95"/>
          </a:xfrm>
          <a:custGeom xmlns:a="http://schemas.openxmlformats.org/drawingml/2006/main">
            <a:pathLst>
              <a:path w="180022" h="95">
                <a:moveTo>
                  <a:pt x="0" y="0"/>
                </a:moveTo>
                <a:lnTo>
                  <a:pt x="1800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EC789E5-F3F6-4956-99D9-7630A18A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6259449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39C3533-F2F7-4D41-A7EE-8D8000E9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6058853"/>
            <a:ext cx="11572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F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274" name="propose">
            <a:extLst xmlns:a="http://schemas.openxmlformats.org/drawingml/2006/main">
              <a:ext uri="{FF2B5EF4-FFF2-40B4-BE49-F238E27FC236}">
                <a16:creationId xmlns:a16="http://schemas.microsoft.com/office/drawing/2014/main" id="{A9B1B042-16FF-47DE-AF26-ADF7965D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008" y="6136005"/>
            <a:ext cx="110585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propose</a:t>
            </a:r>
          </a:p>
        </p:txBody>
      </p:sp>
      <p:sp>
        <p:nvSpPr>
          <p:cNvPr id="2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CFB1C37-B15A-4AE7-B22B-DE06121D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868" y="6290310"/>
            <a:ext cx="180023" cy="95"/>
          </a:xfrm>
          <a:custGeom xmlns:a="http://schemas.openxmlformats.org/drawingml/2006/main">
            <a:pathLst>
              <a:path w="180023" h="95">
                <a:moveTo>
                  <a:pt x="0" y="0"/>
                </a:moveTo>
                <a:lnTo>
                  <a:pt x="180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FFADCB-D245-4059-BFC2-0E66FD19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310" y="6259449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7A36919-30DB-4EE5-9ED2-F4B2C9C9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180" y="6058853"/>
            <a:ext cx="11572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278" name="first hit">
            <a:extLst xmlns:a="http://schemas.openxmlformats.org/drawingml/2006/main">
              <a:ext uri="{FF2B5EF4-FFF2-40B4-BE49-F238E27FC236}">
                <a16:creationId xmlns:a16="http://schemas.microsoft.com/office/drawing/2014/main" id="{48CFA8D3-1E4F-4840-B113-60A3F7A8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898" y="6136005"/>
            <a:ext cx="110585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first hit</a:t>
            </a:r>
          </a:p>
        </p:txBody>
      </p:sp>
      <p:sp>
        <p:nvSpPr>
          <p:cNvPr id="2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C8A3024-117E-4E76-BC2C-6D000216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758" y="6290310"/>
            <a:ext cx="180023" cy="95"/>
          </a:xfrm>
          <a:custGeom xmlns:a="http://schemas.openxmlformats.org/drawingml/2006/main">
            <a:pathLst>
              <a:path w="180023" h="95">
                <a:moveTo>
                  <a:pt x="0" y="0"/>
                </a:moveTo>
                <a:lnTo>
                  <a:pt x="180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84BB97-A4E8-4B94-ABDE-D2DD0CBB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259449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8EFAF93-8ECC-4EC4-B57C-2F9A895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70" y="6058853"/>
            <a:ext cx="11572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282" name="respond">
            <a:extLst xmlns:a="http://schemas.openxmlformats.org/drawingml/2006/main">
              <a:ext uri="{FF2B5EF4-FFF2-40B4-BE49-F238E27FC236}">
                <a16:creationId xmlns:a16="http://schemas.microsoft.com/office/drawing/2014/main" id="{CB6FDDFF-4C65-4452-A8C0-7763510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6136005"/>
            <a:ext cx="110585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respond</a:t>
            </a:r>
          </a:p>
        </p:txBody>
      </p:sp>
      <p:sp>
        <p:nvSpPr>
          <p:cNvPr id="2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6EFCD9C-12E5-4237-A794-9CD4010C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648" y="6290310"/>
            <a:ext cx="180023" cy="95"/>
          </a:xfrm>
          <a:custGeom xmlns:a="http://schemas.openxmlformats.org/drawingml/2006/main">
            <a:pathLst>
              <a:path w="180023" h="95">
                <a:moveTo>
                  <a:pt x="0" y="0"/>
                </a:moveTo>
                <a:lnTo>
                  <a:pt x="180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F7A7539-2444-4EFF-99C9-EC319578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6259449"/>
            <a:ext cx="68580" cy="61722"/>
          </a:xfrm>
          <a:custGeom xmlns:a="http://schemas.openxmlformats.org/drawingml/2006/main">
            <a:pathLst>
              <a:path w="68580" h="61722">
                <a:moveTo>
                  <a:pt x="68580" y="30861"/>
                </a:moveTo>
                <a:lnTo>
                  <a:pt x="0" y="0"/>
                </a:lnTo>
                <a:lnTo>
                  <a:pt x="0" y="61722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FD815759-D7C6-4E01-A2EA-BE84395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6058853"/>
            <a:ext cx="1157288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F9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286" name="commit">
            <a:extLst xmlns:a="http://schemas.openxmlformats.org/drawingml/2006/main">
              <a:ext uri="{FF2B5EF4-FFF2-40B4-BE49-F238E27FC236}">
                <a16:creationId xmlns:a16="http://schemas.microsoft.com/office/drawing/2014/main" id="{A0918907-6605-4733-A775-0BA6711C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678" y="6136005"/>
            <a:ext cx="110585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commit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A044DB3-7779-40F4-9923-22A6BAA7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5938838"/>
            <a:ext cx="1071563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288" name="checkpoint&#10;resume">
            <a:extLst xmlns:a="http://schemas.openxmlformats.org/drawingml/2006/main">
              <a:ext uri="{FF2B5EF4-FFF2-40B4-BE49-F238E27FC236}">
                <a16:creationId xmlns:a16="http://schemas.microsoft.com/office/drawing/2014/main" id="{E9088D7F-8C38-48B0-9F3B-93E2D83B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007418"/>
            <a:ext cx="985838" cy="574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checkpoint</a:t>
            </a:r>
          </a:p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resume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3CA0EFC-12F9-455E-87AA-C36FB088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330" y="6624638"/>
            <a:ext cx="480060" cy="162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8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5C7DEA9-8B2B-4F5C-A13E-043E837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330" y="6547485"/>
            <a:ext cx="480060" cy="1457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9E7"/>
          </a:solidFill>
          <a:ln xmlns:a="http://schemas.openxmlformats.org/drawingml/2006/main" w="9525">
            <a:solidFill>
              <a:srgbClr val="112D50"/>
            </a:solidFill>
          </a:ln>
        </p:spPr>
      </p:sp>
      <p:sp>
        <p:nvSpPr>
          <p:cNvPr id="2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5D45FD-C8B8-4D9D-B10F-2C7B2CBE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6290310"/>
            <a:ext cx="291465" cy="95"/>
          </a:xfrm>
          <a:custGeom xmlns:a="http://schemas.openxmlformats.org/drawingml/2006/main">
            <a:pathLst>
              <a:path w="291465" h="95">
                <a:moveTo>
                  <a:pt x="0" y="0"/>
                </a:moveTo>
                <a:lnTo>
                  <a:pt x="2914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2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A6AD81-1432-42B4-9407-1430D750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568" y="6263307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E6BB03-9824-4E31-A07A-EB4F2B73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6436043"/>
            <a:ext cx="291465" cy="95"/>
          </a:xfrm>
          <a:custGeom xmlns:a="http://schemas.openxmlformats.org/drawingml/2006/main">
            <a:pathLst>
              <a:path w="291465" h="95">
                <a:moveTo>
                  <a:pt x="29146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31">
            <a:solidFill>
              <a:srgbClr val="112D50"/>
            </a:solidFill>
            <a:prstDash val="solid"/>
          </a:ln>
        </p:spPr>
      </p:sp>
      <p:sp>
        <p:nvSpPr>
          <p:cNvPr id="2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B487334-EC13-4D9D-B7AF-0D33D640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6409039"/>
            <a:ext cx="60007" cy="54007"/>
          </a:xfrm>
          <a:custGeom xmlns:a="http://schemas.openxmlformats.org/drawingml/2006/main">
            <a:pathLst>
              <a:path w="60007" h="54007">
                <a:moveTo>
                  <a:pt x="0" y="27003"/>
                </a:moveTo>
                <a:lnTo>
                  <a:pt x="60007" y="54007"/>
                </a:lnTo>
                <a:lnTo>
                  <a:pt x="60007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2F6301-5CF2-46A6-860C-1408292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" y="6547485"/>
            <a:ext cx="5657850" cy="737235"/>
          </a:xfrm>
          <a:custGeom xmlns:a="http://schemas.openxmlformats.org/drawingml/2006/main">
            <a:pathLst>
              <a:path w="5657850" h="737235">
                <a:moveTo>
                  <a:pt x="5657850" y="0"/>
                </a:moveTo>
                <a:lnTo>
                  <a:pt x="5657850" y="737235"/>
                </a:lnTo>
                <a:lnTo>
                  <a:pt x="0" y="737235"/>
                </a:lnTo>
                <a:lnTo>
                  <a:pt x="0" y="7715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20CADE-B743-442E-9F58-401E5763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" y="6624638"/>
            <a:ext cx="95" cy="205740"/>
          </a:xfrm>
          <a:custGeom xmlns:a="http://schemas.openxmlformats.org/drawingml/2006/main">
            <a:pathLst>
              <a:path w="95" h="205740">
                <a:moveTo>
                  <a:pt x="0" y="2057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2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C43774-D4CA-401F-988F-F34E49C0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469" y="6624638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0"/>
                </a:moveTo>
                <a:lnTo>
                  <a:pt x="0" y="68580"/>
                </a:lnTo>
                <a:lnTo>
                  <a:pt x="61722" y="6858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298" name="継続する粒子を次のstepへ">
            <a:extLst xmlns:a="http://schemas.openxmlformats.org/drawingml/2006/main">
              <a:ext uri="{FF2B5EF4-FFF2-40B4-BE49-F238E27FC236}">
                <a16:creationId xmlns:a16="http://schemas.microsoft.com/office/drawing/2014/main" id="{EDD5CC40-B8F1-4328-9302-E6939FD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6984683"/>
            <a:ext cx="338613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継続する粒子を次のstepへ</a:t>
            </a:r>
          </a:p>
        </p:txBody>
      </p:sp>
      <p:sp>
        <p:nvSpPr>
          <p:cNvPr id="2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54AF01-4AEE-49DF-B05E-A07F1BB6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573203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B43B35"/>
            </a:solidFill>
            <a:prstDash val="solid"/>
          </a:ln>
        </p:spPr>
      </p:sp>
      <p:sp>
        <p:nvSpPr>
          <p:cNvPr id="3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FDEA4E-2625-46C1-B9A2-5B886E15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997" y="6701790"/>
            <a:ext cx="54007" cy="60007"/>
          </a:xfrm>
          <a:custGeom xmlns:a="http://schemas.openxmlformats.org/drawingml/2006/main">
            <a:pathLst>
              <a:path w="54007" h="60007">
                <a:moveTo>
                  <a:pt x="27003" y="60007"/>
                </a:moveTo>
                <a:lnTo>
                  <a:pt x="540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3B35"/>
          </a:solidFill>
          <a:ln xmlns:a="http://schemas.openxmlformats.org/drawingml/2006/main" w="9525">
            <a:solidFill>
              <a:srgbClr val="B43B3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F84D105-572B-413C-A70B-53567058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368" y="6821805"/>
            <a:ext cx="994410" cy="3514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E"/>
          </a:solidFill>
          <a:ln xmlns:a="http://schemas.openxmlformats.org/drawingml/2006/main" w="8573">
            <a:solidFill>
              <a:srgbClr val="B43B35"/>
            </a:solidFill>
          </a:ln>
        </p:spPr>
      </p:sp>
      <p:sp>
        <p:nvSpPr>
          <p:cNvPr id="302" name="failure">
            <a:extLst xmlns:a="http://schemas.openxmlformats.org/drawingml/2006/main">
              <a:ext uri="{FF2B5EF4-FFF2-40B4-BE49-F238E27FC236}">
                <a16:creationId xmlns:a16="http://schemas.microsoft.com/office/drawing/2014/main" id="{24CC0F12-5FA1-44EA-87FD-26C1C55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6856095"/>
            <a:ext cx="90868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85" b="0">
                <a:solidFill>
                  <a:srgbClr val="B43B3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0">
                <a:solidFill>
                  <a:srgbClr val="B43B35"/>
                </a:solidFill>
                <a:latin typeface="Noto Sans CJK JP"/>
                <a:ea typeface="Noto Sans CJK JP"/>
                <a:cs typeface="Noto Sans CJK JP"/>
              </a:rPr>
              <a:t>failure</a:t>
            </a:r>
          </a:p>
        </p:txBody>
      </p:sp>
      <p:sp>
        <p:nvSpPr>
          <p:cNvPr id="3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F3542A-03ED-48A1-BD99-3729DEF9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7516178"/>
            <a:ext cx="95" cy="231457"/>
          </a:xfrm>
          <a:custGeom xmlns:a="http://schemas.openxmlformats.org/drawingml/2006/main">
            <a:pathLst>
              <a:path w="95" h="231457">
                <a:moveTo>
                  <a:pt x="0" y="0"/>
                </a:moveTo>
                <a:lnTo>
                  <a:pt x="0" y="231457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3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2C7F5F-D1BA-42C2-85C6-7021579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989" y="7679055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07806E2D-DD6C-45AB-8F71-C27375F9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859078"/>
            <a:ext cx="8521065" cy="151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306" name="open_result：保存結果を読む">
            <a:extLst xmlns:a="http://schemas.openxmlformats.org/drawingml/2006/main">
              <a:ext uri="{FF2B5EF4-FFF2-40B4-BE49-F238E27FC236}">
                <a16:creationId xmlns:a16="http://schemas.microsoft.com/office/drawing/2014/main" id="{B59265F4-D137-4E6B-AC6E-A21D5AC7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" y="7876223"/>
            <a:ext cx="814387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open_result：保存結果を読む</a:t>
            </a:r>
          </a:p>
        </p:txBody>
      </p:sp>
      <p:sp>
        <p:nvSpPr>
          <p:cNvPr id="3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22611C3-0952-4924-85E4-9687A6CD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3" y="8236268"/>
            <a:ext cx="1980248" cy="900113"/>
          </a:xfrm>
          <a:custGeom xmlns:a="http://schemas.openxmlformats.org/drawingml/2006/main">
            <a:pathLst>
              <a:path w="1980248" h="900113">
                <a:moveTo>
                  <a:pt x="0" y="0"/>
                </a:moveTo>
                <a:lnTo>
                  <a:pt x="990124" y="0"/>
                </a:lnTo>
                <a:lnTo>
                  <a:pt x="990124" y="216027"/>
                </a:lnTo>
                <a:lnTo>
                  <a:pt x="1445581" y="216027"/>
                </a:lnTo>
                <a:lnTo>
                  <a:pt x="1445581" y="387048"/>
                </a:lnTo>
                <a:lnTo>
                  <a:pt x="1980248" y="387048"/>
                </a:lnTo>
                <a:lnTo>
                  <a:pt x="1980248" y="900113"/>
                </a:lnTo>
                <a:lnTo>
                  <a:pt x="475259" y="900113"/>
                </a:lnTo>
                <a:lnTo>
                  <a:pt x="475259" y="738092"/>
                </a:lnTo>
                <a:lnTo>
                  <a:pt x="0" y="738092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DA3008D-5347-49AB-8C95-D61453E0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" y="864346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A795715-815F-4382-AF8E-FBDD7B6A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079" y="893149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7179848-1AEF-42FC-A704-5B5A588F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944" y="819340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70FEE6B-4007-4AA4-B780-768E8CA0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401" y="858045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AE146780-8820-455E-A482-D9F89AAA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68" y="882348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0912CC8-C435-4E63-86C2-46335D7D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944" y="909351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30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E93F39F-E82B-496A-9FE7-C20218C8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" y="882348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3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7A6DA4-AAE2-4ACC-AFB8-7890CE3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236268"/>
            <a:ext cx="2074545" cy="900113"/>
          </a:xfrm>
          <a:custGeom xmlns:a="http://schemas.openxmlformats.org/drawingml/2006/main">
            <a:pathLst>
              <a:path w="2074545" h="900113">
                <a:moveTo>
                  <a:pt x="0" y="0"/>
                </a:moveTo>
                <a:lnTo>
                  <a:pt x="1037272" y="0"/>
                </a:lnTo>
                <a:lnTo>
                  <a:pt x="1037272" y="216027"/>
                </a:lnTo>
                <a:lnTo>
                  <a:pt x="1514418" y="216027"/>
                </a:lnTo>
                <a:lnTo>
                  <a:pt x="1514418" y="387048"/>
                </a:lnTo>
                <a:lnTo>
                  <a:pt x="2074545" y="387048"/>
                </a:lnTo>
                <a:lnTo>
                  <a:pt x="2074545" y="900113"/>
                </a:lnTo>
                <a:lnTo>
                  <a:pt x="497891" y="900113"/>
                </a:lnTo>
                <a:lnTo>
                  <a:pt x="497891" y="738092"/>
                </a:lnTo>
                <a:lnTo>
                  <a:pt x="0" y="738092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3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1693A0-5BE9-4C26-9D46-77012D04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BD4049F-0345-4070-A1F7-08FD109F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2ECAD9E-4DE7-4829-977F-24D54CDE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D514ED-9ACC-4117-9739-073FC153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6D6FA9-39F1-400B-AF5C-53837890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D92A53-DC5F-44D9-980A-94A2982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D0D9561-DD47-46E1-8BC2-33F4679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44B30A-85C3-451B-ABE9-6BC0E4F4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B720CC-37AC-41A1-9E2C-C0E29B4C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F59903-F87B-4A3A-A407-1D6213A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236268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A950AC-50A6-4644-8095-05537814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2D0987-352D-4803-9359-A2066F7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7A9E1F-F00D-4282-A55E-5954B82D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0D4ECA-95C1-48BD-94CB-C0FEDF9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5F836C5-C278-451F-A64A-D63AFA86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3551307-4A10-405B-83D8-D8A4EE0C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25940C-FEE9-417C-A7EF-1843E8EF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F5472A-F3F8-4107-BA2B-427AF8D9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EF0C80-F75C-41C9-AC4A-0297B6B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E3511C-78B3-4F06-A3C2-0AF7851C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386286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638CC85-9D1C-4D3A-A0C0-9EE85217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386286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D7A70D-B04D-4C64-A41F-E8021B8D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386286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F1A2AB-3FD3-46E2-A363-CA9BEADD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386286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95C45E6-0AD1-412E-B3F0-AD50343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386286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F8CDA1-1A64-40C1-BA6D-FE8EAEE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36DD69-7820-4C04-9C77-D7F68CED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7919FD-59FE-4832-893B-5312A29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A4D27D-C2BC-4614-93B9-3861811D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BE5C53-40FD-453C-A341-81244722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23A571-1E68-4F7C-A782-F3686EA0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B297A3-3024-4B6C-9A4B-E1081598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31D66F-D277-450D-9254-8241CA34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E04799-F4F0-40D9-921D-7D96C057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C81DA2A-1BF8-40C7-867D-30C1A1B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536305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D59DE41-5A99-40B2-9359-53484750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536305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3C7B55-25CC-4730-8F89-5B6D5E01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536305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8C38635-4881-4828-8904-0EF847C8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536305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6E9027B-F99E-479F-BD50-1BD40602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536305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64905B5-4813-407B-9B8E-05AC4AC5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7BEA0F-CE32-464E-80FA-0C2D7CD0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9FC0BBB-7523-4E4C-B50F-273C56A7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6986F46-1D61-4E57-8D78-0672E85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F8BBC4D-4539-4F11-A8C5-3380B6A7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B898C9-FB7C-4985-A33C-94E3F614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C32565-E668-45ED-9F5F-9F1EDCAB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3E0268-B567-4941-82C5-8ED755A7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133A16-6935-4B86-956D-0DAC181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CF7A343-60F5-4005-A621-14DDB13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D647D9-2381-46BE-967E-E999A86D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686324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5D12D5D-FB9A-41CA-9ED7-1E79AEC8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686324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9F5DC5-B7FC-4964-95DC-28B7CB92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686324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9712F8-F94E-476F-B403-12AA7F72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686324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186EBD0-E2A2-4280-AC63-30644BEE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804" y="8686324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2A83AE-2F0B-4011-BBB0-258F1F48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804" y="8686324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85462B-B760-4753-B4D5-4ECCA544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259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30DF05-AD6E-4BEC-8F72-95620C34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259" y="8686324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4B95D4-9133-4C64-9FCE-D51A4C2E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13" y="8686324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58938ED-5F01-49BB-A291-D7C68F5F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13" y="8686324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26FCFF-6FCA-4E06-A020-1F6722EA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0654B10-2ED7-4C8D-A40A-8EDCE43A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FDEE4C-6820-4C28-A39E-BDDB5FE5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CFC914-DF9B-4117-AEF6-81CD735D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077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16336B-7CF1-43E4-B590-F24A42AE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A43A99E-7717-4E0B-8D0D-3D148AE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42F63D-4F40-4CC2-BA48-14C929EE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7D01EBF-0E92-44E3-97B1-D0212DB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D62E444-F794-4FC6-BAD8-091CD65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3F6CA5-5CE5-41C6-B1DC-FCBAD6CB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49BBEC-CE25-4737-9D28-6F729791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836343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246959A-0E43-46AB-80DA-57C0AB22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836343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434919-3CCE-46E0-9472-80B7403E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836343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AD1C45-1BB7-4FDA-AA16-BA4DC7C8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836343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089DFB-267B-49EB-884F-A4356A4B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804" y="8836343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5014F7-FD4D-462B-8315-9AF8BB62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804" y="8836343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5726F0-D01B-4E35-8C28-16FDBA05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259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BED7F31-8D93-4BBD-966B-130388DA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259" y="8836343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9BA7D7-B201-4D34-BA84-74CD9A09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13" y="8836343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A0BC5C-A717-4DFE-AB04-3978E04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13" y="8836343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A904E8-FA35-4DD0-8552-DD98200F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986361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8E9BA3D-9EF5-40CF-9079-C626D86B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532" y="8986361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1B6DE0-AAF3-4EB3-94C6-4BCFFFB4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986361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5ACEE3-5913-4729-8B5A-87BEB5B1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986" y="8986361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C0A7A2-62C5-4AE4-BF56-AF042D63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986361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3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6C6E026-159B-42BF-ACF3-A1238C70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41" y="8986361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E8658E-E767-486B-8641-F403656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986361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19D90B-944F-4F4E-A20E-28232A06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8986361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A247EE-AD51-49F4-B591-1BF9957F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986361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ECEA098-504C-4E6A-A261-BD49AFEC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50" y="8986361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7FE50A-7519-4232-B896-5D8BF1FC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804" y="8986361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8C6E330-6DDD-4C04-A7EF-CAD09664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804" y="8986361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AF90B63-F68A-4A2C-B156-59CE098D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259" y="8986361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0"/>
                </a:lnTo>
                <a:lnTo>
                  <a:pt x="20745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8A9D13-E434-4EA5-A326-5A65A275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259" y="8986361"/>
            <a:ext cx="207454" cy="150019"/>
          </a:xfrm>
          <a:custGeom xmlns:a="http://schemas.openxmlformats.org/drawingml/2006/main">
            <a:pathLst>
              <a:path w="207454" h="150019">
                <a:moveTo>
                  <a:pt x="0" y="0"/>
                </a:moveTo>
                <a:lnTo>
                  <a:pt x="20745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FEEFF70-712D-49C6-8B27-2BD01233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13" y="8986361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0"/>
                </a:lnTo>
                <a:lnTo>
                  <a:pt x="207455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553F19B-C318-4C13-822E-D09AE410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13" y="8986361"/>
            <a:ext cx="207455" cy="150019"/>
          </a:xfrm>
          <a:custGeom xmlns:a="http://schemas.openxmlformats.org/drawingml/2006/main">
            <a:pathLst>
              <a:path w="207455" h="150019">
                <a:moveTo>
                  <a:pt x="0" y="0"/>
                </a:moveTo>
                <a:lnTo>
                  <a:pt x="207455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D1A00AD8-F7C8-4A4C-B906-3D3153EA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514" y="856202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59DC7183-B5CD-4366-B991-B2A342F2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951" y="856202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390F23A2-A118-4A2B-AC7E-3BA9522B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387" y="856202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8C8B61E-94DE-470D-B9FE-B806C26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823" y="856202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B2105510-27F8-438B-9CB1-FAADD2E8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259" y="856202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F918CBCA-7F31-4314-A60C-C800593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696" y="856202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2C59079-D8F6-42A8-B939-45FB2A78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514" y="87600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BF83286-E1B9-45E7-AC82-1530B8A8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951" y="87600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A674D85C-D324-4E83-8601-03F99CD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387" y="87600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62269843-C9C9-45D7-8ED7-73066C3B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823" y="87600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39CBD7D7-F9F0-4324-8689-47CB3476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259" y="87600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23A23D45-5BFA-4A51-906F-D6B1CB5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696" y="876004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A8851B45-8380-45CC-94FE-7036116D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514" y="895807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BD5BA39-5AF1-441C-BC6F-FBD88B77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951" y="895807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36737CD4-589C-488A-B49A-7AE193F4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387" y="895807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345A8C1D-27E3-4508-9DD8-CBE948D2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823" y="895807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9CABA037-4C70-451D-8A84-63916FA2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259" y="895807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49DC8BC-1B49-4134-8146-571763AF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696" y="895807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8C5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4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A46F03-5B6E-4E87-A62D-D663D5C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236268"/>
            <a:ext cx="2263140" cy="900113"/>
          </a:xfrm>
          <a:custGeom xmlns:a="http://schemas.openxmlformats.org/drawingml/2006/main">
            <a:pathLst>
              <a:path w="2263140" h="900113">
                <a:moveTo>
                  <a:pt x="0" y="0"/>
                </a:moveTo>
                <a:lnTo>
                  <a:pt x="1131570" y="0"/>
                </a:lnTo>
                <a:lnTo>
                  <a:pt x="1131570" y="216027"/>
                </a:lnTo>
                <a:lnTo>
                  <a:pt x="1652092" y="216027"/>
                </a:lnTo>
                <a:lnTo>
                  <a:pt x="1652092" y="387048"/>
                </a:lnTo>
                <a:lnTo>
                  <a:pt x="2263140" y="387048"/>
                </a:lnTo>
                <a:lnTo>
                  <a:pt x="2263140" y="900113"/>
                </a:lnTo>
                <a:lnTo>
                  <a:pt x="543154" y="900113"/>
                </a:lnTo>
                <a:lnTo>
                  <a:pt x="543154" y="738092"/>
                </a:lnTo>
                <a:lnTo>
                  <a:pt x="0" y="738092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4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012264-B88C-4D61-901D-7834A06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D578A18-B730-4113-8997-45EF0AD8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55C37B-364B-41F7-8347-C07A3A67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0EDF304-F312-4956-BEA6-C6DE84AB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95BE3FB-AD34-45C0-A799-EEEABC9C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8CE38CD-F275-4352-9778-A6DE576B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BA813A7-A0DA-4F3E-B566-23B9653A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F87719-FDB5-4284-A315-6CF409F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46B2813-9E93-4AA6-B7D5-2FF64A3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53A619-9A8D-4BB3-9B03-6DB25D2E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236268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FC4F5A5-7119-475D-A571-53B4FA43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4F5F74-CE42-47CF-9C01-3B124608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BB0F213-04EB-4519-A489-2947F71B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BD72914-5908-49F7-B920-2D3442E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28B92FB-5602-49A2-81D4-688763B0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8D97CD-2B28-4BFF-A58D-C4ADA4D4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035193-5D35-4A1C-A28F-CB206DB3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309739-7575-4D0D-95A3-22906E5B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37EA83C-C395-4EE2-87DE-77347C82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C2370F-E11F-494F-B448-447D3E8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7EF737-BDBB-4152-897D-8A599A48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78BBA6A-F48E-4FB4-825A-20E60209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71AFF5-EA38-43C3-83A6-027E63B6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15C832-F0BB-43A1-AB77-527E237A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386286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63D0A0-F19D-4521-90A7-91B0DD08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834F38-50B1-4CEE-A70F-31282325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E8512D-EAAA-4E61-97E7-85624FFD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B13C1A-3973-4F06-AFFD-6CB4B4A1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5B72236-9EBB-44F7-8316-589FCF8E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A5B17A9-AB1B-46A4-905D-9485D012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55A9250-C81E-4405-97B9-E62AEACF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4EF60CC-ACE5-430C-BE35-D4562CC9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8B9C691-8ADB-4017-896C-DBA47307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B1F700-8671-4CFF-B3CD-46EACA6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6DDE072-9E2B-4DC2-BE1C-25CAF1B9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58DD2B-76CA-4197-B4BD-4C9742FA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F9E104-A5AD-4C22-8887-34BF2304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1540CB-E481-49A2-AF36-E7C8D5DD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536305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97E585-5625-45F6-B8E2-B7FE301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AD1775-2C64-4277-AB7E-6FDB61DD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8AD3E0-1E4D-4E62-9744-3BF70C55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3C9CBC-31A1-4CC9-BF14-0A3C248A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4BBF68-0CC9-4955-8CE4-0FEF4057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846F23-3DF1-4D94-9C55-35DB4635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9511747-DE10-4ED8-A920-F6B3FA1A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5E51DE-6169-4E98-A52F-FB1B46A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59E11B-697C-4189-8712-5CC3DBD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8B3EE8-F4AA-4D7D-AA67-9F2B0520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2B04738-9E2F-41EE-8619-E87BFDBC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D03BF0-42D1-49CC-9391-69EC5934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EFA2BA-4E59-4502-B681-D807B578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77D17B0-A56C-4E99-86E2-46E7C91B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0AF397A-E171-4978-9367-AB53F964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478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A77576-C61F-4D53-BBED-76D5492C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478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0C01B84-15D4-4C65-843C-672460B2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792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5C344DA-2FB5-4579-AFBA-898A7127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792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9BE619-47B1-46E6-99F3-D2ED352A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106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AA88DF-DE6E-4EBE-A6B5-322794D2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106" y="8686324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E8E1777-E557-4E5F-8237-3B21004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0B9465-4EC1-47B4-A162-D50AB281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02ED03A-6553-40D8-92C2-F0B51EFD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DBC57F-6F80-41C6-B886-4E7E4058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594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9FC972-872F-466F-8573-D8358C8A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84FB56-01E2-49A8-A16E-C42D7614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2A9748-1BE2-4E02-9DCF-1F952308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A79556-F9AC-4468-9494-4D73B99D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7F3B4F3-1911-4860-9247-E87482FA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20B854-52A2-4574-BEE5-5DA6B03F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845769-A9FE-45F4-8B74-4A005189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937F11-8F5A-44D1-A6E7-E1B4CFE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4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951AF7-A00F-462F-BD52-E20E18E7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5262573-B7DB-46FC-813C-1A1C2BE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8492C6-73F6-4474-B9A6-67C8D75A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478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0879AD4-1322-4090-8237-1504F4C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478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1D8F7E8-91CA-4F91-94CD-85CAFBB7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792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61CB1D0-70FA-4C81-9865-1149C0B6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792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4D7787-51D4-455E-9D42-93821357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106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82F7A8-C871-49C5-8B46-6F22E722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106" y="8836343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AC513DC-96E3-48B2-A64F-1C3B1AEE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2F8AEA-8B21-4B47-B001-3A5495FC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E72938-864A-4E2C-9EE2-DFD43320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D02E07-3873-4B10-AC9B-04019CB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222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EEAD08-6F07-4445-AC8C-A90C1B43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0670297-C5B9-4E52-98E1-6ADE1CCE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0E0B3F-C09F-4132-95BA-FD296A3A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6AECFA-7766-4AEA-A626-D5D58C7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26EBD0E-1EFA-4AF6-BC85-AFE76C1F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3389008-5C35-4EA1-A96E-7694F907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164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00253A-F859-4BC4-B9F7-48D9D2E4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478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F47551-41C0-4237-B5E3-19AE101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478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7F89F8F-70CB-4BA3-8F8E-BA1055B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792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669137-1019-470F-8390-7BDC1243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792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F0549D-7B8B-493D-A6C6-82A65337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106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0"/>
                </a:lnTo>
                <a:lnTo>
                  <a:pt x="226314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046F9B-63B6-41E1-828C-357ED0D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106" y="8986361"/>
            <a:ext cx="226314" cy="150019"/>
          </a:xfrm>
          <a:custGeom xmlns:a="http://schemas.openxmlformats.org/drawingml/2006/main">
            <a:pathLst>
              <a:path w="226314" h="150019">
                <a:moveTo>
                  <a:pt x="0" y="0"/>
                </a:moveTo>
                <a:lnTo>
                  <a:pt x="226314" y="150019"/>
                </a:lnTo>
                <a:lnTo>
                  <a:pt x="0" y="150019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037BC665-1248-4D93-A65C-58C8044A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853" y="8616029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24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EEB13E11-CCC6-4A12-98E6-9B556C09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8650319"/>
            <a:ext cx="2107120" cy="136885"/>
          </a:xfrm>
          <a:custGeom xmlns:a="http://schemas.openxmlformats.org/drawingml/2006/main">
            <a:pathLst>
              <a:path w="2107120" h="136885">
                <a:moveTo>
                  <a:pt x="0" y="0"/>
                </a:moveTo>
                <a:lnTo>
                  <a:pt x="60154" y="19372"/>
                </a:lnTo>
                <a:lnTo>
                  <a:pt x="118710" y="37022"/>
                </a:lnTo>
                <a:lnTo>
                  <a:pt x="175727" y="53009"/>
                </a:lnTo>
                <a:lnTo>
                  <a:pt x="231266" y="67394"/>
                </a:lnTo>
                <a:lnTo>
                  <a:pt x="285384" y="80235"/>
                </a:lnTo>
                <a:lnTo>
                  <a:pt x="338142" y="91593"/>
                </a:lnTo>
                <a:lnTo>
                  <a:pt x="389597" y="101528"/>
                </a:lnTo>
                <a:lnTo>
                  <a:pt x="439809" y="110097"/>
                </a:lnTo>
                <a:lnTo>
                  <a:pt x="488837" y="117362"/>
                </a:lnTo>
                <a:lnTo>
                  <a:pt x="536741" y="123381"/>
                </a:lnTo>
                <a:lnTo>
                  <a:pt x="583578" y="128215"/>
                </a:lnTo>
                <a:lnTo>
                  <a:pt x="629409" y="131923"/>
                </a:lnTo>
                <a:lnTo>
                  <a:pt x="674292" y="134564"/>
                </a:lnTo>
                <a:lnTo>
                  <a:pt x="718287" y="136198"/>
                </a:lnTo>
                <a:lnTo>
                  <a:pt x="761452" y="136885"/>
                </a:lnTo>
                <a:lnTo>
                  <a:pt x="803846" y="136684"/>
                </a:lnTo>
                <a:lnTo>
                  <a:pt x="845530" y="135654"/>
                </a:lnTo>
                <a:lnTo>
                  <a:pt x="886561" y="133857"/>
                </a:lnTo>
                <a:lnTo>
                  <a:pt x="926998" y="131350"/>
                </a:lnTo>
                <a:lnTo>
                  <a:pt x="966902" y="128193"/>
                </a:lnTo>
                <a:lnTo>
                  <a:pt x="1006330" y="124447"/>
                </a:lnTo>
                <a:lnTo>
                  <a:pt x="1045342" y="120170"/>
                </a:lnTo>
                <a:lnTo>
                  <a:pt x="1083997" y="115422"/>
                </a:lnTo>
                <a:lnTo>
                  <a:pt x="1122355" y="110264"/>
                </a:lnTo>
                <a:lnTo>
                  <a:pt x="1160473" y="104753"/>
                </a:lnTo>
                <a:lnTo>
                  <a:pt x="1198412" y="98951"/>
                </a:lnTo>
                <a:lnTo>
                  <a:pt x="1236229" y="92916"/>
                </a:lnTo>
                <a:lnTo>
                  <a:pt x="1273986" y="86709"/>
                </a:lnTo>
                <a:lnTo>
                  <a:pt x="1311739" y="80388"/>
                </a:lnTo>
                <a:lnTo>
                  <a:pt x="1349549" y="74013"/>
                </a:lnTo>
                <a:lnTo>
                  <a:pt x="1387475" y="67644"/>
                </a:lnTo>
                <a:lnTo>
                  <a:pt x="1425575" y="61341"/>
                </a:lnTo>
                <a:lnTo>
                  <a:pt x="1463909" y="55163"/>
                </a:lnTo>
                <a:lnTo>
                  <a:pt x="1502535" y="49169"/>
                </a:lnTo>
                <a:lnTo>
                  <a:pt x="1541514" y="43419"/>
                </a:lnTo>
                <a:lnTo>
                  <a:pt x="1580903" y="37973"/>
                </a:lnTo>
                <a:lnTo>
                  <a:pt x="1620762" y="32891"/>
                </a:lnTo>
                <a:lnTo>
                  <a:pt x="1661150" y="28231"/>
                </a:lnTo>
                <a:lnTo>
                  <a:pt x="1702126" y="24054"/>
                </a:lnTo>
                <a:lnTo>
                  <a:pt x="1743750" y="20419"/>
                </a:lnTo>
                <a:lnTo>
                  <a:pt x="1786079" y="17386"/>
                </a:lnTo>
                <a:lnTo>
                  <a:pt x="1829174" y="15014"/>
                </a:lnTo>
                <a:lnTo>
                  <a:pt x="1873093" y="13362"/>
                </a:lnTo>
                <a:lnTo>
                  <a:pt x="1917895" y="12491"/>
                </a:lnTo>
                <a:lnTo>
                  <a:pt x="1963640" y="12460"/>
                </a:lnTo>
                <a:lnTo>
                  <a:pt x="2010387" y="13328"/>
                </a:lnTo>
                <a:lnTo>
                  <a:pt x="2058194" y="15156"/>
                </a:lnTo>
                <a:lnTo>
                  <a:pt x="2107120" y="18002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5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51A961C-130C-4F8C-96A6-6071AB1C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051" y="8693739"/>
            <a:ext cx="77605" cy="11743"/>
          </a:xfrm>
          <a:custGeom xmlns:a="http://schemas.openxmlformats.org/drawingml/2006/main">
            <a:pathLst>
              <a:path w="77605" h="11743">
                <a:moveTo>
                  <a:pt x="0" y="11743"/>
                </a:moveTo>
                <a:lnTo>
                  <a:pt x="77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5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51393D-7D1D-4748-B6A2-1787067E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065" y="8665610"/>
            <a:ext cx="100591" cy="84760"/>
          </a:xfrm>
          <a:custGeom xmlns:a="http://schemas.openxmlformats.org/drawingml/2006/main">
            <a:pathLst>
              <a:path w="100591" h="84760">
                <a:moveTo>
                  <a:pt x="100591" y="28129"/>
                </a:moveTo>
                <a:lnTo>
                  <a:pt x="0" y="0"/>
                </a:lnTo>
                <a:lnTo>
                  <a:pt x="12826" y="84760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10F72ACC-5C80-4602-A4C6-30A6F198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853" y="876176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28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6FC238C3-5191-4B9E-A41A-760BF65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8755050"/>
            <a:ext cx="2107120" cy="92342"/>
          </a:xfrm>
          <a:custGeom xmlns:a="http://schemas.openxmlformats.org/drawingml/2006/main">
            <a:pathLst>
              <a:path w="2107120" h="92342">
                <a:moveTo>
                  <a:pt x="0" y="41002"/>
                </a:moveTo>
                <a:lnTo>
                  <a:pt x="60154" y="51456"/>
                </a:lnTo>
                <a:lnTo>
                  <a:pt x="118710" y="60567"/>
                </a:lnTo>
                <a:lnTo>
                  <a:pt x="175727" y="68396"/>
                </a:lnTo>
                <a:lnTo>
                  <a:pt x="231266" y="75003"/>
                </a:lnTo>
                <a:lnTo>
                  <a:pt x="285384" y="80448"/>
                </a:lnTo>
                <a:lnTo>
                  <a:pt x="338142" y="84791"/>
                </a:lnTo>
                <a:lnTo>
                  <a:pt x="389597" y="88092"/>
                </a:lnTo>
                <a:lnTo>
                  <a:pt x="439809" y="90411"/>
                </a:lnTo>
                <a:lnTo>
                  <a:pt x="488837" y="91808"/>
                </a:lnTo>
                <a:lnTo>
                  <a:pt x="536741" y="92342"/>
                </a:lnTo>
                <a:lnTo>
                  <a:pt x="583578" y="92074"/>
                </a:lnTo>
                <a:lnTo>
                  <a:pt x="629409" y="91064"/>
                </a:lnTo>
                <a:lnTo>
                  <a:pt x="674292" y="89372"/>
                </a:lnTo>
                <a:lnTo>
                  <a:pt x="718287" y="87057"/>
                </a:lnTo>
                <a:lnTo>
                  <a:pt x="761452" y="84180"/>
                </a:lnTo>
                <a:lnTo>
                  <a:pt x="803846" y="80801"/>
                </a:lnTo>
                <a:lnTo>
                  <a:pt x="845530" y="76979"/>
                </a:lnTo>
                <a:lnTo>
                  <a:pt x="886561" y="72775"/>
                </a:lnTo>
                <a:lnTo>
                  <a:pt x="926998" y="68248"/>
                </a:lnTo>
                <a:lnTo>
                  <a:pt x="966902" y="63459"/>
                </a:lnTo>
                <a:lnTo>
                  <a:pt x="1006330" y="58468"/>
                </a:lnTo>
                <a:lnTo>
                  <a:pt x="1045342" y="53333"/>
                </a:lnTo>
                <a:lnTo>
                  <a:pt x="1083997" y="48117"/>
                </a:lnTo>
                <a:lnTo>
                  <a:pt x="1122355" y="42877"/>
                </a:lnTo>
                <a:lnTo>
                  <a:pt x="1160473" y="37676"/>
                </a:lnTo>
                <a:lnTo>
                  <a:pt x="1198412" y="32571"/>
                </a:lnTo>
                <a:lnTo>
                  <a:pt x="1236229" y="27624"/>
                </a:lnTo>
                <a:lnTo>
                  <a:pt x="1273986" y="22894"/>
                </a:lnTo>
                <a:lnTo>
                  <a:pt x="1311739" y="18442"/>
                </a:lnTo>
                <a:lnTo>
                  <a:pt x="1349549" y="14326"/>
                </a:lnTo>
                <a:lnTo>
                  <a:pt x="1387475" y="10608"/>
                </a:lnTo>
                <a:lnTo>
                  <a:pt x="1425575" y="7347"/>
                </a:lnTo>
                <a:lnTo>
                  <a:pt x="1463909" y="4604"/>
                </a:lnTo>
                <a:lnTo>
                  <a:pt x="1502535" y="2437"/>
                </a:lnTo>
                <a:lnTo>
                  <a:pt x="1541514" y="908"/>
                </a:lnTo>
                <a:lnTo>
                  <a:pt x="1580903" y="75"/>
                </a:lnTo>
                <a:lnTo>
                  <a:pt x="1620762" y="0"/>
                </a:lnTo>
                <a:lnTo>
                  <a:pt x="1661150" y="742"/>
                </a:lnTo>
                <a:lnTo>
                  <a:pt x="1702126" y="2361"/>
                </a:lnTo>
                <a:lnTo>
                  <a:pt x="1743750" y="4916"/>
                </a:lnTo>
                <a:lnTo>
                  <a:pt x="1786079" y="8469"/>
                </a:lnTo>
                <a:lnTo>
                  <a:pt x="1829174" y="13079"/>
                </a:lnTo>
                <a:lnTo>
                  <a:pt x="1873093" y="18805"/>
                </a:lnTo>
                <a:lnTo>
                  <a:pt x="1917895" y="25709"/>
                </a:lnTo>
                <a:lnTo>
                  <a:pt x="1963640" y="33849"/>
                </a:lnTo>
                <a:lnTo>
                  <a:pt x="2010387" y="43286"/>
                </a:lnTo>
                <a:lnTo>
                  <a:pt x="2058194" y="54080"/>
                </a:lnTo>
                <a:lnTo>
                  <a:pt x="2107120" y="66291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5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09D210-9ED1-4B2E-9A8A-7178598B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051" y="8755957"/>
            <a:ext cx="77605" cy="3696"/>
          </a:xfrm>
          <a:custGeom xmlns:a="http://schemas.openxmlformats.org/drawingml/2006/main">
            <a:pathLst>
              <a:path w="77605" h="3696">
                <a:moveTo>
                  <a:pt x="0" y="3696"/>
                </a:moveTo>
                <a:lnTo>
                  <a:pt x="776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5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36B6561-3694-4D3F-B3EC-DADFCBA8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475" y="8717674"/>
            <a:ext cx="97181" cy="85628"/>
          </a:xfrm>
          <a:custGeom xmlns:a="http://schemas.openxmlformats.org/drawingml/2006/main">
            <a:pathLst>
              <a:path w="97181" h="85628">
                <a:moveTo>
                  <a:pt x="97181" y="38283"/>
                </a:moveTo>
                <a:lnTo>
                  <a:pt x="0" y="0"/>
                </a:lnTo>
                <a:lnTo>
                  <a:pt x="4078" y="8562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F12B9912-333D-45D5-B778-6C350EAF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853" y="8907494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53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D1463F73-B9DB-4259-B900-BE3CA7D4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8813133"/>
            <a:ext cx="2107120" cy="161227"/>
          </a:xfrm>
          <a:custGeom xmlns:a="http://schemas.openxmlformats.org/drawingml/2006/main">
            <a:pathLst>
              <a:path w="2107120" h="161227">
                <a:moveTo>
                  <a:pt x="0" y="128651"/>
                </a:moveTo>
                <a:lnTo>
                  <a:pt x="60154" y="130186"/>
                </a:lnTo>
                <a:lnTo>
                  <a:pt x="118710" y="130759"/>
                </a:lnTo>
                <a:lnTo>
                  <a:pt x="175727" y="130430"/>
                </a:lnTo>
                <a:lnTo>
                  <a:pt x="231266" y="129259"/>
                </a:lnTo>
                <a:lnTo>
                  <a:pt x="285384" y="127308"/>
                </a:lnTo>
                <a:lnTo>
                  <a:pt x="338142" y="124636"/>
                </a:lnTo>
                <a:lnTo>
                  <a:pt x="389597" y="121304"/>
                </a:lnTo>
                <a:lnTo>
                  <a:pt x="439809" y="117372"/>
                </a:lnTo>
                <a:lnTo>
                  <a:pt x="488837" y="112900"/>
                </a:lnTo>
                <a:lnTo>
                  <a:pt x="536741" y="107950"/>
                </a:lnTo>
                <a:lnTo>
                  <a:pt x="583578" y="102580"/>
                </a:lnTo>
                <a:lnTo>
                  <a:pt x="629409" y="96852"/>
                </a:lnTo>
                <a:lnTo>
                  <a:pt x="674292" y="90827"/>
                </a:lnTo>
                <a:lnTo>
                  <a:pt x="718287" y="84563"/>
                </a:lnTo>
                <a:lnTo>
                  <a:pt x="761452" y="78122"/>
                </a:lnTo>
                <a:lnTo>
                  <a:pt x="803846" y="71565"/>
                </a:lnTo>
                <a:lnTo>
                  <a:pt x="845530" y="64950"/>
                </a:lnTo>
                <a:lnTo>
                  <a:pt x="886561" y="58340"/>
                </a:lnTo>
                <a:lnTo>
                  <a:pt x="926998" y="51793"/>
                </a:lnTo>
                <a:lnTo>
                  <a:pt x="966902" y="45372"/>
                </a:lnTo>
                <a:lnTo>
                  <a:pt x="1006330" y="39135"/>
                </a:lnTo>
                <a:lnTo>
                  <a:pt x="1045342" y="33143"/>
                </a:lnTo>
                <a:lnTo>
                  <a:pt x="1083997" y="27458"/>
                </a:lnTo>
                <a:lnTo>
                  <a:pt x="1122355" y="22138"/>
                </a:lnTo>
                <a:lnTo>
                  <a:pt x="1160473" y="17244"/>
                </a:lnTo>
                <a:lnTo>
                  <a:pt x="1198412" y="12838"/>
                </a:lnTo>
                <a:lnTo>
                  <a:pt x="1236229" y="8978"/>
                </a:lnTo>
                <a:lnTo>
                  <a:pt x="1273986" y="5726"/>
                </a:lnTo>
                <a:lnTo>
                  <a:pt x="1311739" y="3142"/>
                </a:lnTo>
                <a:lnTo>
                  <a:pt x="1349549" y="1286"/>
                </a:lnTo>
                <a:lnTo>
                  <a:pt x="1387475" y="218"/>
                </a:lnTo>
                <a:lnTo>
                  <a:pt x="1425575" y="0"/>
                </a:lnTo>
                <a:lnTo>
                  <a:pt x="1463909" y="691"/>
                </a:lnTo>
                <a:lnTo>
                  <a:pt x="1502535" y="2352"/>
                </a:lnTo>
                <a:lnTo>
                  <a:pt x="1541514" y="5042"/>
                </a:lnTo>
                <a:lnTo>
                  <a:pt x="1580903" y="8824"/>
                </a:lnTo>
                <a:lnTo>
                  <a:pt x="1620762" y="13756"/>
                </a:lnTo>
                <a:lnTo>
                  <a:pt x="1661150" y="19899"/>
                </a:lnTo>
                <a:lnTo>
                  <a:pt x="1702126" y="27313"/>
                </a:lnTo>
                <a:lnTo>
                  <a:pt x="1743750" y="36060"/>
                </a:lnTo>
                <a:lnTo>
                  <a:pt x="1786079" y="46199"/>
                </a:lnTo>
                <a:lnTo>
                  <a:pt x="1829174" y="57791"/>
                </a:lnTo>
                <a:lnTo>
                  <a:pt x="1873093" y="70895"/>
                </a:lnTo>
                <a:lnTo>
                  <a:pt x="1917895" y="85573"/>
                </a:lnTo>
                <a:lnTo>
                  <a:pt x="1963640" y="101885"/>
                </a:lnTo>
                <a:lnTo>
                  <a:pt x="2010387" y="119891"/>
                </a:lnTo>
                <a:lnTo>
                  <a:pt x="2058194" y="139651"/>
                </a:lnTo>
                <a:lnTo>
                  <a:pt x="2107120" y="161227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5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066CD0-15EB-44F2-B873-395DF641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051" y="8813824"/>
            <a:ext cx="77605" cy="4351"/>
          </a:xfrm>
          <a:custGeom xmlns:a="http://schemas.openxmlformats.org/drawingml/2006/main">
            <a:pathLst>
              <a:path w="77605" h="4351">
                <a:moveTo>
                  <a:pt x="0" y="0"/>
                </a:moveTo>
                <a:lnTo>
                  <a:pt x="77605" y="4351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5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B7768F3-D876-4C7B-8DDC-2EA0D355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156" y="8770048"/>
            <a:ext cx="97500" cy="85591"/>
          </a:xfrm>
          <a:custGeom xmlns:a="http://schemas.openxmlformats.org/drawingml/2006/main">
            <a:pathLst>
              <a:path w="97500" h="85591">
                <a:moveTo>
                  <a:pt x="97500" y="48128"/>
                </a:moveTo>
                <a:lnTo>
                  <a:pt x="4799" y="0"/>
                </a:lnTo>
                <a:lnTo>
                  <a:pt x="0" y="85591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535" name="衝突・排出の位置">
            <a:extLst xmlns:a="http://schemas.openxmlformats.org/drawingml/2006/main">
              <a:ext uri="{FF2B5EF4-FFF2-40B4-BE49-F238E27FC236}">
                <a16:creationId xmlns:a16="http://schemas.microsoft.com/office/drawing/2014/main" id="{18006C69-5C1B-4CA1-94EA-84B356B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3" y="9136380"/>
            <a:ext cx="2048828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衝突・排出の位置</a:t>
            </a:r>
          </a:p>
        </p:txBody>
      </p:sp>
      <p:sp>
        <p:nvSpPr>
          <p:cNvPr id="536" name="最終状態 x, v, Z, ID">
            <a:extLst xmlns:a="http://schemas.openxmlformats.org/drawingml/2006/main">
              <a:ext uri="{FF2B5EF4-FFF2-40B4-BE49-F238E27FC236}">
                <a16:creationId xmlns:a16="http://schemas.microsoft.com/office/drawing/2014/main" id="{CCF88DBE-7F4F-4D73-ADDB-0103FEDF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9136380"/>
            <a:ext cx="2400300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最終状態 x, v, Z, ID</a:t>
            </a:r>
          </a:p>
        </p:txBody>
      </p:sp>
      <p:sp>
        <p:nvSpPr>
          <p:cNvPr id="537" name="指定した粒子の軌道">
            <a:extLst xmlns:a="http://schemas.openxmlformats.org/drawingml/2006/main">
              <a:ext uri="{FF2B5EF4-FFF2-40B4-BE49-F238E27FC236}">
                <a16:creationId xmlns:a16="http://schemas.microsoft.com/office/drawing/2014/main" id="{FDC4DCCD-E307-4DD9-BD0C-906A2D16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120" y="9136380"/>
            <a:ext cx="2520315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指定した粒子の軌道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63E4852-037B-46DD-A639-645C13E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2158365"/>
            <a:ext cx="4089083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539" name="共通入力：場・物理式・境界・放出条件">
            <a:extLst xmlns:a="http://schemas.openxmlformats.org/drawingml/2006/main">
              <a:ext uri="{FF2B5EF4-FFF2-40B4-BE49-F238E27FC236}">
                <a16:creationId xmlns:a16="http://schemas.microsoft.com/office/drawing/2014/main" id="{A041C4BB-9B71-41AD-82F2-C80D2EB5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640" y="2209800"/>
            <a:ext cx="3883343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85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共通入力：場・物理式・境界・放出条件</a:t>
            </a:r>
          </a:p>
        </p:txBody>
      </p:sp>
      <p:sp>
        <p:nvSpPr>
          <p:cNvPr id="5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0FB401-1653-4135-A091-B96E696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595563"/>
            <a:ext cx="1663065" cy="908685"/>
          </a:xfrm>
          <a:custGeom xmlns:a="http://schemas.openxmlformats.org/drawingml/2006/main">
            <a:pathLst>
              <a:path w="1663065" h="908685">
                <a:moveTo>
                  <a:pt x="0" y="0"/>
                </a:moveTo>
                <a:lnTo>
                  <a:pt x="831532" y="0"/>
                </a:lnTo>
                <a:lnTo>
                  <a:pt x="831532" y="218084"/>
                </a:lnTo>
                <a:lnTo>
                  <a:pt x="1214037" y="218084"/>
                </a:lnTo>
                <a:lnTo>
                  <a:pt x="1214037" y="390735"/>
                </a:lnTo>
                <a:lnTo>
                  <a:pt x="1663065" y="390735"/>
                </a:lnTo>
                <a:lnTo>
                  <a:pt x="1663065" y="908685"/>
                </a:lnTo>
                <a:lnTo>
                  <a:pt x="399136" y="908685"/>
                </a:lnTo>
                <a:lnTo>
                  <a:pt x="399136" y="745122"/>
                </a:lnTo>
                <a:lnTo>
                  <a:pt x="0" y="745122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5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2D5930-603B-4AE0-8D61-EA64DB8D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A6E254-F998-4022-ABF7-91CB32C1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76492FB-E2EA-4BB2-903E-E4FA5F50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26C42A4-4353-43C0-86E0-B872CCD1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270F3E-4FB8-46AE-BEEC-B700EFD2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2F6F913-29CB-43B7-9E30-FA443A4F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3D3CCF-F255-4F7B-B8E8-0B9D3FA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CDC62E2-8119-4F3F-9ECC-6946549A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84B9FB-BCF5-4FDE-973B-9C7F3594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3E99B9-143E-4F27-9427-00F6836D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259556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3207073-6759-43C9-A782-E80953E0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76B07F-1A14-4D33-B707-7AC68FF1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EC4B26-60EA-4FB8-B53A-1FD33657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E704E7B-421F-4A1D-BACC-A03E9542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24FD553-90EE-44FD-82C5-4BA257F9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F2B2D9C-D0AC-4EC0-94AC-5BF96492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C50DEC-A7F3-475B-BD4D-5C7A067D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A316F9E-D4A7-4CCD-AC46-34D272C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86F2035-A7B8-454F-8B74-204B5EDC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306DC29-4F58-429B-9B26-E7B27F80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5C40627-73E8-43C3-ACA0-ACE773E1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14E804C-D6BD-4C4B-8215-7343606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3577A4-BBBA-4D42-B6EC-B93E1558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4F200E5-386B-4396-8E73-6B7B5020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274701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07BE8FA-08F8-4C70-B402-A8AAFC3B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0"/>
                </a:lnTo>
                <a:lnTo>
                  <a:pt x="166307" y="151448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E098FA9-768B-439F-9EF1-87287351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151448"/>
                </a:lnTo>
                <a:lnTo>
                  <a:pt x="0" y="151448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4209BB-35A5-409E-A008-2A15510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0"/>
                </a:lnTo>
                <a:lnTo>
                  <a:pt x="166307" y="151448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DB6AD2-69C5-451D-8932-3BA0F9C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151448"/>
                </a:lnTo>
                <a:lnTo>
                  <a:pt x="0" y="151448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535EF47-E049-4892-B675-25D05BCC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0"/>
                </a:lnTo>
                <a:lnTo>
                  <a:pt x="166307" y="151448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05FF668-86F1-41F5-9D8B-157F8EA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151448"/>
                </a:lnTo>
                <a:lnTo>
                  <a:pt x="0" y="151448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3E3D09D-2B90-4FA8-AE9F-D97A6100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0"/>
                </a:lnTo>
                <a:lnTo>
                  <a:pt x="166307" y="151448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083F7B-B0A4-4BC2-A3DE-B00D155F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151448"/>
                </a:lnTo>
                <a:lnTo>
                  <a:pt x="0" y="151448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0B163C3-E985-442A-A8C5-529F8CC4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0"/>
                </a:lnTo>
                <a:lnTo>
                  <a:pt x="166307" y="151448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78BE85-DCA9-4FB5-B129-11B63DA5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151448"/>
                </a:lnTo>
                <a:lnTo>
                  <a:pt x="0" y="151448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0D35EF-04FD-4891-B73C-560BA0C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0"/>
                </a:lnTo>
                <a:lnTo>
                  <a:pt x="166307" y="151448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63433E8-12B7-4309-8539-4ADA4DF5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151448"/>
                </a:lnTo>
                <a:lnTo>
                  <a:pt x="0" y="151448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2D9D4D-649A-41C6-96A4-2681E66C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0"/>
                </a:lnTo>
                <a:lnTo>
                  <a:pt x="166307" y="151448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746EEE1-E9D7-43B1-ABDB-366AC97C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2898458"/>
            <a:ext cx="166307" cy="151448"/>
          </a:xfrm>
          <a:custGeom xmlns:a="http://schemas.openxmlformats.org/drawingml/2006/main">
            <a:pathLst>
              <a:path w="166307" h="151448">
                <a:moveTo>
                  <a:pt x="0" y="0"/>
                </a:moveTo>
                <a:lnTo>
                  <a:pt x="166307" y="151448"/>
                </a:lnTo>
                <a:lnTo>
                  <a:pt x="0" y="151448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BE27DC-5D11-4F14-98D5-F55729A1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877FD6-88D7-4319-A407-C8E84499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7D5F3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8915A35-6C20-45A8-B18F-5AE2F00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89CB7F-3EF5-4792-8574-2A33EBC8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E152C9-274B-4017-B0E0-A23BC536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AD41801-F5F4-4561-80C8-EE9D9941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A2744D-C93D-4D21-B46E-0DA8FEEE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14FE6FF-AF64-4659-B239-1BAB487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4BB858-F572-4B6A-A75D-91E0259A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AA895C-4D56-4EED-BC46-B16F495F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E36B23F-060A-414B-94D3-5DE58F6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5482B6-D50A-465A-A46C-494741B9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4A1369-C10D-4900-9821-2966AB63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1A6C96B-1A20-4946-BF09-ED941E62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D32C48-BC2B-4528-84F9-A724B3C1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221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523435-4842-4807-80F0-B6CE1387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221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F3D2C1-4924-4A76-8BE1-8C4F9740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527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DBBE06-B138-4394-BCAA-4354071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527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AF54A5-3F21-4821-87C0-C321990B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833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F66103A-CA1E-4E65-9425-DEB7BB1D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833" y="3049905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5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EA0FAB4-7265-4BFB-BA55-F09EF737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8DD552E-BCE6-4E72-A748-96DC6A35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51726B-135F-401A-A0B0-D1960085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329F53B-C45A-4635-A77C-FB0F8FCA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382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290288F-CB40-4785-9FAD-92EFBB14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A64F02-033E-4ED9-A935-3E3B4B68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F5363CB-E895-40FD-A874-48085CE6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B932FBE-6232-4D05-9B77-32DA455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15510E-F9C4-4481-B588-EAC6BBCC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0D1AED1-2301-446D-9BC7-96076BBD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C09FD5-2D4D-4C73-ADDB-9B61B3F4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FB05A9-1D45-4C87-AC89-0768BD27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8A0AFE4-2EAC-49B0-AB1F-D29608CE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34D8CB2-E83A-400A-8780-F44303F6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D54FD0-03ED-4ABD-8A04-D482042F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221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5B721C-EB37-4199-A12B-330B0EE0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221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DD637B-0DD2-40A1-90CF-5B76F44E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527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684EB7-FF60-4843-8475-4602DC06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527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EFC490-26AD-4CE5-96FA-E4516CE7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833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9EF3F4-1375-40E1-A434-54BA703B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833" y="3201353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B521A45-1B32-49E5-9637-352D4239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95E059-AFE5-47A2-9A69-2423C295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688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A8DED8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1507634-E2A5-45E4-9C00-5640F491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FA44714-40C8-4625-B9C6-30A91E3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995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B19F21C-AD49-40D1-8671-A92BFA44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96E33F-DD50-4BDD-AB29-12B325E9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DD1673-61C0-4CC4-9F4A-B66C108D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9FC2EE-EB91-46BC-8FA7-42FF2907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407E25C-5F55-40D9-A20C-6A2BBAC1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08054D4-9046-4614-B97B-F933439B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914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CAE6BE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73F384B-1043-4166-8C67-52045141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221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5B607C8-B20E-4034-8318-B6B87D2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221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D1FE21F-54B4-47B8-A9DC-1610408D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527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AAD39A-62FD-4926-9F0C-23F8067A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527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219142-C47D-4641-9D6F-4CA2C4D4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833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0"/>
                </a:lnTo>
                <a:lnTo>
                  <a:pt x="166307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C4BABC9-ACCB-46DA-8D3D-0E411DD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833" y="3352800"/>
            <a:ext cx="166307" cy="151447"/>
          </a:xfrm>
          <a:custGeom xmlns:a="http://schemas.openxmlformats.org/drawingml/2006/main">
            <a:pathLst>
              <a:path w="166307" h="151447">
                <a:moveTo>
                  <a:pt x="0" y="0"/>
                </a:moveTo>
                <a:lnTo>
                  <a:pt x="166307" y="151447"/>
                </a:lnTo>
                <a:lnTo>
                  <a:pt x="0" y="151447"/>
                </a:lnTo>
                <a:close/>
              </a:path>
            </a:pathLst>
          </a:custGeom>
          <a:solidFill xmlns:a="http://schemas.openxmlformats.org/drawingml/2006/main">
            <a:srgbClr val="E8DF9D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C0ACE27-7FC3-4AB7-A82C-246C4D51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2595563"/>
            <a:ext cx="1680210" cy="908685"/>
          </a:xfrm>
          <a:custGeom xmlns:a="http://schemas.openxmlformats.org/drawingml/2006/main">
            <a:pathLst>
              <a:path w="1680210" h="908685">
                <a:moveTo>
                  <a:pt x="0" y="0"/>
                </a:moveTo>
                <a:lnTo>
                  <a:pt x="840105" y="0"/>
                </a:lnTo>
                <a:lnTo>
                  <a:pt x="840105" y="218084"/>
                </a:lnTo>
                <a:lnTo>
                  <a:pt x="1226553" y="218084"/>
                </a:lnTo>
                <a:lnTo>
                  <a:pt x="1226553" y="390735"/>
                </a:lnTo>
                <a:lnTo>
                  <a:pt x="1680210" y="390735"/>
                </a:lnTo>
                <a:lnTo>
                  <a:pt x="1680210" y="908685"/>
                </a:lnTo>
                <a:lnTo>
                  <a:pt x="403250" y="908685"/>
                </a:lnTo>
                <a:lnTo>
                  <a:pt x="403250" y="745122"/>
                </a:lnTo>
                <a:lnTo>
                  <a:pt x="0" y="745122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4B48C16F-258D-41F6-830E-A37E805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208" y="298784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F0938568-183F-4445-9A17-372C02CE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3933" y="298784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4C430FA6-3FAE-4AFA-B9D8-C4395F50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8" y="298784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7043500E-A35E-41FD-8246-7A42881B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208" y="309071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634360C4-99C7-4D50-ADA0-26A6DC7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3933" y="309071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3C88B9AD-8959-4C26-9178-9BE93741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8" y="309071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C619705F-3E58-46FB-B427-726F4C74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208" y="319358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4E801119-9663-4294-892D-E0D37982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3933" y="319358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CD637BD6-B28D-4722-8B35-354D4627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8" y="319358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6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92DC4C-DDBE-4CCB-AFD7-519C77EA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2535" y="3131687"/>
            <a:ext cx="377190" cy="95"/>
          </a:xfrm>
          <a:custGeom xmlns:a="http://schemas.openxmlformats.org/drawingml/2006/main">
            <a:pathLst>
              <a:path w="377190" h="95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6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43CB558-C9AE-4D7D-A8C0-F45018D2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18" y="3104683"/>
            <a:ext cx="60007" cy="54007"/>
          </a:xfrm>
          <a:custGeom xmlns:a="http://schemas.openxmlformats.org/drawingml/2006/main">
            <a:pathLst>
              <a:path w="60007" h="54007">
                <a:moveTo>
                  <a:pt x="60007" y="27003"/>
                </a:moveTo>
                <a:lnTo>
                  <a:pt x="0" y="0"/>
                </a:lnTo>
                <a:lnTo>
                  <a:pt x="0" y="54007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47" name="共通P1メッシュ">
            <a:extLst xmlns:a="http://schemas.openxmlformats.org/drawingml/2006/main">
              <a:ext uri="{FF2B5EF4-FFF2-40B4-BE49-F238E27FC236}">
                <a16:creationId xmlns:a16="http://schemas.microsoft.com/office/drawing/2014/main" id="{699E6719-923F-4CEC-8854-BC359E7F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512820"/>
            <a:ext cx="1757363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共通P1メッシュ</a:t>
            </a:r>
          </a:p>
        </p:txBody>
      </p:sp>
      <p:sp>
        <p:nvSpPr>
          <p:cNvPr id="648" name="境界と初期条件">
            <a:extLst xmlns:a="http://schemas.openxmlformats.org/drawingml/2006/main">
              <a:ext uri="{FF2B5EF4-FFF2-40B4-BE49-F238E27FC236}">
                <a16:creationId xmlns:a16="http://schemas.microsoft.com/office/drawing/2014/main" id="{09CBB112-322D-49C3-80E8-355ABFEB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185" y="3512820"/>
            <a:ext cx="1800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境界と初期条件</a:t>
            </a:r>
          </a:p>
        </p:txBody>
      </p:sp>
      <p:sp>
        <p:nvSpPr>
          <p:cNvPr id="6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CE24E19-520C-4408-8C07-9AC9C08A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318" y="3847148"/>
            <a:ext cx="95" cy="291465"/>
          </a:xfrm>
          <a:custGeom xmlns:a="http://schemas.openxmlformats.org/drawingml/2006/main">
            <a:pathLst>
              <a:path w="95" h="291465">
                <a:moveTo>
                  <a:pt x="0" y="0"/>
                </a:moveTo>
                <a:lnTo>
                  <a:pt x="0" y="29146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6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62505B-04B6-4A87-9FA5-3A418AEA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57" y="4070033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657EF7B5-644D-4ACA-9BB8-39C87AD6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4232910"/>
            <a:ext cx="1945958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FB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652" name="solver">
            <a:extLst xmlns:a="http://schemas.openxmlformats.org/drawingml/2006/main">
              <a:ext uri="{FF2B5EF4-FFF2-40B4-BE49-F238E27FC236}">
                <a16:creationId xmlns:a16="http://schemas.microsoft.com/office/drawing/2014/main" id="{58F3FAB1-E5A0-4A62-8AA5-AF2935F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495" y="4310063"/>
            <a:ext cx="1757363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solver</a:t>
            </a:r>
          </a:p>
        </p:txBody>
      </p:sp>
      <p:sp>
        <p:nvSpPr>
          <p:cNvPr id="6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8EEDEDB-335D-467A-9825-833D8C1A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4764405"/>
            <a:ext cx="1620202" cy="865823"/>
          </a:xfrm>
          <a:custGeom xmlns:a="http://schemas.openxmlformats.org/drawingml/2006/main">
            <a:pathLst>
              <a:path w="1620202" h="865823">
                <a:moveTo>
                  <a:pt x="0" y="0"/>
                </a:moveTo>
                <a:lnTo>
                  <a:pt x="810101" y="0"/>
                </a:lnTo>
                <a:lnTo>
                  <a:pt x="810101" y="207797"/>
                </a:lnTo>
                <a:lnTo>
                  <a:pt x="1182748" y="207797"/>
                </a:lnTo>
                <a:lnTo>
                  <a:pt x="1182748" y="372304"/>
                </a:lnTo>
                <a:lnTo>
                  <a:pt x="1620202" y="372304"/>
                </a:lnTo>
                <a:lnTo>
                  <a:pt x="1620202" y="865823"/>
                </a:lnTo>
                <a:lnTo>
                  <a:pt x="388849" y="865823"/>
                </a:lnTo>
                <a:lnTo>
                  <a:pt x="388849" y="709974"/>
                </a:lnTo>
                <a:lnTo>
                  <a:pt x="0" y="709974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6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9EADDF-4839-4523-9408-807621B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1940DBB-37A0-411C-A2DD-F936FF28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0A1917-3CF0-4FC8-9C9D-B6031ACE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ABECABC-53AD-4BEB-9166-8566F75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A81E05A-770F-4C84-B9FC-C6D047DA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1B21C1-09E7-49C5-B9A1-E256C6BD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7AE10DA-3414-414C-B0BF-600DA8C9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0F95F21-F231-4E62-909F-955CC1A4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CB7BCA-CAE9-4650-BBB8-42EE4B48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754E2B-D4C6-4419-B058-688C50F2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ECCFD9-5740-415E-90AE-0A4806F9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53CE16-E015-4F37-961E-A3C18FE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6A40F4-2537-4017-B235-FF12B2A5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A09FD6E-7839-47E6-9B18-5C75CEA3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39FC49-21E3-458F-AD40-8006CE4A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69633A-6293-434A-8F3D-39053B3C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E5F10A7-EF10-4F55-BA16-AD99FC32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B5C75CC-628C-4D7D-956F-439F625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97BFD0B-CAA7-492D-B718-2E675385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7BA6B52-21DB-4179-9D07-6FD1FA45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8F8E0FA-30EF-4B1C-B7AE-A50F01B3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7F2BC29-D2CF-4EAE-906E-D2F02DBF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8F60F6-398F-4A5F-8A3C-207F9797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DE596A5-135B-4FD9-AE12-639144FF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2D17354-3F78-4769-8E82-1C4B207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D7543E8-1152-4033-B628-8EFEBB8C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B83C1F-6B43-4861-ABE2-976506F5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727A8E-5862-4213-865D-E60C93C0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994CF60-FFB2-4849-B5D1-276D6C28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8C3D50E-AEC8-45C0-AB84-6790B6B4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B1F400-D203-4385-B116-37C711F1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4617DC-F4BB-4E22-A0F2-416AE48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B9B801-3802-4E95-981B-16A03C9F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B05F4A2-6756-428C-B15A-6DAC7A2D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16E042-A314-41D0-8461-B57607F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BE050D-C459-4F8E-AE22-CFAEF902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E722A77-0A6F-4DD1-9CA3-81074113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501E063-680A-4556-9174-D4268973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04A820D-E602-4918-9729-0B3956E0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5D5F40F-01A9-4A4E-9C71-9A7EE1DB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DB98BD-6BDA-4B61-AFB6-2D6C9B04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85566B-D484-4CD6-AEFB-2B63728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B0E238-ED07-4672-B432-5261518B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00B7BA3-1075-4AD4-B4AC-76A731C9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2CE291-6837-4246-BEC6-88E9E260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6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3F5229-B3A7-4F8C-B5DD-D396B96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797705-8858-439D-88CB-AEAE29D4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121B3B-3608-4993-B345-D77D1E0E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F5A5DE1-100C-4832-9B57-2A13AE2F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A8A183-97D8-4AC4-BF57-78A58D27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561FF12-74E5-4C58-81F3-D3F4971A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585321B-2B08-4040-9556-E19C043E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FF10B31-1B20-43AE-B3A6-18F6734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362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8E99C4-4440-43FD-85DC-D77CAC6B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362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D0A841-044C-4591-B936-E71BAA7C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382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561FD2-89F3-4493-B3B8-25CF24C6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382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1EE9EB-E2F1-472B-8E67-9439936E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402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D5D0FC-790E-4C17-82D4-A5B6EEAF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402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C9478E-3373-41E7-A02A-994FFC57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3CC952-3757-49A3-8E49-35C92DDD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05FFDD0-C028-47C4-9C47-618ADDC7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2645FB-0E08-407A-9D9A-6F3FEAD6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240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E7EE84-48A1-4AC0-9124-371ACE0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D1D6465-30C0-4B84-839E-D1D2C1B5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7369424-EEA3-42FF-B890-A4B1709A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93537E-EAEF-489B-A2FC-E7AF6FF8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2E4967A-3EEA-42EF-9D95-1B251399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64E21F-4C2C-4B32-BABF-579BFD3F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E9D467-44CE-4F6A-AB1F-1841988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4B7345-7E65-4F14-8834-0D61AD63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485056-21CB-43D2-8489-F59F43C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ABA381-445D-4EFA-A2FC-377522C3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EBB56C-915C-4C06-8058-FF90559E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362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7B23B44-C965-4DD3-B715-3CE72C9A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362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47943C9-AC94-43F8-A43B-F57D4286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382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2194EA0-CDDB-42CD-BED7-3B468F7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382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1A1369E-0BFE-40F6-BD5A-9F5554BE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402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12FF992-CA71-4607-9CDF-D780B9D1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402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42B5103-3A73-47E5-B6DA-F3156A6D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2CCA4AF-8656-4216-B2E7-7D31F076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261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CE2F8D5-DDCA-47CC-9334-62A39162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546F49-B905-4693-A625-671F0F9A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281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FC533BA-D890-4422-8431-FA84607A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923CAD-FA32-4380-B9D2-1B2758C5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073E6D-DB4F-4C98-AE68-A851B52C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BA1822-7565-4D5A-A8BD-96CBF935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321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38676A-5E98-473D-873E-DB86D4A1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25160B-5120-4B14-93AD-2681F57C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42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0C1C4C8-B3D0-47F3-9599-CF073EE7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362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C6108AE-A2B5-4F6E-B94E-AD3036FF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362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98C0307-A938-4D0A-B690-AF0DB023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382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69FEA9-A443-4EE9-81DA-12BC302C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382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0E9BDF7-F9CA-4EC8-972D-D28962D6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402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A2AD506-3137-4A43-926B-3BDBD4C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402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4C732A7F-7A70-40BF-A8DC-C868BDD3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512839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49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D74B76B7-8E2F-4C8E-A3D3-A5E6BF64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083" y="5162683"/>
            <a:ext cx="1496330" cy="131670"/>
          </a:xfrm>
          <a:custGeom xmlns:a="http://schemas.openxmlformats.org/drawingml/2006/main">
            <a:pathLst>
              <a:path w="1496330" h="131670">
                <a:moveTo>
                  <a:pt x="0" y="0"/>
                </a:moveTo>
                <a:lnTo>
                  <a:pt x="42319" y="18634"/>
                </a:lnTo>
                <a:lnTo>
                  <a:pt x="83526" y="35611"/>
                </a:lnTo>
                <a:lnTo>
                  <a:pt x="123661" y="50990"/>
                </a:lnTo>
                <a:lnTo>
                  <a:pt x="162768" y="64826"/>
                </a:lnTo>
                <a:lnTo>
                  <a:pt x="200887" y="77179"/>
                </a:lnTo>
                <a:lnTo>
                  <a:pt x="238059" y="88104"/>
                </a:lnTo>
                <a:lnTo>
                  <a:pt x="274328" y="97660"/>
                </a:lnTo>
                <a:lnTo>
                  <a:pt x="309733" y="105903"/>
                </a:lnTo>
                <a:lnTo>
                  <a:pt x="344318" y="112891"/>
                </a:lnTo>
                <a:lnTo>
                  <a:pt x="378122" y="118681"/>
                </a:lnTo>
                <a:lnTo>
                  <a:pt x="411189" y="123331"/>
                </a:lnTo>
                <a:lnTo>
                  <a:pt x="443560" y="126897"/>
                </a:lnTo>
                <a:lnTo>
                  <a:pt x="475276" y="129438"/>
                </a:lnTo>
                <a:lnTo>
                  <a:pt x="506379" y="131010"/>
                </a:lnTo>
                <a:lnTo>
                  <a:pt x="536910" y="131670"/>
                </a:lnTo>
                <a:lnTo>
                  <a:pt x="566912" y="131477"/>
                </a:lnTo>
                <a:lnTo>
                  <a:pt x="596426" y="130487"/>
                </a:lnTo>
                <a:lnTo>
                  <a:pt x="625493" y="128757"/>
                </a:lnTo>
                <a:lnTo>
                  <a:pt x="654155" y="126346"/>
                </a:lnTo>
                <a:lnTo>
                  <a:pt x="682454" y="123310"/>
                </a:lnTo>
                <a:lnTo>
                  <a:pt x="710431" y="119706"/>
                </a:lnTo>
                <a:lnTo>
                  <a:pt x="738128" y="115592"/>
                </a:lnTo>
                <a:lnTo>
                  <a:pt x="765587" y="111025"/>
                </a:lnTo>
                <a:lnTo>
                  <a:pt x="792849" y="106063"/>
                </a:lnTo>
                <a:lnTo>
                  <a:pt x="819956" y="100763"/>
                </a:lnTo>
                <a:lnTo>
                  <a:pt x="846949" y="95182"/>
                </a:lnTo>
                <a:lnTo>
                  <a:pt x="873871" y="89377"/>
                </a:lnTo>
                <a:lnTo>
                  <a:pt x="900762" y="83406"/>
                </a:lnTo>
                <a:lnTo>
                  <a:pt x="927664" y="77325"/>
                </a:lnTo>
                <a:lnTo>
                  <a:pt x="954620" y="71194"/>
                </a:lnTo>
                <a:lnTo>
                  <a:pt x="981670" y="65067"/>
                </a:lnTo>
                <a:lnTo>
                  <a:pt x="1008856" y="59004"/>
                </a:lnTo>
                <a:lnTo>
                  <a:pt x="1036220" y="53061"/>
                </a:lnTo>
                <a:lnTo>
                  <a:pt x="1063804" y="47296"/>
                </a:lnTo>
                <a:lnTo>
                  <a:pt x="1091649" y="41765"/>
                </a:lnTo>
                <a:lnTo>
                  <a:pt x="1119796" y="36527"/>
                </a:lnTo>
                <a:lnTo>
                  <a:pt x="1148288" y="31638"/>
                </a:lnTo>
                <a:lnTo>
                  <a:pt x="1177166" y="27156"/>
                </a:lnTo>
                <a:lnTo>
                  <a:pt x="1206471" y="23138"/>
                </a:lnTo>
                <a:lnTo>
                  <a:pt x="1236246" y="19641"/>
                </a:lnTo>
                <a:lnTo>
                  <a:pt x="1266531" y="16723"/>
                </a:lnTo>
                <a:lnTo>
                  <a:pt x="1297369" y="14442"/>
                </a:lnTo>
                <a:lnTo>
                  <a:pt x="1328801" y="12853"/>
                </a:lnTo>
                <a:lnTo>
                  <a:pt x="1360869" y="12015"/>
                </a:lnTo>
                <a:lnTo>
                  <a:pt x="1393614" y="11985"/>
                </a:lnTo>
                <a:lnTo>
                  <a:pt x="1427078" y="12821"/>
                </a:lnTo>
                <a:lnTo>
                  <a:pt x="1461303" y="14579"/>
                </a:lnTo>
                <a:lnTo>
                  <a:pt x="1496330" y="17316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7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9E8B238-CB2E-42DC-AD77-FDF15533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303" y="5204449"/>
            <a:ext cx="55428" cy="11296"/>
          </a:xfrm>
          <a:custGeom xmlns:a="http://schemas.openxmlformats.org/drawingml/2006/main">
            <a:pathLst>
              <a:path w="55428" h="11296">
                <a:moveTo>
                  <a:pt x="0" y="11296"/>
                </a:moveTo>
                <a:lnTo>
                  <a:pt x="55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7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598912-2C6A-46CF-9672-42B58E1E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840" y="5181470"/>
            <a:ext cx="101891" cy="83998"/>
          </a:xfrm>
          <a:custGeom xmlns:a="http://schemas.openxmlformats.org/drawingml/2006/main">
            <a:pathLst>
              <a:path w="101891" h="83998">
                <a:moveTo>
                  <a:pt x="101891" y="22979"/>
                </a:moveTo>
                <a:lnTo>
                  <a:pt x="0" y="0"/>
                </a:lnTo>
                <a:lnTo>
                  <a:pt x="17118" y="839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12D1ABB2-C0BF-491E-8975-6461E6DD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527412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53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02F914EC-E80B-4474-86B6-13328094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083" y="5263491"/>
            <a:ext cx="1496330" cy="91512"/>
          </a:xfrm>
          <a:custGeom xmlns:a="http://schemas.openxmlformats.org/drawingml/2006/main">
            <a:pathLst>
              <a:path w="1496330" h="91512">
                <a:moveTo>
                  <a:pt x="0" y="44925"/>
                </a:moveTo>
                <a:lnTo>
                  <a:pt x="42319" y="54640"/>
                </a:lnTo>
                <a:lnTo>
                  <a:pt x="83526" y="63079"/>
                </a:lnTo>
                <a:lnTo>
                  <a:pt x="123661" y="70298"/>
                </a:lnTo>
                <a:lnTo>
                  <a:pt x="162768" y="76355"/>
                </a:lnTo>
                <a:lnTo>
                  <a:pt x="200887" y="81308"/>
                </a:lnTo>
                <a:lnTo>
                  <a:pt x="238059" y="85214"/>
                </a:lnTo>
                <a:lnTo>
                  <a:pt x="274328" y="88130"/>
                </a:lnTo>
                <a:lnTo>
                  <a:pt x="309733" y="90113"/>
                </a:lnTo>
                <a:lnTo>
                  <a:pt x="344318" y="91221"/>
                </a:lnTo>
                <a:lnTo>
                  <a:pt x="378122" y="91512"/>
                </a:lnTo>
                <a:lnTo>
                  <a:pt x="411189" y="91043"/>
                </a:lnTo>
                <a:lnTo>
                  <a:pt x="443560" y="89871"/>
                </a:lnTo>
                <a:lnTo>
                  <a:pt x="475276" y="88053"/>
                </a:lnTo>
                <a:lnTo>
                  <a:pt x="506379" y="85647"/>
                </a:lnTo>
                <a:lnTo>
                  <a:pt x="536910" y="82711"/>
                </a:lnTo>
                <a:lnTo>
                  <a:pt x="566912" y="79301"/>
                </a:lnTo>
                <a:lnTo>
                  <a:pt x="596426" y="75475"/>
                </a:lnTo>
                <a:lnTo>
                  <a:pt x="625493" y="71291"/>
                </a:lnTo>
                <a:lnTo>
                  <a:pt x="654155" y="66806"/>
                </a:lnTo>
                <a:lnTo>
                  <a:pt x="682454" y="62077"/>
                </a:lnTo>
                <a:lnTo>
                  <a:pt x="710431" y="57161"/>
                </a:lnTo>
                <a:lnTo>
                  <a:pt x="738128" y="52117"/>
                </a:lnTo>
                <a:lnTo>
                  <a:pt x="765587" y="47001"/>
                </a:lnTo>
                <a:lnTo>
                  <a:pt x="792849" y="41871"/>
                </a:lnTo>
                <a:lnTo>
                  <a:pt x="819956" y="36784"/>
                </a:lnTo>
                <a:lnTo>
                  <a:pt x="846949" y="31798"/>
                </a:lnTo>
                <a:lnTo>
                  <a:pt x="873871" y="26970"/>
                </a:lnTo>
                <a:lnTo>
                  <a:pt x="900762" y="22357"/>
                </a:lnTo>
                <a:lnTo>
                  <a:pt x="927664" y="18016"/>
                </a:lnTo>
                <a:lnTo>
                  <a:pt x="954620" y="14006"/>
                </a:lnTo>
                <a:lnTo>
                  <a:pt x="981670" y="10384"/>
                </a:lnTo>
                <a:lnTo>
                  <a:pt x="1008856" y="7206"/>
                </a:lnTo>
                <a:lnTo>
                  <a:pt x="1036220" y="4531"/>
                </a:lnTo>
                <a:lnTo>
                  <a:pt x="1063804" y="2415"/>
                </a:lnTo>
                <a:lnTo>
                  <a:pt x="1091649" y="916"/>
                </a:lnTo>
                <a:lnTo>
                  <a:pt x="1119796" y="92"/>
                </a:lnTo>
                <a:lnTo>
                  <a:pt x="1148288" y="0"/>
                </a:lnTo>
                <a:lnTo>
                  <a:pt x="1177166" y="697"/>
                </a:lnTo>
                <a:lnTo>
                  <a:pt x="1206471" y="2240"/>
                </a:lnTo>
                <a:lnTo>
                  <a:pt x="1236246" y="4688"/>
                </a:lnTo>
                <a:lnTo>
                  <a:pt x="1266531" y="8097"/>
                </a:lnTo>
                <a:lnTo>
                  <a:pt x="1297369" y="12525"/>
                </a:lnTo>
                <a:lnTo>
                  <a:pt x="1328801" y="18028"/>
                </a:lnTo>
                <a:lnTo>
                  <a:pt x="1360869" y="24666"/>
                </a:lnTo>
                <a:lnTo>
                  <a:pt x="1393614" y="32494"/>
                </a:lnTo>
                <a:lnTo>
                  <a:pt x="1427078" y="41571"/>
                </a:lnTo>
                <a:lnTo>
                  <a:pt x="1461303" y="51953"/>
                </a:lnTo>
                <a:lnTo>
                  <a:pt x="1496330" y="63699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7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946254-20E3-4F8A-8A90-AEC63ABF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303" y="5264407"/>
            <a:ext cx="55428" cy="3614"/>
          </a:xfrm>
          <a:custGeom xmlns:a="http://schemas.openxmlformats.org/drawingml/2006/main">
            <a:pathLst>
              <a:path w="55428" h="3614">
                <a:moveTo>
                  <a:pt x="0" y="3614"/>
                </a:moveTo>
                <a:lnTo>
                  <a:pt x="55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7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5DA829A-1DF0-4F32-BA0D-A52FB807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894" y="5227833"/>
            <a:ext cx="97837" cy="85543"/>
          </a:xfrm>
          <a:custGeom xmlns:a="http://schemas.openxmlformats.org/drawingml/2006/main">
            <a:pathLst>
              <a:path w="97837" h="85543">
                <a:moveTo>
                  <a:pt x="97837" y="36574"/>
                </a:moveTo>
                <a:lnTo>
                  <a:pt x="0" y="0"/>
                </a:lnTo>
                <a:lnTo>
                  <a:pt x="5578" y="85543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3B8F8B36-5B4B-4E2A-86C7-93198536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93" y="5419858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757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44244AE3-959E-4249-831F-A9524051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083" y="5319706"/>
            <a:ext cx="1496330" cy="154673"/>
          </a:xfrm>
          <a:custGeom xmlns:a="http://schemas.openxmlformats.org/drawingml/2006/main">
            <a:pathLst>
              <a:path w="1496330" h="154673">
                <a:moveTo>
                  <a:pt x="0" y="134442"/>
                </a:moveTo>
                <a:lnTo>
                  <a:pt x="42319" y="135239"/>
                </a:lnTo>
                <a:lnTo>
                  <a:pt x="83526" y="135139"/>
                </a:lnTo>
                <a:lnTo>
                  <a:pt x="123661" y="134199"/>
                </a:lnTo>
                <a:lnTo>
                  <a:pt x="162768" y="132476"/>
                </a:lnTo>
                <a:lnTo>
                  <a:pt x="200887" y="130029"/>
                </a:lnTo>
                <a:lnTo>
                  <a:pt x="238059" y="126915"/>
                </a:lnTo>
                <a:lnTo>
                  <a:pt x="274328" y="123191"/>
                </a:lnTo>
                <a:lnTo>
                  <a:pt x="309733" y="118915"/>
                </a:lnTo>
                <a:lnTo>
                  <a:pt x="344318" y="114144"/>
                </a:lnTo>
                <a:lnTo>
                  <a:pt x="378122" y="108935"/>
                </a:lnTo>
                <a:lnTo>
                  <a:pt x="411189" y="103347"/>
                </a:lnTo>
                <a:lnTo>
                  <a:pt x="443560" y="97436"/>
                </a:lnTo>
                <a:lnTo>
                  <a:pt x="475276" y="91260"/>
                </a:lnTo>
                <a:lnTo>
                  <a:pt x="506379" y="84876"/>
                </a:lnTo>
                <a:lnTo>
                  <a:pt x="536910" y="78343"/>
                </a:lnTo>
                <a:lnTo>
                  <a:pt x="566912" y="71717"/>
                </a:lnTo>
                <a:lnTo>
                  <a:pt x="596426" y="65056"/>
                </a:lnTo>
                <a:lnTo>
                  <a:pt x="625493" y="58417"/>
                </a:lnTo>
                <a:lnTo>
                  <a:pt x="654155" y="51858"/>
                </a:lnTo>
                <a:lnTo>
                  <a:pt x="682454" y="45436"/>
                </a:lnTo>
                <a:lnTo>
                  <a:pt x="710431" y="39209"/>
                </a:lnTo>
                <a:lnTo>
                  <a:pt x="738128" y="33234"/>
                </a:lnTo>
                <a:lnTo>
                  <a:pt x="765587" y="27569"/>
                </a:lnTo>
                <a:lnTo>
                  <a:pt x="792849" y="22271"/>
                </a:lnTo>
                <a:lnTo>
                  <a:pt x="819956" y="17398"/>
                </a:lnTo>
                <a:lnTo>
                  <a:pt x="846949" y="13006"/>
                </a:lnTo>
                <a:lnTo>
                  <a:pt x="873871" y="9155"/>
                </a:lnTo>
                <a:lnTo>
                  <a:pt x="900762" y="5900"/>
                </a:lnTo>
                <a:lnTo>
                  <a:pt x="927664" y="3299"/>
                </a:lnTo>
                <a:lnTo>
                  <a:pt x="954620" y="1411"/>
                </a:lnTo>
                <a:lnTo>
                  <a:pt x="981670" y="292"/>
                </a:lnTo>
                <a:lnTo>
                  <a:pt x="1008856" y="0"/>
                </a:lnTo>
                <a:lnTo>
                  <a:pt x="1036220" y="592"/>
                </a:lnTo>
                <a:lnTo>
                  <a:pt x="1063804" y="2126"/>
                </a:lnTo>
                <a:lnTo>
                  <a:pt x="1091649" y="4660"/>
                </a:lnTo>
                <a:lnTo>
                  <a:pt x="1119796" y="8250"/>
                </a:lnTo>
                <a:lnTo>
                  <a:pt x="1148288" y="12954"/>
                </a:lnTo>
                <a:lnTo>
                  <a:pt x="1177166" y="18830"/>
                </a:lnTo>
                <a:lnTo>
                  <a:pt x="1206471" y="25935"/>
                </a:lnTo>
                <a:lnTo>
                  <a:pt x="1236246" y="34327"/>
                </a:lnTo>
                <a:lnTo>
                  <a:pt x="1266531" y="44062"/>
                </a:lnTo>
                <a:lnTo>
                  <a:pt x="1297369" y="55199"/>
                </a:lnTo>
                <a:lnTo>
                  <a:pt x="1328801" y="67796"/>
                </a:lnTo>
                <a:lnTo>
                  <a:pt x="1360869" y="81908"/>
                </a:lnTo>
                <a:lnTo>
                  <a:pt x="1393614" y="97595"/>
                </a:lnTo>
                <a:lnTo>
                  <a:pt x="1427078" y="114913"/>
                </a:lnTo>
                <a:lnTo>
                  <a:pt x="1461303" y="133920"/>
                </a:lnTo>
                <a:lnTo>
                  <a:pt x="1496330" y="15467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7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5AE5D6B-19C3-4AB1-A184-A8555E03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303" y="5320298"/>
            <a:ext cx="55428" cy="4067"/>
          </a:xfrm>
          <a:custGeom xmlns:a="http://schemas.openxmlformats.org/drawingml/2006/main">
            <a:pathLst>
              <a:path w="55428" h="4067">
                <a:moveTo>
                  <a:pt x="0" y="0"/>
                </a:moveTo>
                <a:lnTo>
                  <a:pt x="55428" y="4067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7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B79482D-BF63-4B03-A83F-D73CAC8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600" y="5274647"/>
            <a:ext cx="98131" cy="85495"/>
          </a:xfrm>
          <a:custGeom xmlns:a="http://schemas.openxmlformats.org/drawingml/2006/main">
            <a:pathLst>
              <a:path w="98131" h="85495">
                <a:moveTo>
                  <a:pt x="98131" y="49718"/>
                </a:moveTo>
                <a:lnTo>
                  <a:pt x="6274" y="0"/>
                </a:lnTo>
                <a:lnTo>
                  <a:pt x="0" y="854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7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92E2315-C2B9-4F17-8893-E40C478D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318" y="5818823"/>
            <a:ext cx="95" cy="334327"/>
          </a:xfrm>
          <a:custGeom xmlns:a="http://schemas.openxmlformats.org/drawingml/2006/main">
            <a:pathLst>
              <a:path w="95" h="334327">
                <a:moveTo>
                  <a:pt x="0" y="0"/>
                </a:moveTo>
                <a:lnTo>
                  <a:pt x="0" y="334327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76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DFFB453-C5A7-42AB-8D35-22BD2653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57" y="6084570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76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AC7C6C9-02D9-4ACF-A96E-20784D3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5443" y="3847148"/>
            <a:ext cx="95" cy="291465"/>
          </a:xfrm>
          <a:custGeom xmlns:a="http://schemas.openxmlformats.org/drawingml/2006/main">
            <a:pathLst>
              <a:path w="95" h="291465">
                <a:moveTo>
                  <a:pt x="0" y="0"/>
                </a:moveTo>
                <a:lnTo>
                  <a:pt x="0" y="29146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7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86F3425-CCC5-4F26-9E81-0EBA1C43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4582" y="4070033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4DA8ADEB-28AD-4EF3-A96B-204AAF2A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895" y="4232910"/>
            <a:ext cx="1945958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2"/>
          </a:solidFill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765" name="COMSOL">
            <a:extLst xmlns:a="http://schemas.openxmlformats.org/drawingml/2006/main">
              <a:ext uri="{FF2B5EF4-FFF2-40B4-BE49-F238E27FC236}">
                <a16:creationId xmlns:a16="http://schemas.microsoft.com/office/drawing/2014/main" id="{368BC11D-A155-47EC-962F-23834E8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9620" y="4310063"/>
            <a:ext cx="1757363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COMSOL</a:t>
            </a:r>
          </a:p>
        </p:txBody>
      </p:sp>
      <p:sp>
        <p:nvSpPr>
          <p:cNvPr id="76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45C209F-F576-4669-BFA8-8F4D2167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4764405"/>
            <a:ext cx="1620203" cy="865823"/>
          </a:xfrm>
          <a:custGeom xmlns:a="http://schemas.openxmlformats.org/drawingml/2006/main">
            <a:pathLst>
              <a:path w="1620203" h="865823">
                <a:moveTo>
                  <a:pt x="0" y="0"/>
                </a:moveTo>
                <a:lnTo>
                  <a:pt x="810101" y="0"/>
                </a:lnTo>
                <a:lnTo>
                  <a:pt x="810101" y="207797"/>
                </a:lnTo>
                <a:lnTo>
                  <a:pt x="1182748" y="207797"/>
                </a:lnTo>
                <a:lnTo>
                  <a:pt x="1182748" y="372304"/>
                </a:lnTo>
                <a:lnTo>
                  <a:pt x="1620203" y="372304"/>
                </a:lnTo>
                <a:lnTo>
                  <a:pt x="1620203" y="865823"/>
                </a:lnTo>
                <a:lnTo>
                  <a:pt x="388849" y="865823"/>
                </a:lnTo>
                <a:lnTo>
                  <a:pt x="388849" y="709974"/>
                </a:lnTo>
                <a:lnTo>
                  <a:pt x="0" y="709974"/>
                </a:lnTo>
                <a:close/>
              </a:path>
            </a:pathLst>
          </a:custGeom>
          <a:solidFill xmlns:a="http://schemas.openxmlformats.org/drawingml/2006/main">
            <a:srgbClr val="EDF1F3"/>
          </a:solidFill>
          <a:ln xmlns:a="http://schemas.openxmlformats.org/drawingml/2006/main" w="9430">
            <a:solidFill>
              <a:srgbClr val="112D50"/>
            </a:solidFill>
            <a:prstDash val="solid"/>
          </a:ln>
        </p:spPr>
      </p:sp>
      <p:sp>
        <p:nvSpPr>
          <p:cNvPr id="7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E701D74-FF61-4083-A39C-72399A66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1CAFB3-9427-43C6-BF6A-AC6C7E8B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6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F859B06-9E55-414E-B16E-7941313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5C9C79A-9FDA-4D83-BDDF-A7B9478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6A2564-96EB-4C2D-99A2-C4B964B6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D2A862F-DA56-4DDA-B059-9C17D38E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3C0B131-3CE5-41E5-8313-D4D0B746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E5EB002-F7E6-4E2F-BDAF-333023F0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1650BAE-EE97-49BD-A698-F7698F22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1A8B78-FE53-4305-B0D2-E388844E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4764405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F637E78-21D7-4AEC-8DDD-4ADC23C8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9EFB8DA-FB0E-4094-8637-D0A7F50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516F44-DD16-4EF8-827E-E44CE376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FDD1669-890E-44E4-BC0C-6C7EA356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321BCA9-026E-44DF-AC94-28DE4B2B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D72A03-BC6D-4D98-8481-9F0C2012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490A3E-905B-4EFC-95FF-6B8658A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2B43D71-3B51-4DD9-BA2C-51E35C19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2E3540C-AE8F-4B75-B498-0449537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8888B6C-BF1C-43B3-A131-DEDD973E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832281-7E89-4D0F-8CAB-660B272C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BE878B9-1BE1-4F94-857F-CF6EDA4C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28F55A3-1EBB-4285-B41C-3A459133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48716F-DA08-4FE0-8F5C-5316A0E9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4908709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45525B-D88C-48E6-8299-3012CFD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2BD9065-F401-474F-9CC1-811424E4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98B99F-4883-4538-AB40-AE0A2B8C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77859DB-ACB2-4BF9-AAD2-4AFC725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B67B2C4-CD12-415C-BF52-A4305D2A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7E9AD9-658C-457A-A41F-8EE8D481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9AB8816-8778-491D-BBC3-5091DF3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90E478-1846-4A9A-B4C8-29852DAF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7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20E0A37-4ACA-423B-9474-9539650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0B6C296-30BA-49AF-A5D5-E4DEFFEE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7391EFF-1517-499F-95DC-EADAE76E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90CE8E8-3F50-4125-87ED-1AF557DE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08DAACB-027C-485B-89AC-37ADEC9C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6B789D2-4E57-4BAA-B81C-65E713B5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5053013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26B3436-490E-4DEF-B078-242BA09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CCA9270-FA61-45D5-9FE4-78F7151D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9033F5-7DFA-4F62-888B-7F9A362D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ACDAE98-CBD6-487C-9F0B-1A84A0B4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C9A5E5-63AD-4D8B-98B9-CE0770A9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602920A-E05E-472D-B27D-6BFA856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3F1D1C2-D9CA-4905-8E11-A318B8A9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C93E9F0-8F66-4797-80A7-579A8D5B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0D6D000-7D06-4482-9622-0CDBCD2B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376D5F2-AE4F-4685-9FEC-26AC5020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D840941-ED98-47BD-B212-4575F31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BACB28-A656-49DA-8372-CAFC4E50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C9D27B0-917C-4313-930C-6DB669E3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B1432C-6C97-4628-A93A-238BCC50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3D85D20-6C6D-4168-BC99-837BB77F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487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684E7E-FEEA-431E-968D-2DA463AB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487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A695B44-B584-4D9A-AE12-5DF1AECF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507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9162CE5-08F8-4C89-96D3-BFC3503B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507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174B3CA-1D2C-4D69-A503-023146E3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527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7B039C-387E-450B-B500-EA8D7227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527" y="5197316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F95AC69-2E9F-419D-8A22-BDFB3CE5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14885C-36A6-4A93-81E5-F798A990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45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80F115-F307-4205-B04A-F1226EF4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E3B68E5-ECA7-42AE-BBCE-359DB04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65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2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485C265-77AA-4F80-8D6C-DD7A5CC1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D97281-19E4-48B9-9A8F-89249404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C017BA3-797F-430B-A711-1786E4C6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379A429-A8D7-4F8F-8DF5-76C61EE7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B5D676-EC65-44D4-B5CF-EE6AC37C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D5453E-50D2-4861-B609-4496A43C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82D9FD0-7342-4343-81B7-30D05661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6F521CE-1EC8-4F8E-8EDE-698AD7DA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58F340-2A1F-4BC0-9C18-769D093C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4BC5244-3DE5-4709-9866-4F661DED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3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4C51327-8D6B-473F-B854-99F8744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487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F8AE7AE-6D67-4A3D-8F12-FE13A48D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487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3ED556-FC16-4D11-AE35-B235A6F4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507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6EF83FB-3EC0-4B45-800E-79EABBE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507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1742442-27D8-466D-8677-1634783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527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DB5BA57-3A72-44E6-A23A-2F47168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527" y="5341620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D4C2492-A279-42C2-BF43-513C2864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AA3A310-C450-4DC9-AEA3-7B6AA45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386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AD1D68C-FAC0-409E-9FFE-E923A74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7058FEF-CB44-4109-BFE9-0C3EB593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406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4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8E2A6EE-703B-4BE9-AAC5-8A9A082A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1517A84-90FD-4FF2-9237-30008E3F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26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A4456415-9722-4D99-865E-A853FC9E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5DE6D28-EAA5-4DB0-AC30-6556E5C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446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3FAA93B-FA2C-46B5-BEA4-72A3C21A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A0B11B-8100-4EA0-8851-6D470D04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467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E0FBDDD-5EB3-41BE-82F1-2433865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487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E173B52-E6D9-4A79-9DD9-19914159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487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A3FDB24-2B46-4062-9069-5349530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507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CAF308-43F3-46C4-82CC-912C9FBF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507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5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39FD9D3-12CC-44FA-B520-679AD2BA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527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0"/>
                </a:lnTo>
                <a:lnTo>
                  <a:pt x="16202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6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8F5A03-B506-44AC-89BA-E4482C61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527" y="5485924"/>
            <a:ext cx="162020" cy="144304"/>
          </a:xfrm>
          <a:custGeom xmlns:a="http://schemas.openxmlformats.org/drawingml/2006/main">
            <a:pathLst>
              <a:path w="162020" h="144304">
                <a:moveTo>
                  <a:pt x="0" y="0"/>
                </a:moveTo>
                <a:lnTo>
                  <a:pt x="162020" y="144304"/>
                </a:lnTo>
                <a:lnTo>
                  <a:pt x="0" y="144304"/>
                </a:lnTo>
                <a:close/>
              </a:path>
            </a:pathLst>
          </a:custGeom>
          <a:solidFill xmlns:a="http://schemas.openxmlformats.org/drawingml/2006/main">
            <a:srgbClr val="F5F7F9"/>
          </a:solidFill>
          <a:ln xmlns:a="http://schemas.openxmlformats.org/drawingml/2006/main" w="4715">
            <a:solidFill>
              <a:srgbClr val="9BA8B2"/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7C16F30D-8A0A-4A2E-8496-936BCB12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918" y="512839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62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93729FE3-9901-4C03-9964-CEEC2CC0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208" y="5162683"/>
            <a:ext cx="1496330" cy="131670"/>
          </a:xfrm>
          <a:custGeom xmlns:a="http://schemas.openxmlformats.org/drawingml/2006/main">
            <a:pathLst>
              <a:path w="1496330" h="131670">
                <a:moveTo>
                  <a:pt x="0" y="0"/>
                </a:moveTo>
                <a:lnTo>
                  <a:pt x="42319" y="18634"/>
                </a:lnTo>
                <a:lnTo>
                  <a:pt x="83526" y="35611"/>
                </a:lnTo>
                <a:lnTo>
                  <a:pt x="123661" y="50990"/>
                </a:lnTo>
                <a:lnTo>
                  <a:pt x="162768" y="64826"/>
                </a:lnTo>
                <a:lnTo>
                  <a:pt x="200887" y="77179"/>
                </a:lnTo>
                <a:lnTo>
                  <a:pt x="238059" y="88104"/>
                </a:lnTo>
                <a:lnTo>
                  <a:pt x="274328" y="97660"/>
                </a:lnTo>
                <a:lnTo>
                  <a:pt x="309733" y="105903"/>
                </a:lnTo>
                <a:lnTo>
                  <a:pt x="344318" y="112891"/>
                </a:lnTo>
                <a:lnTo>
                  <a:pt x="378122" y="118681"/>
                </a:lnTo>
                <a:lnTo>
                  <a:pt x="411189" y="123331"/>
                </a:lnTo>
                <a:lnTo>
                  <a:pt x="443560" y="126897"/>
                </a:lnTo>
                <a:lnTo>
                  <a:pt x="475276" y="129438"/>
                </a:lnTo>
                <a:lnTo>
                  <a:pt x="506379" y="131010"/>
                </a:lnTo>
                <a:lnTo>
                  <a:pt x="536910" y="131670"/>
                </a:lnTo>
                <a:lnTo>
                  <a:pt x="566912" y="131477"/>
                </a:lnTo>
                <a:lnTo>
                  <a:pt x="596426" y="130487"/>
                </a:lnTo>
                <a:lnTo>
                  <a:pt x="625493" y="128757"/>
                </a:lnTo>
                <a:lnTo>
                  <a:pt x="654155" y="126346"/>
                </a:lnTo>
                <a:lnTo>
                  <a:pt x="682454" y="123310"/>
                </a:lnTo>
                <a:lnTo>
                  <a:pt x="710431" y="119706"/>
                </a:lnTo>
                <a:lnTo>
                  <a:pt x="738128" y="115592"/>
                </a:lnTo>
                <a:lnTo>
                  <a:pt x="765587" y="111025"/>
                </a:lnTo>
                <a:lnTo>
                  <a:pt x="792849" y="106063"/>
                </a:lnTo>
                <a:lnTo>
                  <a:pt x="819956" y="100763"/>
                </a:lnTo>
                <a:lnTo>
                  <a:pt x="846949" y="95182"/>
                </a:lnTo>
                <a:lnTo>
                  <a:pt x="873871" y="89377"/>
                </a:lnTo>
                <a:lnTo>
                  <a:pt x="900762" y="83406"/>
                </a:lnTo>
                <a:lnTo>
                  <a:pt x="927664" y="77325"/>
                </a:lnTo>
                <a:lnTo>
                  <a:pt x="954620" y="71194"/>
                </a:lnTo>
                <a:lnTo>
                  <a:pt x="981670" y="65067"/>
                </a:lnTo>
                <a:lnTo>
                  <a:pt x="1008856" y="59004"/>
                </a:lnTo>
                <a:lnTo>
                  <a:pt x="1036220" y="53061"/>
                </a:lnTo>
                <a:lnTo>
                  <a:pt x="1063804" y="47296"/>
                </a:lnTo>
                <a:lnTo>
                  <a:pt x="1091649" y="41765"/>
                </a:lnTo>
                <a:lnTo>
                  <a:pt x="1119796" y="36527"/>
                </a:lnTo>
                <a:lnTo>
                  <a:pt x="1148288" y="31638"/>
                </a:lnTo>
                <a:lnTo>
                  <a:pt x="1177166" y="27156"/>
                </a:lnTo>
                <a:lnTo>
                  <a:pt x="1206471" y="23138"/>
                </a:lnTo>
                <a:lnTo>
                  <a:pt x="1236246" y="19641"/>
                </a:lnTo>
                <a:lnTo>
                  <a:pt x="1266531" y="16723"/>
                </a:lnTo>
                <a:lnTo>
                  <a:pt x="1297369" y="14442"/>
                </a:lnTo>
                <a:lnTo>
                  <a:pt x="1328801" y="12853"/>
                </a:lnTo>
                <a:lnTo>
                  <a:pt x="1360869" y="12015"/>
                </a:lnTo>
                <a:lnTo>
                  <a:pt x="1393614" y="11985"/>
                </a:lnTo>
                <a:lnTo>
                  <a:pt x="1427078" y="12821"/>
                </a:lnTo>
                <a:lnTo>
                  <a:pt x="1461303" y="14579"/>
                </a:lnTo>
                <a:lnTo>
                  <a:pt x="1496330" y="17316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86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6C0B213-2EF0-49A8-9362-7459BD83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4428" y="5204449"/>
            <a:ext cx="55428" cy="11296"/>
          </a:xfrm>
          <a:custGeom xmlns:a="http://schemas.openxmlformats.org/drawingml/2006/main">
            <a:pathLst>
              <a:path w="55428" h="11296">
                <a:moveTo>
                  <a:pt x="0" y="11296"/>
                </a:moveTo>
                <a:lnTo>
                  <a:pt x="55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86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FDA3F71-AF16-4DED-AD9C-A80485A6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965" y="5181470"/>
            <a:ext cx="101891" cy="83998"/>
          </a:xfrm>
          <a:custGeom xmlns:a="http://schemas.openxmlformats.org/drawingml/2006/main">
            <a:pathLst>
              <a:path w="101891" h="83998">
                <a:moveTo>
                  <a:pt x="101891" y="22979"/>
                </a:moveTo>
                <a:lnTo>
                  <a:pt x="0" y="0"/>
                </a:lnTo>
                <a:lnTo>
                  <a:pt x="17118" y="83998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B537E2B0-189C-494F-A082-3CFDCDE4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918" y="527412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66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70AD3DE0-069E-4B5D-852C-B7B1520F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208" y="5263491"/>
            <a:ext cx="1496330" cy="91512"/>
          </a:xfrm>
          <a:custGeom xmlns:a="http://schemas.openxmlformats.org/drawingml/2006/main">
            <a:pathLst>
              <a:path w="1496330" h="91512">
                <a:moveTo>
                  <a:pt x="0" y="44925"/>
                </a:moveTo>
                <a:lnTo>
                  <a:pt x="42319" y="54640"/>
                </a:lnTo>
                <a:lnTo>
                  <a:pt x="83526" y="63079"/>
                </a:lnTo>
                <a:lnTo>
                  <a:pt x="123661" y="70298"/>
                </a:lnTo>
                <a:lnTo>
                  <a:pt x="162768" y="76355"/>
                </a:lnTo>
                <a:lnTo>
                  <a:pt x="200887" y="81308"/>
                </a:lnTo>
                <a:lnTo>
                  <a:pt x="238059" y="85214"/>
                </a:lnTo>
                <a:lnTo>
                  <a:pt x="274328" y="88130"/>
                </a:lnTo>
                <a:lnTo>
                  <a:pt x="309733" y="90113"/>
                </a:lnTo>
                <a:lnTo>
                  <a:pt x="344318" y="91221"/>
                </a:lnTo>
                <a:lnTo>
                  <a:pt x="378122" y="91512"/>
                </a:lnTo>
                <a:lnTo>
                  <a:pt x="411189" y="91043"/>
                </a:lnTo>
                <a:lnTo>
                  <a:pt x="443560" y="89871"/>
                </a:lnTo>
                <a:lnTo>
                  <a:pt x="475276" y="88053"/>
                </a:lnTo>
                <a:lnTo>
                  <a:pt x="506379" y="85647"/>
                </a:lnTo>
                <a:lnTo>
                  <a:pt x="536910" y="82711"/>
                </a:lnTo>
                <a:lnTo>
                  <a:pt x="566912" y="79301"/>
                </a:lnTo>
                <a:lnTo>
                  <a:pt x="596426" y="75475"/>
                </a:lnTo>
                <a:lnTo>
                  <a:pt x="625493" y="71291"/>
                </a:lnTo>
                <a:lnTo>
                  <a:pt x="654155" y="66806"/>
                </a:lnTo>
                <a:lnTo>
                  <a:pt x="682454" y="62077"/>
                </a:lnTo>
                <a:lnTo>
                  <a:pt x="710431" y="57161"/>
                </a:lnTo>
                <a:lnTo>
                  <a:pt x="738128" y="52117"/>
                </a:lnTo>
                <a:lnTo>
                  <a:pt x="765587" y="47001"/>
                </a:lnTo>
                <a:lnTo>
                  <a:pt x="792849" y="41871"/>
                </a:lnTo>
                <a:lnTo>
                  <a:pt x="819956" y="36784"/>
                </a:lnTo>
                <a:lnTo>
                  <a:pt x="846949" y="31798"/>
                </a:lnTo>
                <a:lnTo>
                  <a:pt x="873871" y="26970"/>
                </a:lnTo>
                <a:lnTo>
                  <a:pt x="900762" y="22357"/>
                </a:lnTo>
                <a:lnTo>
                  <a:pt x="927664" y="18016"/>
                </a:lnTo>
                <a:lnTo>
                  <a:pt x="954620" y="14006"/>
                </a:lnTo>
                <a:lnTo>
                  <a:pt x="981670" y="10384"/>
                </a:lnTo>
                <a:lnTo>
                  <a:pt x="1008856" y="7206"/>
                </a:lnTo>
                <a:lnTo>
                  <a:pt x="1036220" y="4531"/>
                </a:lnTo>
                <a:lnTo>
                  <a:pt x="1063804" y="2415"/>
                </a:lnTo>
                <a:lnTo>
                  <a:pt x="1091649" y="916"/>
                </a:lnTo>
                <a:lnTo>
                  <a:pt x="1119796" y="92"/>
                </a:lnTo>
                <a:lnTo>
                  <a:pt x="1148288" y="0"/>
                </a:lnTo>
                <a:lnTo>
                  <a:pt x="1177166" y="697"/>
                </a:lnTo>
                <a:lnTo>
                  <a:pt x="1206471" y="2240"/>
                </a:lnTo>
                <a:lnTo>
                  <a:pt x="1236246" y="4688"/>
                </a:lnTo>
                <a:lnTo>
                  <a:pt x="1266531" y="8097"/>
                </a:lnTo>
                <a:lnTo>
                  <a:pt x="1297369" y="12525"/>
                </a:lnTo>
                <a:lnTo>
                  <a:pt x="1328801" y="18028"/>
                </a:lnTo>
                <a:lnTo>
                  <a:pt x="1360869" y="24666"/>
                </a:lnTo>
                <a:lnTo>
                  <a:pt x="1393614" y="32494"/>
                </a:lnTo>
                <a:lnTo>
                  <a:pt x="1427078" y="41571"/>
                </a:lnTo>
                <a:lnTo>
                  <a:pt x="1461303" y="51953"/>
                </a:lnTo>
                <a:lnTo>
                  <a:pt x="1496330" y="63699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86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C84E547-08C6-4C47-AEFB-4C22B753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4428" y="5264407"/>
            <a:ext cx="55428" cy="3614"/>
          </a:xfrm>
          <a:custGeom xmlns:a="http://schemas.openxmlformats.org/drawingml/2006/main">
            <a:pathLst>
              <a:path w="55428" h="3614">
                <a:moveTo>
                  <a:pt x="0" y="3614"/>
                </a:moveTo>
                <a:lnTo>
                  <a:pt x="55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86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747B4FE-18AE-49AD-B04C-3343BE4B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019" y="5227833"/>
            <a:ext cx="97837" cy="85543"/>
          </a:xfrm>
          <a:custGeom xmlns:a="http://schemas.openxmlformats.org/drawingml/2006/main">
            <a:pathLst>
              <a:path w="97837" h="85543">
                <a:moveTo>
                  <a:pt x="97837" y="36574"/>
                </a:moveTo>
                <a:lnTo>
                  <a:pt x="0" y="0"/>
                </a:lnTo>
                <a:lnTo>
                  <a:pt x="5578" y="85543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EA7B9FCF-375D-453D-9C6A-35712663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918" y="5419858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D50"/>
          </a:solidFill>
          <a:ln xmlns:a="http://schemas.openxmlformats.org/drawingml/2006/main" w="12859">
            <a:solidFill>
              <a:srgbClr val="112D50"/>
            </a:solidFill>
          </a:ln>
        </p:spPr>
      </p:sp>
      <p:sp>
        <p:nvSpPr>
          <p:cNvPr id="870" name="editable trajectory">
            <a:extLst xmlns:a="http://schemas.openxmlformats.org/drawingml/2006/main">
              <a:ext uri="{FF2B5EF4-FFF2-40B4-BE49-F238E27FC236}">
                <a16:creationId xmlns:a16="http://schemas.microsoft.com/office/drawing/2014/main" id="{3D6906F7-01B7-4C4C-83B3-4782C374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208" y="5319706"/>
            <a:ext cx="1496330" cy="154673"/>
          </a:xfrm>
          <a:custGeom xmlns:a="http://schemas.openxmlformats.org/drawingml/2006/main">
            <a:pathLst>
              <a:path w="1496330" h="154673">
                <a:moveTo>
                  <a:pt x="0" y="134442"/>
                </a:moveTo>
                <a:lnTo>
                  <a:pt x="42319" y="135239"/>
                </a:lnTo>
                <a:lnTo>
                  <a:pt x="83526" y="135139"/>
                </a:lnTo>
                <a:lnTo>
                  <a:pt x="123661" y="134199"/>
                </a:lnTo>
                <a:lnTo>
                  <a:pt x="162768" y="132476"/>
                </a:lnTo>
                <a:lnTo>
                  <a:pt x="200887" y="130029"/>
                </a:lnTo>
                <a:lnTo>
                  <a:pt x="238059" y="126915"/>
                </a:lnTo>
                <a:lnTo>
                  <a:pt x="274328" y="123191"/>
                </a:lnTo>
                <a:lnTo>
                  <a:pt x="309733" y="118915"/>
                </a:lnTo>
                <a:lnTo>
                  <a:pt x="344318" y="114144"/>
                </a:lnTo>
                <a:lnTo>
                  <a:pt x="378122" y="108935"/>
                </a:lnTo>
                <a:lnTo>
                  <a:pt x="411189" y="103347"/>
                </a:lnTo>
                <a:lnTo>
                  <a:pt x="443560" y="97436"/>
                </a:lnTo>
                <a:lnTo>
                  <a:pt x="475276" y="91260"/>
                </a:lnTo>
                <a:lnTo>
                  <a:pt x="506379" y="84876"/>
                </a:lnTo>
                <a:lnTo>
                  <a:pt x="536910" y="78343"/>
                </a:lnTo>
                <a:lnTo>
                  <a:pt x="566912" y="71717"/>
                </a:lnTo>
                <a:lnTo>
                  <a:pt x="596426" y="65056"/>
                </a:lnTo>
                <a:lnTo>
                  <a:pt x="625493" y="58417"/>
                </a:lnTo>
                <a:lnTo>
                  <a:pt x="654155" y="51858"/>
                </a:lnTo>
                <a:lnTo>
                  <a:pt x="682454" y="45436"/>
                </a:lnTo>
                <a:lnTo>
                  <a:pt x="710431" y="39209"/>
                </a:lnTo>
                <a:lnTo>
                  <a:pt x="738128" y="33234"/>
                </a:lnTo>
                <a:lnTo>
                  <a:pt x="765587" y="27569"/>
                </a:lnTo>
                <a:lnTo>
                  <a:pt x="792849" y="22271"/>
                </a:lnTo>
                <a:lnTo>
                  <a:pt x="819956" y="17398"/>
                </a:lnTo>
                <a:lnTo>
                  <a:pt x="846949" y="13006"/>
                </a:lnTo>
                <a:lnTo>
                  <a:pt x="873871" y="9155"/>
                </a:lnTo>
                <a:lnTo>
                  <a:pt x="900762" y="5900"/>
                </a:lnTo>
                <a:lnTo>
                  <a:pt x="927664" y="3299"/>
                </a:lnTo>
                <a:lnTo>
                  <a:pt x="954620" y="1411"/>
                </a:lnTo>
                <a:lnTo>
                  <a:pt x="981670" y="292"/>
                </a:lnTo>
                <a:lnTo>
                  <a:pt x="1008856" y="0"/>
                </a:lnTo>
                <a:lnTo>
                  <a:pt x="1036220" y="592"/>
                </a:lnTo>
                <a:lnTo>
                  <a:pt x="1063804" y="2126"/>
                </a:lnTo>
                <a:lnTo>
                  <a:pt x="1091649" y="4660"/>
                </a:lnTo>
                <a:lnTo>
                  <a:pt x="1119796" y="8250"/>
                </a:lnTo>
                <a:lnTo>
                  <a:pt x="1148288" y="12954"/>
                </a:lnTo>
                <a:lnTo>
                  <a:pt x="1177166" y="18830"/>
                </a:lnTo>
                <a:lnTo>
                  <a:pt x="1206471" y="25935"/>
                </a:lnTo>
                <a:lnTo>
                  <a:pt x="1236246" y="34327"/>
                </a:lnTo>
                <a:lnTo>
                  <a:pt x="1266531" y="44062"/>
                </a:lnTo>
                <a:lnTo>
                  <a:pt x="1297369" y="55199"/>
                </a:lnTo>
                <a:lnTo>
                  <a:pt x="1328801" y="67796"/>
                </a:lnTo>
                <a:lnTo>
                  <a:pt x="1360869" y="81908"/>
                </a:lnTo>
                <a:lnTo>
                  <a:pt x="1393614" y="97595"/>
                </a:lnTo>
                <a:lnTo>
                  <a:pt x="1427078" y="114913"/>
                </a:lnTo>
                <a:lnTo>
                  <a:pt x="1461303" y="133920"/>
                </a:lnTo>
                <a:lnTo>
                  <a:pt x="1496330" y="15467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87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BE0DA34-EBFA-435D-A597-6A7E1984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4428" y="5320298"/>
            <a:ext cx="55428" cy="4067"/>
          </a:xfrm>
          <a:custGeom xmlns:a="http://schemas.openxmlformats.org/drawingml/2006/main">
            <a:pathLst>
              <a:path w="55428" h="4067">
                <a:moveTo>
                  <a:pt x="0" y="0"/>
                </a:moveTo>
                <a:lnTo>
                  <a:pt x="55428" y="4067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0768C5"/>
            </a:solidFill>
            <a:prstDash val="solid"/>
          </a:ln>
        </p:spPr>
      </p:sp>
      <p:sp>
        <p:nvSpPr>
          <p:cNvPr id="87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98BFF62-43E8-4FB2-AC8F-6E242D57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1725" y="5274647"/>
            <a:ext cx="98131" cy="85495"/>
          </a:xfrm>
          <a:custGeom xmlns:a="http://schemas.openxmlformats.org/drawingml/2006/main">
            <a:pathLst>
              <a:path w="98131" h="85495">
                <a:moveTo>
                  <a:pt x="98131" y="49718"/>
                </a:moveTo>
                <a:lnTo>
                  <a:pt x="6274" y="0"/>
                </a:lnTo>
                <a:lnTo>
                  <a:pt x="0" y="85495"/>
                </a:lnTo>
                <a:close/>
              </a:path>
            </a:pathLst>
          </a:custGeom>
          <a:solidFill xmlns:a="http://schemas.openxmlformats.org/drawingml/2006/main">
            <a:srgbClr val="0768C5"/>
          </a:solidFill>
          <a:ln xmlns:a="http://schemas.openxmlformats.org/drawingml/2006/main" w="9525">
            <a:solidFill>
              <a:srgbClr val="0768C5"/>
            </a:solidFill>
            <a:prstDash val="solid"/>
          </a:ln>
        </p:spPr>
      </p:sp>
      <p:sp>
        <p:nvSpPr>
          <p:cNvPr id="87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D69AED-D77A-46A5-A403-87EB54E8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5443" y="5818823"/>
            <a:ext cx="95" cy="334327"/>
          </a:xfrm>
          <a:custGeom xmlns:a="http://schemas.openxmlformats.org/drawingml/2006/main">
            <a:pathLst>
              <a:path w="95" h="334327">
                <a:moveTo>
                  <a:pt x="0" y="0"/>
                </a:moveTo>
                <a:lnTo>
                  <a:pt x="0" y="334327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87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DA45B222-C7AE-4218-BD5C-5837B784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4582" y="6084570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CD67C659-D9E1-46A8-A13F-8734DF23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6256020"/>
            <a:ext cx="4089083" cy="1268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876" name="同じ観測量で比較">
            <a:extLst xmlns:a="http://schemas.openxmlformats.org/drawingml/2006/main">
              <a:ext uri="{FF2B5EF4-FFF2-40B4-BE49-F238E27FC236}">
                <a16:creationId xmlns:a16="http://schemas.microsoft.com/office/drawing/2014/main" id="{40081518-B2AF-4FBB-930B-D4410AE7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640" y="6324600"/>
            <a:ext cx="387477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20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同じ観測量で比較</a:t>
            </a:r>
          </a:p>
        </p:txBody>
      </p:sp>
      <p:sp>
        <p:nvSpPr>
          <p:cNvPr id="877" name="x, v, Z">
            <a:extLst xmlns:a="http://schemas.openxmlformats.org/drawingml/2006/main">
              <a:ext uri="{FF2B5EF4-FFF2-40B4-BE49-F238E27FC236}">
                <a16:creationId xmlns:a16="http://schemas.microsoft.com/office/drawing/2014/main" id="{52A886EC-622D-459D-95F3-F2CAE6E3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495" y="6744653"/>
            <a:ext cx="129444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x, v, Z</a:t>
            </a:r>
          </a:p>
        </p:txBody>
      </p:sp>
      <p:sp>
        <p:nvSpPr>
          <p:cNvPr id="87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DFE1A50-34EF-4E84-B735-ED674B03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258" y="7147560"/>
            <a:ext cx="608647" cy="95"/>
          </a:xfrm>
          <a:custGeom xmlns:a="http://schemas.openxmlformats.org/drawingml/2006/main">
            <a:pathLst>
              <a:path w="608647" h="95">
                <a:moveTo>
                  <a:pt x="0" y="0"/>
                </a:moveTo>
                <a:lnTo>
                  <a:pt x="6086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7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F437FC9-7E3B-461A-A38A-EF4F8DF3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258" y="7233285"/>
            <a:ext cx="540067" cy="95"/>
          </a:xfrm>
          <a:custGeom xmlns:a="http://schemas.openxmlformats.org/drawingml/2006/main">
            <a:pathLst>
              <a:path w="540067" h="95">
                <a:moveTo>
                  <a:pt x="0" y="0"/>
                </a:moveTo>
                <a:lnTo>
                  <a:pt x="540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8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DC802D3-E752-4589-A5ED-1AE0C7CB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258" y="7319010"/>
            <a:ext cx="471487" cy="95"/>
          </a:xfrm>
          <a:custGeom xmlns:a="http://schemas.openxmlformats.org/drawingml/2006/main">
            <a:pathLst>
              <a:path w="471487" h="95">
                <a:moveTo>
                  <a:pt x="0" y="0"/>
                </a:moveTo>
                <a:lnTo>
                  <a:pt x="4714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8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9050287-9C44-4DC6-B641-2C0A9B7D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660" y="6744653"/>
            <a:ext cx="95" cy="685800"/>
          </a:xfrm>
          <a:custGeom xmlns:a="http://schemas.openxmlformats.org/drawingml/2006/main">
            <a:pathLst>
              <a:path w="9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882" name="hit時刻・位置">
            <a:extLst xmlns:a="http://schemas.openxmlformats.org/drawingml/2006/main">
              <a:ext uri="{FF2B5EF4-FFF2-40B4-BE49-F238E27FC236}">
                <a16:creationId xmlns:a16="http://schemas.microsoft.com/office/drawing/2014/main" id="{E7836861-B211-4AAE-A615-901871D1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805" y="6744653"/>
            <a:ext cx="129444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hit時刻・位置</a:t>
            </a:r>
          </a:p>
        </p:txBody>
      </p:sp>
      <p:sp>
        <p:nvSpPr>
          <p:cNvPr id="88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8E570AB-A76A-404B-81B6-92CD8DB8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568" y="7147560"/>
            <a:ext cx="608648" cy="95"/>
          </a:xfrm>
          <a:custGeom xmlns:a="http://schemas.openxmlformats.org/drawingml/2006/main">
            <a:pathLst>
              <a:path w="608648" h="95">
                <a:moveTo>
                  <a:pt x="0" y="0"/>
                </a:moveTo>
                <a:lnTo>
                  <a:pt x="6086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8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4689AEE-01F6-4BAA-9A32-D4FE6351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568" y="7233285"/>
            <a:ext cx="540068" cy="95"/>
          </a:xfrm>
          <a:custGeom xmlns:a="http://schemas.openxmlformats.org/drawingml/2006/main">
            <a:pathLst>
              <a:path w="540068" h="95">
                <a:moveTo>
                  <a:pt x="0" y="0"/>
                </a:moveTo>
                <a:lnTo>
                  <a:pt x="5400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8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51A9393-E7EF-47B2-8790-9C7E97C6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568" y="7319010"/>
            <a:ext cx="471488" cy="95"/>
          </a:xfrm>
          <a:custGeom xmlns:a="http://schemas.openxmlformats.org/drawingml/2006/main">
            <a:pathLst>
              <a:path w="471488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8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B723DC2-0468-4B69-84AD-2B051FBD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3970" y="6744653"/>
            <a:ext cx="95" cy="685800"/>
          </a:xfrm>
          <a:custGeom xmlns:a="http://schemas.openxmlformats.org/drawingml/2006/main">
            <a:pathLst>
              <a:path w="9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E8790"/>
            </a:solidFill>
            <a:prstDash val="dash"/>
          </a:ln>
        </p:spPr>
      </p:sp>
      <p:sp>
        <p:nvSpPr>
          <p:cNvPr id="887" name="終状態の件数">
            <a:extLst xmlns:a="http://schemas.openxmlformats.org/drawingml/2006/main">
              <a:ext uri="{FF2B5EF4-FFF2-40B4-BE49-F238E27FC236}">
                <a16:creationId xmlns:a16="http://schemas.microsoft.com/office/drawing/2014/main" id="{6C33DCD0-ABC6-4E53-8554-0FD0570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115" y="6744653"/>
            <a:ext cx="129444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18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終状態の件数</a:t>
            </a:r>
          </a:p>
        </p:txBody>
      </p:sp>
      <p:sp>
        <p:nvSpPr>
          <p:cNvPr id="88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D1F2738-14F5-4359-AFEE-3414577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878" y="7147560"/>
            <a:ext cx="608647" cy="95"/>
          </a:xfrm>
          <a:custGeom xmlns:a="http://schemas.openxmlformats.org/drawingml/2006/main">
            <a:pathLst>
              <a:path w="608647" h="95">
                <a:moveTo>
                  <a:pt x="0" y="0"/>
                </a:moveTo>
                <a:lnTo>
                  <a:pt x="6086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8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B11EBB2-9299-4DC2-9B3B-AB2D968A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878" y="7233285"/>
            <a:ext cx="540067" cy="95"/>
          </a:xfrm>
          <a:custGeom xmlns:a="http://schemas.openxmlformats.org/drawingml/2006/main">
            <a:pathLst>
              <a:path w="540067" h="95">
                <a:moveTo>
                  <a:pt x="0" y="0"/>
                </a:moveTo>
                <a:lnTo>
                  <a:pt x="540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9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1EF1A3-48F5-425D-B301-17DFDD24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878" y="7319010"/>
            <a:ext cx="471488" cy="95"/>
          </a:xfrm>
          <a:custGeom xmlns:a="http://schemas.openxmlformats.org/drawingml/2006/main">
            <a:pathLst>
              <a:path w="471488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44">
            <a:solidFill>
              <a:srgbClr val="112D50"/>
            </a:solidFill>
            <a:prstDash val="solid"/>
          </a:ln>
        </p:spPr>
      </p:sp>
      <p:sp>
        <p:nvSpPr>
          <p:cNvPr id="89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0EA1567F-C637-4507-9D85-3F0F16C9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7567613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89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68B78DA-4C92-48F3-99DC-51C40077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164" y="7756208"/>
            <a:ext cx="61722" cy="68580"/>
          </a:xfrm>
          <a:custGeom xmlns:a="http://schemas.openxmlformats.org/drawingml/2006/main">
            <a:pathLst>
              <a:path w="61722" h="68580">
                <a:moveTo>
                  <a:pt x="30861" y="68580"/>
                </a:moveTo>
                <a:lnTo>
                  <a:pt x="61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2D50"/>
          </a:solidFill>
          <a:ln xmlns:a="http://schemas.openxmlformats.org/drawingml/2006/main" w="9525">
            <a:solidFill>
              <a:srgbClr val="112D50"/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BE6AC8D6-62E8-428D-8000-E6CD34C1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7919085"/>
            <a:ext cx="4089083" cy="1465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112D50"/>
            </a:solidFill>
          </a:ln>
        </p:spPr>
      </p:sp>
      <p:sp>
        <p:nvSpPr>
          <p:cNvPr id="894" name="各ソルバーの時間刻み収束">
            <a:extLst xmlns:a="http://schemas.openxmlformats.org/drawingml/2006/main">
              <a:ext uri="{FF2B5EF4-FFF2-40B4-BE49-F238E27FC236}">
                <a16:creationId xmlns:a16="http://schemas.microsoft.com/office/drawing/2014/main" id="{7254162B-0A95-48FD-BBF6-1658488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358" y="7996238"/>
            <a:ext cx="383190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52" b="1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各ソルバーの時間刻み収束</a:t>
            </a:r>
          </a:p>
        </p:txBody>
      </p:sp>
      <p:sp>
        <p:nvSpPr>
          <p:cNvPr id="895" name="h">
            <a:extLst xmlns:a="http://schemas.openxmlformats.org/drawingml/2006/main">
              <a:ext uri="{FF2B5EF4-FFF2-40B4-BE49-F238E27FC236}">
                <a16:creationId xmlns:a16="http://schemas.microsoft.com/office/drawing/2014/main" id="{4F9531D3-68EF-4226-877E-A32141F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938" y="8407718"/>
            <a:ext cx="11144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h</a:t>
            </a:r>
          </a:p>
        </p:txBody>
      </p:sp>
      <p:sp>
        <p:nvSpPr>
          <p:cNvPr id="89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06F729B-AC67-419C-BBBB-6F86FFAA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8853488"/>
            <a:ext cx="994410" cy="95"/>
          </a:xfrm>
          <a:custGeom xmlns:a="http://schemas.openxmlformats.org/drawingml/2006/main">
            <a:pathLst>
              <a:path w="994410" h="95">
                <a:moveTo>
                  <a:pt x="0" y="0"/>
                </a:moveTo>
                <a:lnTo>
                  <a:pt x="9944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89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F3454B68-2FB8-41FE-BB64-C23E65A5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89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E0C5C00-A3E6-4562-A2D4-7152721F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41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89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4A87AD7-DE1E-48AA-9AAA-CBD38315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88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0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D2069AA-56B5-4398-AE23-F7BDDF6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235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01" name="h/2">
            <a:extLst xmlns:a="http://schemas.openxmlformats.org/drawingml/2006/main">
              <a:ext uri="{FF2B5EF4-FFF2-40B4-BE49-F238E27FC236}">
                <a16:creationId xmlns:a16="http://schemas.microsoft.com/office/drawing/2014/main" id="{9FFDD05D-EE90-49AD-B812-D14164DF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103" y="8407718"/>
            <a:ext cx="11144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h/2</a:t>
            </a:r>
          </a:p>
        </p:txBody>
      </p:sp>
      <p:sp>
        <p:nvSpPr>
          <p:cNvPr id="90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6F842CC-4CED-4767-B951-76A0C426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110" y="8853488"/>
            <a:ext cx="994410" cy="95"/>
          </a:xfrm>
          <a:custGeom xmlns:a="http://schemas.openxmlformats.org/drawingml/2006/main">
            <a:pathLst>
              <a:path w="994410" h="95">
                <a:moveTo>
                  <a:pt x="0" y="0"/>
                </a:moveTo>
                <a:lnTo>
                  <a:pt x="9944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90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27DAE66-2BC1-4166-8B11-3066B6D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110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0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C1D803-D91C-4392-94DC-E33D9957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84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0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3547150-17BB-442E-A8AD-54A636F8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580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0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3D8CBD25-FB40-457B-8EFA-721D5B77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31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0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244F49D8-5242-4240-9812-F74E6B12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0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2984AA7-0A98-43D8-BC9A-43DB1CD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78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0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99D592F-06E8-44F9-BC1F-1C83572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2520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10" name="h/4">
            <a:extLst xmlns:a="http://schemas.openxmlformats.org/drawingml/2006/main">
              <a:ext uri="{FF2B5EF4-FFF2-40B4-BE49-F238E27FC236}">
                <a16:creationId xmlns:a16="http://schemas.microsoft.com/office/drawing/2014/main" id="{ED49108F-202B-4EE3-AE12-16B9AED5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268" y="8407718"/>
            <a:ext cx="11144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23" b="0">
                <a:solidFill>
                  <a:srgbClr val="112D50"/>
                </a:solidFill>
                <a:latin typeface="Noto Sans CJK JP"/>
                <a:ea typeface="Noto Sans CJK JP"/>
                <a:cs typeface="Noto Sans CJK JP"/>
              </a:rPr>
              <a:t>h/4</a:t>
            </a:r>
          </a:p>
        </p:txBody>
      </p:sp>
      <p:sp>
        <p:nvSpPr>
          <p:cNvPr id="91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BC2FAB6B-8831-45AB-811B-9BE30E1B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8853488"/>
            <a:ext cx="994410" cy="95"/>
          </a:xfrm>
          <a:custGeom xmlns:a="http://schemas.openxmlformats.org/drawingml/2006/main">
            <a:pathLst>
              <a:path w="994410" h="95">
                <a:moveTo>
                  <a:pt x="0" y="0"/>
                </a:moveTo>
                <a:lnTo>
                  <a:pt x="9944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2D50"/>
            </a:solidFill>
            <a:prstDash val="solid"/>
          </a:ln>
        </p:spPr>
      </p:sp>
      <p:sp>
        <p:nvSpPr>
          <p:cNvPr id="91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9E13DEE8-A249-40D3-9DA2-A02230D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1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5CDF2E6-64EB-409C-B535-BEB9D9B4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1143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1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41E3A52E-98FC-4F8B-85C1-AE2C3904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4010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15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2EC536D-DC4B-46C0-8B4B-6C6BB8E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878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16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C6128E68-45F5-4485-947F-D05EED2E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974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17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1B990812-41B8-489A-B939-53DC098A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613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18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A6BDA0E-8002-402B-8B0F-44A86C0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5480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19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546BC7DD-1BDF-4054-AA9D-DC8B7CE7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348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20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C34F58D-01F1-458A-91F3-CB954E3D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21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21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806D5E55-852B-4BF5-AAA6-5A8123AA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4083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22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E95A1BFF-3E9C-4EEA-A4B8-D9A67934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23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745D230B-4C28-4DF9-89A0-2A8DECA9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9818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  <p:sp>
        <p:nvSpPr>
          <p:cNvPr id="924" name="editable path">
            <a:extLst xmlns:a="http://schemas.openxmlformats.org/drawingml/2006/main">
              <a:ext uri="{FF2B5EF4-FFF2-40B4-BE49-F238E27FC236}">
                <a16:creationId xmlns:a16="http://schemas.microsoft.com/office/drawing/2014/main" id="{68FE6FD4-6925-4648-8D6A-7FD2747A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2685" y="8759190"/>
            <a:ext cx="95" cy="188595"/>
          </a:xfrm>
          <a:custGeom xmlns:a="http://schemas.openxmlformats.org/drawingml/2006/main">
            <a:pathLst>
              <a:path w="95" h="188595">
                <a:moveTo>
                  <a:pt x="0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112D5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6067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2026-10-07T03:38:09.6560000Z</dcterms:created>
  <dcterms:modified xsi:type="dcterms:W3CDTF">2026-10-07T03:38:09.6560000Z</dcterms:modified>
</coreProperties>
</file>